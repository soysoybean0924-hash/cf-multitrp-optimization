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99" r:id="rId2"/>
  </p:sldMasterIdLst>
  <p:notesMasterIdLst>
    <p:notesMasterId r:id="rId17"/>
  </p:notesMasterIdLst>
  <p:handoutMasterIdLst>
    <p:handoutMasterId r:id="rId18"/>
  </p:handoutMasterIdLst>
  <p:sldIdLst>
    <p:sldId id="2531" r:id="rId3"/>
    <p:sldId id="5977" r:id="rId4"/>
    <p:sldId id="5978" r:id="rId5"/>
    <p:sldId id="5979" r:id="rId6"/>
    <p:sldId id="5980" r:id="rId7"/>
    <p:sldId id="5981" r:id="rId8"/>
    <p:sldId id="5982" r:id="rId9"/>
    <p:sldId id="5983" r:id="rId10"/>
    <p:sldId id="5984" r:id="rId11"/>
    <p:sldId id="5985" r:id="rId12"/>
    <p:sldId id="5986" r:id="rId13"/>
    <p:sldId id="5987" r:id="rId14"/>
    <p:sldId id="5989" r:id="rId15"/>
    <p:sldId id="5990" r:id="rId16"/>
  </p:sldIdLst>
  <p:sldSz cx="12192000" cy="6858000"/>
  <p:notesSz cx="7099300" cy="10234613"/>
  <p:custDataLst>
    <p:tags r:id="rId19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92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576" userDrawn="1">
          <p15:clr>
            <a:srgbClr val="A4A3A4"/>
          </p15:clr>
        </p15:guide>
        <p15:guide id="4" orient="horz" pos="3998" userDrawn="1">
          <p15:clr>
            <a:srgbClr val="A4A3A4"/>
          </p15:clr>
        </p15:guide>
        <p15:guide id="5" orient="horz" pos="38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452">
          <p15:clr>
            <a:srgbClr val="A4A3A4"/>
          </p15:clr>
        </p15:guide>
        <p15:guide id="2" pos="2183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用户" initials="W用" lastIdx="4" clrIdx="0"/>
  <p:cmAuthor id="2" name="lj" initials="l" lastIdx="1" clrIdx="1"/>
  <p:cmAuthor id="3" name="Jason Zhang" initials="JZ" lastIdx="12" clrIdx="2"/>
  <p:cmAuthor id="4" name="可爱的小马驹ヾ" initials="可" lastIdx="1" clrIdx="3"/>
  <p:cmAuthor id="5" name="Tyselina Zheng" initials="TZ" lastIdx="2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F528F"/>
    <a:srgbClr val="CBCDDE"/>
    <a:srgbClr val="002B84"/>
    <a:srgbClr val="95D1E2"/>
    <a:srgbClr val="E7E8EF"/>
    <a:srgbClr val="E6E6E6"/>
    <a:srgbClr val="003399"/>
    <a:srgbClr val="C00000"/>
    <a:srgbClr val="DCF0F5"/>
    <a:srgbClr val="FBD4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82" autoAdjust="0"/>
    <p:restoredTop sz="90663" autoAdjust="0"/>
  </p:normalViewPr>
  <p:slideViewPr>
    <p:cSldViewPr showGuides="1">
      <p:cViewPr varScale="1">
        <p:scale>
          <a:sx n="75" d="100"/>
          <a:sy n="75" d="100"/>
        </p:scale>
        <p:origin x="1032" y="43"/>
      </p:cViewPr>
      <p:guideLst>
        <p:guide pos="392"/>
        <p:guide pos="7256"/>
        <p:guide orient="horz" pos="576"/>
        <p:guide orient="horz" pos="3998"/>
        <p:guide orient="horz" pos="380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1186"/>
    </p:cViewPr>
  </p:sorterViewPr>
  <p:notesViewPr>
    <p:cSldViewPr>
      <p:cViewPr varScale="1">
        <p:scale>
          <a:sx n="30" d="100"/>
          <a:sy n="30" d="100"/>
        </p:scale>
        <p:origin x="-2261" y="-67"/>
      </p:cViewPr>
      <p:guideLst>
        <p:guide orient="horz" pos="3452"/>
        <p:guide pos="2183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tags" Target="tags/tag1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3" tIns="47133" rIns="94263" bIns="47133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9" y="1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3" tIns="47133" rIns="94263" bIns="47133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52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3" tIns="47133" rIns="94263" bIns="47133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52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9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3" tIns="47133" rIns="94263" bIns="47133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FEB6453C-91E2-453A-8CFB-E8A5E658B759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575" cy="511175"/>
          </a:xfrm>
          <a:prstGeom prst="rect">
            <a:avLst/>
          </a:prstGeom>
        </p:spPr>
        <p:txBody>
          <a:bodyPr vert="horz" lIns="94263" tIns="47133" rIns="94263" bIns="47133" rtlCol="0"/>
          <a:lstStyle>
            <a:lvl1pPr algn="l"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139" y="1"/>
            <a:ext cx="3076575" cy="511175"/>
          </a:xfrm>
          <a:prstGeom prst="rect">
            <a:avLst/>
          </a:prstGeom>
        </p:spPr>
        <p:txBody>
          <a:bodyPr vert="horz" lIns="94263" tIns="47133" rIns="94263" bIns="47133" rtlCol="0"/>
          <a:lstStyle>
            <a:lvl1pPr algn="r"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fld id="{F6709892-4A62-41CA-BB2D-19E92E32BA1A}" type="datetimeFigureOut">
              <a:rPr lang="zh-CN" altLang="en-US"/>
              <a:t>2026/10/20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63" tIns="47133" rIns="94263" bIns="47133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613" y="4859338"/>
            <a:ext cx="5680075" cy="4606925"/>
          </a:xfrm>
          <a:prstGeom prst="rect">
            <a:avLst/>
          </a:prstGeom>
        </p:spPr>
        <p:txBody>
          <a:bodyPr vert="horz" lIns="94263" tIns="47133" rIns="94263" bIns="47133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4263" tIns="47133" rIns="94263" bIns="47133" rtlCol="0" anchor="b"/>
          <a:lstStyle>
            <a:lvl1pPr algn="l"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139" y="9721850"/>
            <a:ext cx="3076575" cy="511175"/>
          </a:xfrm>
          <a:prstGeom prst="rect">
            <a:avLst/>
          </a:prstGeom>
        </p:spPr>
        <p:txBody>
          <a:bodyPr vert="horz" wrap="square" lIns="94263" tIns="47133" rIns="94263" bIns="47133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20B90B85-D45D-43B0-886B-48C061D8B8B2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73038" y="796925"/>
            <a:ext cx="7069137" cy="39766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研究对象：茶思任务中的非理想SRS/CSI与用户中心多TRP协同。本材料对应已提交代码 db9d7e3；当前另一个会话的工作区更改不包含在本材料。研究结果尚不能等同正式验收。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给出四段讲述顺序。第一部分界定困难、目标与物理网络；第二部分沿通信变量讲建模与当前求解；第三部分说明非均匀误差和现有证据；第四部分单列202610版系统方案。每段均区分原始任务、当前实现、已验证结果与研究设想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本页回答为什么研究、用什么办法、如何证明。原图：难题1、典型验收场景、用户速率协议定义。当前实现：固定服务/调度、链路非均匀条件协方差、集中式矩阵 WMMSE–ADMM。正式规模目前尚未达到停止条件。最坏情况椭球和分布式仍未实现。背景文献：Demir, Björnson, Sanguinetti, Foundations of User-Centric Cell-Free Massive MIMO, 2021, DOI 10.1561/2000000109。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回答：七站三扇区、UE 空间分布、服务关系和 CPU 分工。左图是 MATLAB 输出的真实坐标；全部210个 UE 均为独立散点，未重复画点。MATLAB lines(7)颜色按 home 所在站 S1–S7：S1蓝、S2橙、S3黄、S4紫、S5绿、S6青、S7洋红/暗红。颜色不是调度或完整服务集合。右图 UE7 的 home=T01，服务集合 T01/T02；两TRP共址，服务连线可能重合。CPU 为逻辑协调节点，不是实际部署坐标。原材料规定每小区10–20 UE、小区内均匀分布；当前10 UE/小区，总210。chasi_geometry_from_samples.m 以中心(450,450)m、外围6站距中心300m生成；每站三个 TRP 共址；UE 在每扇区25–150m环扇区，以 θ=φ_l+(v−1/2)2π/3 与 r=sqrt(rmin²+u(rmax²−rmin²))采样，因此面积均匀。25–150m边界是项目假设。home 为生成扇区，服务集合为 home 加最近活动 TRP，当前上限2。扇形不是无干扰硬覆盖。下一页沿变量看执行链。追问：紫色点是什么？是初始归属 S4 的真实 UE。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从上方依次讲输入、处理、输出：几何→真信道→观测→估计信道 Ĥ 与条件协方差 C→固定资源→集中求含幅度预编码 w→真信道评价。Htrue 用于仿真观测和最后评价，不直接给非理想优化分支。下方 UE/TRP/CPU 是当前数值实现的逻辑架构，CPU 无实际坐标；没有模拟完整前传、PUSCH/LLR/解码，也未实现 TRP 本地 ADMM。源码：chasi_run.m、chasi_generate_scene.m、chasi_matrix_wmmse.m、chasi_evaluate.m。参考图片 2.png 仅借鉴节点与带标签信息流。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回答：第六页公式是否错误、UE怎样采样。chasi_geometry_from_samples.m：七站 s_c=(450,450)m，外围 s_m=s_c+300[cos(mπ/3),sin(mπ/3)]，m=0,…,5。21TRP由repelem(site,3,1)共址生成。home=repelem((1:21),10)；θ=mod(l−1,3)2π/3+(v−1/2)2π/3，v∼U(0,1)；当前 ueSpatialSampling=area_uniform_annular_sector，r=sqrt(rmin²+u(rmax²−rmin²))，rmin25m、rmax150m。源码确实按面积均匀采样，旧linear-with-sqrt分支不是当前配置。验收图仅要求每小区10–20UE且小区内均匀分布，未指定当前环形边界或中心坐标。chasi_generate_scene.m：rxCorrelation=0.35.^abs(i−j)，rxChol=chol(rxCorrelation,lower)，truth=sqrt(gain)*rxChol*complex_normal(4,64)，后者每元素(randn+i randn)/sqrt(2)。因此 Htrue=√β Lrx Ξ、Lrx Lrxᴴ=Rrx、Ξ(a,m)∼CN(0,1)，维度4×64；原版乘法方向和维度正确，没有发现实际公式错误，本版补足缺少的定义。没有发射相关或 CDL 模型。下一页区分固定资源和优化变量。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旧候选的归一化编码含 PF 指数、连接数、调度阈值、链路/功率惩罚、rank 门限、修复功率和修复链接数。GA 对候选做选择/交叉/变异，PSO 用速度位置更新；历史评价器有自己的目标与修复逻辑。旧搜索与当前正式矩阵求解器没有默认实线调用。图中两条橙色虚线是希望将来连接的搜索配置/评价反馈。当前 b、χ、r、ν 按规则给定，只有 w 是正式数值优化量。源码 cf_search.m、cf_decode_candidate.m、cf_evaluate_candidate.m（以 db9d7e3 已提交版本为准）；正式链 chasi_run.m、chasi_matrix_wmmse.m。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回答：预编码怎样变成可评价的速率。TRP l 的 w_ljg 与 H_klg相乘，按用户中心服务掩码跨TRP相干叠加为 F_kjg∈C^{4×r_jg}；目标用户有用项 F_kkg，其他j产生干扰。Ryy含噪声、全部用户信号和统计误差∑l p_lg C_klg，维度4×4。由干扰加噪声协方差计算RSE，之后结合RB与业务交付得到体验统计，不能将SE直接当最终体验率。公式和符号来自当前源码及FORMULA_TRACE。下一页说明WMMSE更新。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外层固定当前 w 后，用估计信道和误差统计形成 F 与 Ryy，再更新 A=(Ryy)^−1 Fkk、E、Ω=E^−1，按当前效用更新 η。固定 A/Ω/η 后的 w 子问题由内层 ADMM 解。ADMM 中 A/Ω/η 不更新。返回跨组功率可行的 z 后，实际代码重算目标并可能回溯，内层残差判停与外层停止分开。源码 chasi_matrix_wmmse.m：外层约 41–100；状态更新约 380；ADMM 约 446。正式规模停止条件目前未满足。理论参考：Christensen et al., Weighted Sum-Rate Maximization Using Weighted MMSE for MIMO-BC Beamforming Design, IEEE TWC 2008, DOI 10.1109/TWC.2008.070851；Boyd et al., Distributed Optimization and Statistical Learning via ADMM, 2011, DOI 10.1561/2200000016。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源码固定 A、Ω、η，构造隐式二次算子 Q 与线性项 B；每组 CG 更新原变量 x。ρ/2 项在增广目标中，因此正规方程出现 ρI；νg 是该组跨 RB 发射权重。z 对同一 TRP 的所有资源组共同投影，使 ΣgνgΣj||w_ljg||²≤P_l；不能逐组独立投影。随后 y+=x−z 并检查原始/对偶残差与 CG 精度。输出可行 z。当前是单进程集中式实现，尚未 TRP 并行化。正式规模有触及停止上限的记录。源码 chasi_matrix_wmmse.m ADMM 段约 446–560。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输入是链路增益、SRS/CSI-RS 测量 SINR、测量年龄、行选择矩阵 P 和先验 C0=βRrx。当前等效噪声 ns,nc 已包含测量质量/年龄影响；每发射列使用同一接收侧 4×4 条件协方差 C。若无该组 SRS，省略 PᴴP/ns。求解器以 Σ_l p_lg C_klg 加入接收协方差，改变 A、E、Ω；固定这些量后的二次算子还含误差惩罚，改变 w。最后以 Htrue 独立评价。名义 C=0、统一 C、链路非均匀 C 的公平对照需固定拓扑、业务、预算、初值；尚无正向结论。确定性误差椭球需校准半径/形状，最坏情况内层未接入。源码 chasi_generate_scene.m、chasi_matrix_wmmse.m、chasi_evaluate.m。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回答：跨图使用的核心符号各表示什么，哪些有物理单位。维度r随用户与资源组变化，表中符号省略下标。Htrue/Hhat∈C^{4×64}，C、Ryy∈C^{4×4}，w∈C^{64×r}，A/F∈C^{4×r}，E/Ω∈C^{r×r}；x/z/y与w同维。ν为RB计数/权重，p和P_l按当前归一化功率制说明；SE=bit/s/Hz，Rexp依业务协议和采样规则定义。完整符号见现有FORMULA_TRACE与SYMBOLS.md。辅助索引、维度及假设可口头解释。下一页只介绍独立新版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回答：202610-系统方案v2.pdf提出了什么，当前到哪一步。椭球、功率与公平效用、组稀疏、事件触发是拟研究组合，未接入当前集中式统计误差WMMSE–ADMM。当前条件协方差C不可直接称已标定椭球；最坏情况子问题、组稀疏优化、本地TRP共识与事件触发通信未实现。椭球参考[6] Zheng et al. 2008 DOI:10.1155/2008/609028；组稀疏参考[7] Shi et al., Group Sparse Beamforming for Green Cloud-RAN, IEEE TWC 2014, DOI:10.1109/TWC.2014.040214.131770。关闭部分TRP–UE链路不等于整TRP休眠。下一页说明机制成立还要解决的数学和系统问题。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回答：新版方案要从想法走到可运行需要哪些论证。公式是目标结构示意，精确效用U、罚项系数和误差集合尚待定义。WMMSE联合问题通常非凸；固定部分变量后的子问题凸性需逐项证明。一般耦合二次项加组稀疏不能声称整个子问题一次软阈值完成。TRP本地更新与事件触发还需定义通信缓存、共识更新时序及收敛条件。更大CSI误差不必然形成更宽波束；关闭一条服务链路不等于TRP休眠。功率或消息节省比例是待实测目标。依据202610-系统方案v2.pdf以及当前代码未实现边界。[7] Shi et al. 2014用于组稀疏方法背景，不证明当前代码效果。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Relationship Id="rId3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9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27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26.png"/><Relationship Id="rId4" Type="http://schemas.openxmlformats.org/officeDocument/2006/relationships/image" Target="../media/image14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6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6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6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Master" Target="../slideMasters/slideMaster2.xml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tags" Target="../tags/tag14.xml"/><Relationship Id="rId3" Type="http://schemas.openxmlformats.org/officeDocument/2006/relationships/slideMaster" Target="../slideMasters/slideMaster2.xml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2.xml"/><Relationship Id="rId3" Type="http://schemas.openxmlformats.org/officeDocument/2006/relationships/image" Target="../media/image6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eg"/><Relationship Id="rId3" Type="http://schemas.openxmlformats.org/officeDocument/2006/relationships/image" Target="../media/image8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eg"/><Relationship Id="rId3" Type="http://schemas.openxmlformats.org/officeDocument/2006/relationships/image" Target="../media/image8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e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e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19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14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2.xml"/><Relationship Id="rId4" Type="http://schemas.openxmlformats.org/officeDocument/2006/relationships/image" Target="../media/image27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26.png"/><Relationship Id="rId4" Type="http://schemas.openxmlformats.org/officeDocument/2006/relationships/image" Target="../media/image14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6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6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6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jpeg"/><Relationship Id="rId3" Type="http://schemas.openxmlformats.org/officeDocument/2006/relationships/image" Target="../media/image4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screen"/>
          <a:srcRect r="25963"/>
          <a:stretch>
            <a:fillRect/>
          </a:stretch>
        </p:blipFill>
        <p:spPr>
          <a:xfrm>
            <a:off x="7191376" y="133072"/>
            <a:ext cx="5028334" cy="653579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549208" y="3871615"/>
            <a:ext cx="7287114" cy="781876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3549208" y="5438453"/>
            <a:ext cx="7287114" cy="41033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3549208" y="4908366"/>
            <a:ext cx="7287114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1152525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3549208" y="1484311"/>
            <a:ext cx="7287114" cy="2386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6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</a:t>
            </a:r>
            <a:endParaRPr lang="en-US" altLang="zh-CN" dirty="0"/>
          </a:p>
          <a:p>
            <a:pPr lvl="0"/>
            <a:r>
              <a:rPr lang="zh-CN" altLang="en-US" dirty="0"/>
              <a:t>输入大标题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292799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11121340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 userDrawn="1"/>
        </p:nvSpPr>
        <p:spPr>
          <a:xfrm rot="16200000">
            <a:off x="10462781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bg1">
                    <a:alpha val="5000"/>
                  </a:schemeClr>
                </a:solidFill>
              </a:rPr>
              <a:t>BEIJING INSTITUTE OF TECHNOLOGY</a:t>
            </a:r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611819" y="2031917"/>
            <a:ext cx="1732861" cy="3286784"/>
            <a:chOff x="9778366" y="1977238"/>
            <a:chExt cx="1732861" cy="3286784"/>
          </a:xfrm>
          <a:solidFill>
            <a:schemeClr val="bg1">
              <a:alpha val="5000"/>
            </a:schemeClr>
          </a:solidFill>
        </p:grpSpPr>
        <p:grpSp>
          <p:nvGrpSpPr>
            <p:cNvPr id="17" name="组合 16"/>
            <p:cNvGrpSpPr/>
            <p:nvPr/>
          </p:nvGrpSpPr>
          <p:grpSpPr>
            <a:xfrm>
              <a:off x="9778366" y="2020414"/>
              <a:ext cx="567014" cy="3193100"/>
              <a:chOff x="11305242" y="2003776"/>
              <a:chExt cx="354194" cy="1994619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1382341" y="3698614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380187" y="2628491"/>
                <a:ext cx="208353" cy="2412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8" name="组合 17"/>
            <p:cNvGrpSpPr/>
            <p:nvPr/>
          </p:nvGrpSpPr>
          <p:grpSpPr>
            <a:xfrm>
              <a:off x="10861863" y="1977238"/>
              <a:ext cx="649364" cy="3286784"/>
              <a:chOff x="10232762" y="2216649"/>
              <a:chExt cx="405635" cy="2053139"/>
            </a:xfrm>
            <a:grpFill/>
          </p:grpSpPr>
          <p:grpSp>
            <p:nvGrpSpPr>
              <p:cNvPr id="19" name="组合 18"/>
              <p:cNvGrpSpPr/>
              <p:nvPr/>
            </p:nvGrpSpPr>
            <p:grpSpPr>
              <a:xfrm>
                <a:off x="10279016" y="3306476"/>
                <a:ext cx="313128" cy="329555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10268702" y="2216649"/>
                <a:ext cx="355220" cy="448646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10332867" y="2868571"/>
                <a:ext cx="238182" cy="20533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10232762" y="3871448"/>
                <a:ext cx="405635" cy="398340"/>
                <a:chOff x="11854992" y="1994536"/>
                <a:chExt cx="405635" cy="398340"/>
              </a:xfrm>
              <a:grpFill/>
            </p:grpSpPr>
            <p:sp>
              <p:nvSpPr>
                <p:cNvPr id="23" name="Freeform 11"/>
                <p:cNvSpPr>
                  <a:spLocks noEditPoints="1"/>
                </p:cNvSpPr>
                <p:nvPr/>
              </p:nvSpPr>
              <p:spPr bwMode="auto">
                <a:xfrm>
                  <a:off x="11976099" y="1994536"/>
                  <a:ext cx="284528" cy="398340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2"/>
                <p:cNvSpPr/>
                <p:nvPr/>
              </p:nvSpPr>
              <p:spPr bwMode="auto">
                <a:xfrm>
                  <a:off x="11854992" y="2009127"/>
                  <a:ext cx="153208" cy="383749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74738" y="515429"/>
            <a:ext cx="2295327" cy="504694"/>
          </a:xfrm>
          <a:prstGeom prst="rect">
            <a:avLst/>
          </a:prstGeom>
        </p:spPr>
      </p:pic>
      <p:cxnSp>
        <p:nvCxnSpPr>
          <p:cNvPr id="42" name="直接连接符 41"/>
          <p:cNvCxnSpPr/>
          <p:nvPr userDrawn="1"/>
        </p:nvCxnSpPr>
        <p:spPr>
          <a:xfrm>
            <a:off x="2927998" y="1355988"/>
            <a:ext cx="0" cy="458984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1522544" y="1400593"/>
            <a:ext cx="0" cy="454523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4600575" y="133072"/>
            <a:ext cx="6791691" cy="6535793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16315" y="3871615"/>
            <a:ext cx="7287114" cy="781876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1216315" y="5438453"/>
            <a:ext cx="7287114" cy="41033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1216315" y="4908366"/>
            <a:ext cx="7287114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1216315" y="1484311"/>
            <a:ext cx="7287114" cy="226755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6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667561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925830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888242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9832019" y="2031917"/>
            <a:ext cx="1732861" cy="3286784"/>
            <a:chOff x="9778366" y="1977238"/>
            <a:chExt cx="1732861" cy="3286784"/>
          </a:xfrm>
          <a:solidFill>
            <a:schemeClr val="bg1">
              <a:alpha val="5000"/>
            </a:schemeClr>
          </a:solidFill>
        </p:grpSpPr>
        <p:grpSp>
          <p:nvGrpSpPr>
            <p:cNvPr id="17" name="组合 16"/>
            <p:cNvGrpSpPr/>
            <p:nvPr/>
          </p:nvGrpSpPr>
          <p:grpSpPr>
            <a:xfrm>
              <a:off x="9778366" y="2020414"/>
              <a:ext cx="567014" cy="3193100"/>
              <a:chOff x="11305242" y="2003776"/>
              <a:chExt cx="354194" cy="1994619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1382341" y="3698614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380187" y="2628491"/>
                <a:ext cx="208353" cy="2412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8" name="组合 17"/>
            <p:cNvGrpSpPr/>
            <p:nvPr/>
          </p:nvGrpSpPr>
          <p:grpSpPr>
            <a:xfrm>
              <a:off x="10861863" y="1977238"/>
              <a:ext cx="649364" cy="3286784"/>
              <a:chOff x="10232762" y="2216649"/>
              <a:chExt cx="405635" cy="2053139"/>
            </a:xfrm>
            <a:grpFill/>
          </p:grpSpPr>
          <p:grpSp>
            <p:nvGrpSpPr>
              <p:cNvPr id="19" name="组合 18"/>
              <p:cNvGrpSpPr/>
              <p:nvPr/>
            </p:nvGrpSpPr>
            <p:grpSpPr>
              <a:xfrm>
                <a:off x="10279016" y="3306476"/>
                <a:ext cx="313128" cy="329555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10268702" y="2216649"/>
                <a:ext cx="355220" cy="448646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10332867" y="2868571"/>
                <a:ext cx="238182" cy="20533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10232762" y="3871448"/>
                <a:ext cx="405635" cy="398340"/>
                <a:chOff x="11854992" y="1994536"/>
                <a:chExt cx="405635" cy="398340"/>
              </a:xfrm>
              <a:grpFill/>
            </p:grpSpPr>
            <p:sp>
              <p:nvSpPr>
                <p:cNvPr id="23" name="Freeform 11"/>
                <p:cNvSpPr>
                  <a:spLocks noEditPoints="1"/>
                </p:cNvSpPr>
                <p:nvPr/>
              </p:nvSpPr>
              <p:spPr bwMode="auto">
                <a:xfrm>
                  <a:off x="11976099" y="1994536"/>
                  <a:ext cx="284528" cy="398340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2"/>
                <p:cNvSpPr/>
                <p:nvPr/>
              </p:nvSpPr>
              <p:spPr bwMode="auto">
                <a:xfrm>
                  <a:off x="11854992" y="2009127"/>
                  <a:ext cx="153208" cy="383749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41" name="文本框 40"/>
          <p:cNvSpPr txBox="1"/>
          <p:nvPr userDrawn="1"/>
        </p:nvSpPr>
        <p:spPr>
          <a:xfrm rot="16200000">
            <a:off x="-1443469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bg1">
                    <a:alpha val="5000"/>
                  </a:schemeClr>
                </a:solidFill>
              </a:rPr>
              <a:t>BEIJING INSTITUTE OF TECHNOLOGY</a:t>
            </a: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52633" y="548450"/>
            <a:ext cx="2295327" cy="504694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666749" y="1329225"/>
            <a:ext cx="0" cy="471473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 userDrawn="1"/>
        </p:nvCxnSpPr>
        <p:spPr>
          <a:xfrm>
            <a:off x="9258300" y="1280160"/>
            <a:ext cx="0" cy="483516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244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8" name="任意多边形: 形状 39"/>
          <p:cNvSpPr/>
          <p:nvPr userDrawn="1"/>
        </p:nvSpPr>
        <p:spPr>
          <a:xfrm>
            <a:off x="221886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190500" sx="101000" sy="101000" algn="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39"/>
          <p:cNvSpPr/>
          <p:nvPr userDrawn="1"/>
        </p:nvSpPr>
        <p:spPr>
          <a:xfrm>
            <a:off x="189674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39"/>
          <p:cNvSpPr/>
          <p:nvPr userDrawn="1"/>
        </p:nvSpPr>
        <p:spPr>
          <a:xfrm>
            <a:off x="0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sx="101000" sy="101000" algn="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: 形状 74"/>
          <p:cNvSpPr/>
          <p:nvPr userDrawn="1"/>
        </p:nvSpPr>
        <p:spPr>
          <a:xfrm flipV="1">
            <a:off x="660400" y="3829587"/>
            <a:ext cx="6489382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标题 47"/>
          <p:cNvSpPr>
            <a:spLocks noGrp="1"/>
          </p:cNvSpPr>
          <p:nvPr>
            <p:ph type="title" hasCustomPrompt="1"/>
          </p:nvPr>
        </p:nvSpPr>
        <p:spPr>
          <a:xfrm>
            <a:off x="630418" y="2616692"/>
            <a:ext cx="7055958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13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654709" y="2352090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14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655638" y="4304189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74450" y="318256"/>
            <a:ext cx="1899117" cy="792864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400" b="1" i="0" spc="100" dirty="0">
                <a:solidFill>
                  <a:schemeClr val="accent3"/>
                </a:solidFill>
                <a:latin typeface="+mn-ea"/>
              </a:rPr>
              <a:t>◀ BIT</a:t>
            </a:r>
            <a:r>
              <a:rPr lang="en-US" altLang="zh-CN" sz="2400" b="1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2400" b="1" i="0" spc="100" dirty="0">
                <a:solidFill>
                  <a:schemeClr val="accent3"/>
                </a:solidFill>
                <a:latin typeface="+mn-ea"/>
              </a:rPr>
              <a:t>▶</a:t>
            </a:r>
            <a:endParaRPr lang="zh-CN" altLang="en-US" sz="2400" b="1" i="0" spc="100" dirty="0">
              <a:solidFill>
                <a:schemeClr val="accent3"/>
              </a:solidFill>
              <a:latin typeface="+mn-ea"/>
            </a:endParaRPr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50894" y="-774608"/>
            <a:ext cx="7885491" cy="758838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8250874" y="2196869"/>
            <a:ext cx="3243162" cy="2464261"/>
          </a:xfrm>
          <a:prstGeom prst="rect">
            <a:avLst/>
          </a:prstGeom>
        </p:spPr>
      </p:pic>
      <p:grpSp>
        <p:nvGrpSpPr>
          <p:cNvPr id="24" name="组合 23"/>
          <p:cNvGrpSpPr/>
          <p:nvPr userDrawn="1"/>
        </p:nvGrpSpPr>
        <p:grpSpPr>
          <a:xfrm>
            <a:off x="671368" y="6083135"/>
            <a:ext cx="2542613" cy="276499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25" name="组合 24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3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1" name="组合 4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4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4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6" name="组合 25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27" name="组合 26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3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3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" name="组合 28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3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0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A-矩形 7"/>
          <p:cNvSpPr/>
          <p:nvPr userDrawn="1">
            <p:custDataLst>
              <p:tags r:id="rId1"/>
            </p:custDataLst>
          </p:nvPr>
        </p:nvSpPr>
        <p:spPr>
          <a:xfrm>
            <a:off x="11373037" y="1"/>
            <a:ext cx="818963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37938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137303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2610651" y="161103"/>
            <a:ext cx="6791691" cy="6535792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1504950"/>
            <a:ext cx="12192000" cy="3848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1" name="任意多边形: 形状 30"/>
          <p:cNvSpPr/>
          <p:nvPr userDrawn="1"/>
        </p:nvSpPr>
        <p:spPr>
          <a:xfrm flipV="1">
            <a:off x="5143364" y="3786901"/>
            <a:ext cx="6236023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48" name="标题 47"/>
          <p:cNvSpPr>
            <a:spLocks noGrp="1"/>
          </p:cNvSpPr>
          <p:nvPr>
            <p:ph type="title" hasCustomPrompt="1"/>
          </p:nvPr>
        </p:nvSpPr>
        <p:spPr>
          <a:xfrm>
            <a:off x="5113420" y="2558484"/>
            <a:ext cx="6236023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60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5137014" y="2329801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38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5143364" y="4198880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1111261" y="2359437"/>
            <a:ext cx="2855386" cy="216961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" name="任意多边形: 形状 118"/>
          <p:cNvSpPr/>
          <p:nvPr userDrawn="1"/>
        </p:nvSpPr>
        <p:spPr>
          <a:xfrm rot="1916941">
            <a:off x="-628945" y="-604401"/>
            <a:ext cx="12918999" cy="10347422"/>
          </a:xfrm>
          <a:custGeom>
            <a:avLst/>
            <a:gdLst>
              <a:gd name="connsiteX0" fmla="*/ 3910821 w 12918999"/>
              <a:gd name="connsiteY0" fmla="*/ 3392979 h 10347422"/>
              <a:gd name="connsiteX1" fmla="*/ 10262073 w 12918999"/>
              <a:gd name="connsiteY1" fmla="*/ 135295 h 10347422"/>
              <a:gd name="connsiteX2" fmla="*/ 10593809 w 12918999"/>
              <a:gd name="connsiteY2" fmla="*/ 0 h 10347422"/>
              <a:gd name="connsiteX3" fmla="*/ 12918999 w 12918999"/>
              <a:gd name="connsiteY3" fmla="*/ 3728462 h 10347422"/>
              <a:gd name="connsiteX4" fmla="*/ 11966464 w 12918999"/>
              <a:gd name="connsiteY4" fmla="*/ 4224159 h 10347422"/>
              <a:gd name="connsiteX5" fmla="*/ 3050273 w 12918999"/>
              <a:gd name="connsiteY5" fmla="*/ 10050202 h 10347422"/>
              <a:gd name="connsiteX6" fmla="*/ 2678241 w 12918999"/>
              <a:gd name="connsiteY6" fmla="*/ 10347422 h 10347422"/>
              <a:gd name="connsiteX7" fmla="*/ 0 w 12918999"/>
              <a:gd name="connsiteY7" fmla="*/ 6052840 h 10347422"/>
              <a:gd name="connsiteX8" fmla="*/ 4301 w 12918999"/>
              <a:gd name="connsiteY8" fmla="*/ 6049545 h 10347422"/>
              <a:gd name="connsiteX9" fmla="*/ 3049697 w 12918999"/>
              <a:gd name="connsiteY9" fmla="*/ 3931365 h 10347422"/>
              <a:gd name="connsiteX10" fmla="*/ 3910821 w 12918999"/>
              <a:gd name="connsiteY10" fmla="*/ 3392979 h 10347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918999" h="10347422">
                <a:moveTo>
                  <a:pt x="3910821" y="3392979"/>
                </a:moveTo>
                <a:cubicBezTo>
                  <a:pt x="5934272" y="2157348"/>
                  <a:pt x="8056184" y="1066634"/>
                  <a:pt x="10262073" y="135295"/>
                </a:cubicBezTo>
                <a:lnTo>
                  <a:pt x="10593809" y="0"/>
                </a:lnTo>
                <a:lnTo>
                  <a:pt x="12918999" y="3728462"/>
                </a:lnTo>
                <a:lnTo>
                  <a:pt x="11966464" y="4224159"/>
                </a:lnTo>
                <a:cubicBezTo>
                  <a:pt x="8816355" y="5904658"/>
                  <a:pt x="5833798" y="7857148"/>
                  <a:pt x="3050273" y="10050202"/>
                </a:cubicBezTo>
                <a:lnTo>
                  <a:pt x="2678241" y="10347422"/>
                </a:lnTo>
                <a:lnTo>
                  <a:pt x="0" y="6052840"/>
                </a:lnTo>
                <a:lnTo>
                  <a:pt x="4301" y="6049545"/>
                </a:lnTo>
                <a:cubicBezTo>
                  <a:pt x="990558" y="5305797"/>
                  <a:pt x="2006380" y="4599047"/>
                  <a:pt x="3049697" y="3931365"/>
                </a:cubicBezTo>
                <a:cubicBezTo>
                  <a:pt x="3334701" y="3748973"/>
                  <a:pt x="3621756" y="3569497"/>
                  <a:pt x="3910821" y="3392979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06" name="任意多边形: 形状 105"/>
          <p:cNvSpPr/>
          <p:nvPr userDrawn="1"/>
        </p:nvSpPr>
        <p:spPr>
          <a:xfrm rot="2885786">
            <a:off x="1087929" y="-2969595"/>
            <a:ext cx="10843749" cy="12155155"/>
          </a:xfrm>
          <a:custGeom>
            <a:avLst/>
            <a:gdLst>
              <a:gd name="connsiteX0" fmla="*/ 6051751 w 10843749"/>
              <a:gd name="connsiteY0" fmla="*/ 1433305 h 12155155"/>
              <a:gd name="connsiteX1" fmla="*/ 6837805 w 10843749"/>
              <a:gd name="connsiteY1" fmla="*/ 587393 h 12155155"/>
              <a:gd name="connsiteX2" fmla="*/ 7410328 w 10843749"/>
              <a:gd name="connsiteY2" fmla="*/ 0 h 12155155"/>
              <a:gd name="connsiteX3" fmla="*/ 10843749 w 10843749"/>
              <a:gd name="connsiteY3" fmla="*/ 3081016 h 12155155"/>
              <a:gd name="connsiteX4" fmla="*/ 2700969 w 10843749"/>
              <a:gd name="connsiteY4" fmla="*/ 12155155 h 12155155"/>
              <a:gd name="connsiteX5" fmla="*/ 0 w 10843749"/>
              <a:gd name="connsiteY5" fmla="*/ 9731411 h 12155155"/>
              <a:gd name="connsiteX6" fmla="*/ 261077 w 10843749"/>
              <a:gd name="connsiteY6" fmla="*/ 9278934 h 12155155"/>
              <a:gd name="connsiteX7" fmla="*/ 6051751 w 10843749"/>
              <a:gd name="connsiteY7" fmla="*/ 1433305 h 1215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43749" h="12155155">
                <a:moveTo>
                  <a:pt x="6051751" y="1433305"/>
                </a:moveTo>
                <a:cubicBezTo>
                  <a:pt x="6310424" y="1148193"/>
                  <a:pt x="6572461" y="866201"/>
                  <a:pt x="6837805" y="587393"/>
                </a:cubicBezTo>
                <a:lnTo>
                  <a:pt x="7410328" y="0"/>
                </a:lnTo>
                <a:lnTo>
                  <a:pt x="10843749" y="3081016"/>
                </a:lnTo>
                <a:lnTo>
                  <a:pt x="2700969" y="12155155"/>
                </a:lnTo>
                <a:lnTo>
                  <a:pt x="0" y="9731411"/>
                </a:lnTo>
                <a:lnTo>
                  <a:pt x="261077" y="9278934"/>
                </a:lnTo>
                <a:cubicBezTo>
                  <a:pt x="1926385" y="6466781"/>
                  <a:pt x="3869211" y="3838947"/>
                  <a:pt x="6051751" y="1433305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8" name="任意多边形: 形状 117"/>
          <p:cNvSpPr/>
          <p:nvPr userDrawn="1"/>
        </p:nvSpPr>
        <p:spPr>
          <a:xfrm rot="1846855">
            <a:off x="-307281" y="-539696"/>
            <a:ext cx="12650822" cy="11532482"/>
          </a:xfrm>
          <a:custGeom>
            <a:avLst/>
            <a:gdLst>
              <a:gd name="connsiteX0" fmla="*/ 7956679 w 12650822"/>
              <a:gd name="connsiteY0" fmla="*/ 1195248 h 11532482"/>
              <a:gd name="connsiteX1" fmla="*/ 9978822 w 12650822"/>
              <a:gd name="connsiteY1" fmla="*/ 62012 h 11532482"/>
              <a:gd name="connsiteX2" fmla="*/ 10098991 w 12650822"/>
              <a:gd name="connsiteY2" fmla="*/ 0 h 11532482"/>
              <a:gd name="connsiteX3" fmla="*/ 12650822 w 12650822"/>
              <a:gd name="connsiteY3" fmla="*/ 4283979 h 11532482"/>
              <a:gd name="connsiteX4" fmla="*/ 12245569 w 12650822"/>
              <a:gd name="connsiteY4" fmla="*/ 4531370 h 11532482"/>
              <a:gd name="connsiteX5" fmla="*/ 3166697 w 12650822"/>
              <a:gd name="connsiteY5" fmla="*/ 11321300 h 11532482"/>
              <a:gd name="connsiteX6" fmla="*/ 2933905 w 12650822"/>
              <a:gd name="connsiteY6" fmla="*/ 11532482 h 11532482"/>
              <a:gd name="connsiteX7" fmla="*/ 1718627 w 12650822"/>
              <a:gd name="connsiteY7" fmla="*/ 9865697 h 11532482"/>
              <a:gd name="connsiteX8" fmla="*/ 0 w 12650822"/>
              <a:gd name="connsiteY8" fmla="*/ 6980488 h 11532482"/>
              <a:gd name="connsiteX9" fmla="*/ 22022 w 12650822"/>
              <a:gd name="connsiteY9" fmla="*/ 6960742 h 11532482"/>
              <a:gd name="connsiteX10" fmla="*/ 4718407 w 12650822"/>
              <a:gd name="connsiteY10" fmla="*/ 3273000 h 11532482"/>
              <a:gd name="connsiteX11" fmla="*/ 7956679 w 12650822"/>
              <a:gd name="connsiteY11" fmla="*/ 1195248 h 11532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650822" h="11532482">
                <a:moveTo>
                  <a:pt x="7956679" y="1195248"/>
                </a:moveTo>
                <a:cubicBezTo>
                  <a:pt x="8621077" y="803084"/>
                  <a:pt x="9295272" y="425195"/>
                  <a:pt x="9978822" y="62012"/>
                </a:cubicBezTo>
                <a:lnTo>
                  <a:pt x="10098991" y="0"/>
                </a:lnTo>
                <a:lnTo>
                  <a:pt x="12650822" y="4283979"/>
                </a:lnTo>
                <a:lnTo>
                  <a:pt x="12245569" y="4531370"/>
                </a:lnTo>
                <a:cubicBezTo>
                  <a:pt x="9012618" y="6531229"/>
                  <a:pt x="5974903" y="8805712"/>
                  <a:pt x="3166697" y="11321300"/>
                </a:cubicBezTo>
                <a:lnTo>
                  <a:pt x="2933905" y="11532482"/>
                </a:lnTo>
                <a:lnTo>
                  <a:pt x="1718627" y="9865697"/>
                </a:lnTo>
                <a:lnTo>
                  <a:pt x="0" y="6980488"/>
                </a:lnTo>
                <a:lnTo>
                  <a:pt x="22022" y="6960742"/>
                </a:lnTo>
                <a:cubicBezTo>
                  <a:pt x="1511041" y="5644986"/>
                  <a:pt x="3079104" y="4413194"/>
                  <a:pt x="4718407" y="3273000"/>
                </a:cubicBezTo>
                <a:cubicBezTo>
                  <a:pt x="5769244" y="2542106"/>
                  <a:pt x="6849352" y="1848853"/>
                  <a:pt x="7956679" y="1195248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3000"/>
                </a:schemeClr>
              </a:gs>
              <a:gs pos="100000">
                <a:schemeClr val="accent2">
                  <a:alpha val="1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9" name="任意多边形: 形状 83"/>
          <p:cNvSpPr/>
          <p:nvPr userDrawn="1"/>
        </p:nvSpPr>
        <p:spPr>
          <a:xfrm>
            <a:off x="-1" y="2998308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50" name="任意多边形: 形状 83"/>
          <p:cNvSpPr/>
          <p:nvPr userDrawn="1"/>
        </p:nvSpPr>
        <p:spPr>
          <a:xfrm>
            <a:off x="-2" y="3019587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102" name="任意多边形: 形状 101"/>
          <p:cNvSpPr/>
          <p:nvPr userDrawn="1"/>
        </p:nvSpPr>
        <p:spPr>
          <a:xfrm rot="2676034">
            <a:off x="-1681418" y="5021332"/>
            <a:ext cx="3362838" cy="3410056"/>
          </a:xfrm>
          <a:custGeom>
            <a:avLst/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4" name="任意多边形: 形状 83"/>
          <p:cNvSpPr/>
          <p:nvPr userDrawn="1"/>
        </p:nvSpPr>
        <p:spPr>
          <a:xfrm>
            <a:off x="0" y="3201986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48" name="标题 47"/>
          <p:cNvSpPr>
            <a:spLocks noGrp="1"/>
          </p:cNvSpPr>
          <p:nvPr userDrawn="1">
            <p:ph type="title" hasCustomPrompt="1"/>
          </p:nvPr>
        </p:nvSpPr>
        <p:spPr>
          <a:xfrm>
            <a:off x="515939" y="3758091"/>
            <a:ext cx="11160124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ctr">
              <a:lnSpc>
                <a:spcPct val="100000"/>
              </a:lnSpc>
              <a:defRPr lang="zh-CN" altLang="en-US" sz="4000" b="1" spc="100" dirty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北京理工大学</a:t>
            </a:r>
            <a:br>
              <a:rPr lang="zh-CN" altLang="en-US" dirty="0"/>
            </a:br>
            <a:r>
              <a:rPr lang="zh-CN" altLang="en-US" dirty="0"/>
              <a:t>毕业设计论文答辩模板</a:t>
            </a:r>
          </a:p>
        </p:txBody>
      </p:sp>
      <p:sp>
        <p:nvSpPr>
          <p:cNvPr id="38" name="文本占位符 53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063320" y="5540739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 algn="ctr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2108522" y="5295418"/>
            <a:ext cx="797495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3866200" y="944838"/>
            <a:ext cx="4510874" cy="1262604"/>
          </a:xfrm>
          <a:prstGeom prst="rect">
            <a:avLst/>
          </a:prstGeom>
        </p:spPr>
      </p:pic>
      <p:sp>
        <p:nvSpPr>
          <p:cNvPr id="51" name="文本框 50"/>
          <p:cNvSpPr txBox="1"/>
          <p:nvPr userDrawn="1"/>
        </p:nvSpPr>
        <p:spPr>
          <a:xfrm>
            <a:off x="150844" y="608868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i="0" spc="100" dirty="0">
                <a:solidFill>
                  <a:schemeClr val="accent3"/>
                </a:solidFill>
                <a:latin typeface="+mn-ea"/>
                <a:ea typeface="+mn-ea"/>
              </a:rPr>
              <a:t>BIT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|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SINCE 1940</a:t>
            </a:r>
            <a:endParaRPr lang="zh-CN" altLang="en-US" sz="1400" b="1" i="0" spc="100" dirty="0">
              <a:solidFill>
                <a:schemeClr val="accent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52" name="组合 51"/>
          <p:cNvGrpSpPr/>
          <p:nvPr userDrawn="1"/>
        </p:nvGrpSpPr>
        <p:grpSpPr>
          <a:xfrm>
            <a:off x="10083479" y="6315185"/>
            <a:ext cx="1765866" cy="192031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53" name="组合 5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91" name="组合 9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9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9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4" name="组合 5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55" name="组合 5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8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6" name="组合 5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8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6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5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2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任意多边形: 形状 19"/>
          <p:cNvSpPr/>
          <p:nvPr userDrawn="1"/>
        </p:nvSpPr>
        <p:spPr>
          <a:xfrm flipH="1" flipV="1">
            <a:off x="4442085" y="3759199"/>
            <a:ext cx="3307830" cy="2335892"/>
          </a:xfrm>
          <a:custGeom>
            <a:avLst/>
            <a:gdLst>
              <a:gd name="connsiteX0" fmla="*/ 3162300 w 3162300"/>
              <a:gd name="connsiteY0" fmla="*/ 2147409 h 2147409"/>
              <a:gd name="connsiteX1" fmla="*/ 0 w 3162300"/>
              <a:gd name="connsiteY1" fmla="*/ 2147409 h 2147409"/>
              <a:gd name="connsiteX2" fmla="*/ 0 w 3162300"/>
              <a:gd name="connsiteY2" fmla="*/ 1565265 h 2147409"/>
              <a:gd name="connsiteX3" fmla="*/ 0 w 3162300"/>
              <a:gd name="connsiteY3" fmla="*/ 1544697 h 2147409"/>
              <a:gd name="connsiteX4" fmla="*/ 0 w 3162300"/>
              <a:gd name="connsiteY4" fmla="*/ 0 h 2147409"/>
              <a:gd name="connsiteX5" fmla="*/ 1585774 w 3162300"/>
              <a:gd name="connsiteY5" fmla="*/ 1112898 h 2147409"/>
              <a:gd name="connsiteX6" fmla="*/ 3162300 w 3162300"/>
              <a:gd name="connsiteY6" fmla="*/ 0 h 2147409"/>
              <a:gd name="connsiteX7" fmla="*/ 3162300 w 3162300"/>
              <a:gd name="connsiteY7" fmla="*/ 1544697 h 2147409"/>
              <a:gd name="connsiteX8" fmla="*/ 3162300 w 3162300"/>
              <a:gd name="connsiteY8" fmla="*/ 1565265 h 2147409"/>
              <a:gd name="connsiteX0-1" fmla="*/ 0 w 3162300"/>
              <a:gd name="connsiteY0-2" fmla="*/ 2147409 h 2238849"/>
              <a:gd name="connsiteX1-3" fmla="*/ 0 w 3162300"/>
              <a:gd name="connsiteY1-4" fmla="*/ 1565265 h 2238849"/>
              <a:gd name="connsiteX2-5" fmla="*/ 0 w 3162300"/>
              <a:gd name="connsiteY2-6" fmla="*/ 1544697 h 2238849"/>
              <a:gd name="connsiteX3-7" fmla="*/ 0 w 3162300"/>
              <a:gd name="connsiteY3-8" fmla="*/ 0 h 2238849"/>
              <a:gd name="connsiteX4-9" fmla="*/ 1585774 w 3162300"/>
              <a:gd name="connsiteY4-10" fmla="*/ 1112898 h 2238849"/>
              <a:gd name="connsiteX5-11" fmla="*/ 3162300 w 3162300"/>
              <a:gd name="connsiteY5-12" fmla="*/ 0 h 2238849"/>
              <a:gd name="connsiteX6-13" fmla="*/ 3162300 w 3162300"/>
              <a:gd name="connsiteY6-14" fmla="*/ 1544697 h 2238849"/>
              <a:gd name="connsiteX7-15" fmla="*/ 3162300 w 3162300"/>
              <a:gd name="connsiteY7-16" fmla="*/ 1565265 h 2238849"/>
              <a:gd name="connsiteX8-17" fmla="*/ 3162300 w 3162300"/>
              <a:gd name="connsiteY8-18" fmla="*/ 2147409 h 2238849"/>
              <a:gd name="connsiteX9" fmla="*/ 91440 w 3162300"/>
              <a:gd name="connsiteY9" fmla="*/ 2238849 h 2238849"/>
              <a:gd name="connsiteX0-19" fmla="*/ 0 w 3162300"/>
              <a:gd name="connsiteY0-20" fmla="*/ 2147409 h 2147409"/>
              <a:gd name="connsiteX1-21" fmla="*/ 0 w 3162300"/>
              <a:gd name="connsiteY1-22" fmla="*/ 1565265 h 2147409"/>
              <a:gd name="connsiteX2-23" fmla="*/ 0 w 3162300"/>
              <a:gd name="connsiteY2-24" fmla="*/ 1544697 h 2147409"/>
              <a:gd name="connsiteX3-25" fmla="*/ 0 w 3162300"/>
              <a:gd name="connsiteY3-26" fmla="*/ 0 h 2147409"/>
              <a:gd name="connsiteX4-27" fmla="*/ 1585774 w 3162300"/>
              <a:gd name="connsiteY4-28" fmla="*/ 1112898 h 2147409"/>
              <a:gd name="connsiteX5-29" fmla="*/ 3162300 w 3162300"/>
              <a:gd name="connsiteY5-30" fmla="*/ 0 h 2147409"/>
              <a:gd name="connsiteX6-31" fmla="*/ 3162300 w 3162300"/>
              <a:gd name="connsiteY6-32" fmla="*/ 1544697 h 2147409"/>
              <a:gd name="connsiteX7-33" fmla="*/ 3162300 w 3162300"/>
              <a:gd name="connsiteY7-34" fmla="*/ 1565265 h 2147409"/>
              <a:gd name="connsiteX8-35" fmla="*/ 3162300 w 3162300"/>
              <a:gd name="connsiteY8-36" fmla="*/ 2147409 h 214740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3162300" h="2147409">
                <a:moveTo>
                  <a:pt x="0" y="2147409"/>
                </a:moveTo>
                <a:lnTo>
                  <a:pt x="0" y="1565265"/>
                </a:lnTo>
                <a:lnTo>
                  <a:pt x="0" y="1544697"/>
                </a:lnTo>
                <a:lnTo>
                  <a:pt x="0" y="0"/>
                </a:lnTo>
                <a:lnTo>
                  <a:pt x="1585774" y="1112898"/>
                </a:lnTo>
                <a:lnTo>
                  <a:pt x="3162300" y="0"/>
                </a:lnTo>
                <a:lnTo>
                  <a:pt x="3162300" y="1544697"/>
                </a:lnTo>
                <a:lnTo>
                  <a:pt x="3162300" y="1565265"/>
                </a:lnTo>
                <a:lnTo>
                  <a:pt x="3162300" y="2147409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矩形 3"/>
          <p:cNvSpPr/>
          <p:nvPr userDrawn="1"/>
        </p:nvSpPr>
        <p:spPr>
          <a:xfrm>
            <a:off x="4442085" y="1015093"/>
            <a:ext cx="3307830" cy="1428368"/>
          </a:xfrm>
          <a:custGeom>
            <a:avLst/>
            <a:gdLst>
              <a:gd name="connsiteX0" fmla="*/ 0 w 3162300"/>
              <a:gd name="connsiteY0" fmla="*/ 0 h 1871961"/>
              <a:gd name="connsiteX1" fmla="*/ 3162300 w 3162300"/>
              <a:gd name="connsiteY1" fmla="*/ 0 h 1871961"/>
              <a:gd name="connsiteX2" fmla="*/ 3162300 w 3162300"/>
              <a:gd name="connsiteY2" fmla="*/ 1871961 h 1871961"/>
              <a:gd name="connsiteX3" fmla="*/ 0 w 3162300"/>
              <a:gd name="connsiteY3" fmla="*/ 1871961 h 1871961"/>
              <a:gd name="connsiteX4" fmla="*/ 0 w 3162300"/>
              <a:gd name="connsiteY4" fmla="*/ 0 h 1871961"/>
              <a:gd name="connsiteX0-1" fmla="*/ 0 w 3162300"/>
              <a:gd name="connsiteY0-2" fmla="*/ 1871961 h 1963401"/>
              <a:gd name="connsiteX1-3" fmla="*/ 0 w 3162300"/>
              <a:gd name="connsiteY1-4" fmla="*/ 0 h 1963401"/>
              <a:gd name="connsiteX2-5" fmla="*/ 3162300 w 3162300"/>
              <a:gd name="connsiteY2-6" fmla="*/ 0 h 1963401"/>
              <a:gd name="connsiteX3-7" fmla="*/ 3162300 w 3162300"/>
              <a:gd name="connsiteY3-8" fmla="*/ 1871961 h 1963401"/>
              <a:gd name="connsiteX4-9" fmla="*/ 91440 w 3162300"/>
              <a:gd name="connsiteY4-10" fmla="*/ 1963401 h 1963401"/>
              <a:gd name="connsiteX0-11" fmla="*/ 0 w 3162300"/>
              <a:gd name="connsiteY0-12" fmla="*/ 1871961 h 1871961"/>
              <a:gd name="connsiteX1-13" fmla="*/ 0 w 3162300"/>
              <a:gd name="connsiteY1-14" fmla="*/ 0 h 1871961"/>
              <a:gd name="connsiteX2-15" fmla="*/ 3162300 w 3162300"/>
              <a:gd name="connsiteY2-16" fmla="*/ 0 h 1871961"/>
              <a:gd name="connsiteX3-17" fmla="*/ 3162300 w 3162300"/>
              <a:gd name="connsiteY3-18" fmla="*/ 1871961 h 18719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162300" h="1871961">
                <a:moveTo>
                  <a:pt x="0" y="1871961"/>
                </a:moveTo>
                <a:lnTo>
                  <a:pt x="0" y="0"/>
                </a:lnTo>
                <a:lnTo>
                  <a:pt x="3162300" y="0"/>
                </a:lnTo>
                <a:lnTo>
                  <a:pt x="3162300" y="1871961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flipV="1">
            <a:off x="6007269" y="3832178"/>
            <a:ext cx="177462" cy="152984"/>
          </a:xfrm>
          <a:prstGeom prst="triangle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4974749" y="1401223"/>
            <a:ext cx="2256308" cy="63154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28" r="23340"/>
          <a:stretch>
            <a:fillRect/>
          </a:stretch>
        </p:blipFill>
        <p:spPr>
          <a:xfrm>
            <a:off x="4303956" y="0"/>
            <a:ext cx="7888043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706026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5573" r="198"/>
          <a:stretch>
            <a:fillRect/>
          </a:stretch>
        </p:blipFill>
        <p:spPr>
          <a:xfrm>
            <a:off x="0" y="0"/>
            <a:ext cx="8678174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9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7382858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4768810" y="7452"/>
            <a:ext cx="7423189" cy="6850548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706026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-10414" y="0"/>
            <a:ext cx="8336943" cy="686004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10414" y="0"/>
            <a:ext cx="12202413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7382858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6352" y="0"/>
            <a:ext cx="12198351" cy="5024521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6351" y="0"/>
            <a:ext cx="12198349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0"/>
                </a:schemeClr>
              </a:gs>
              <a:gs pos="66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4550546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7223405" y="2402693"/>
            <a:ext cx="4785100" cy="47749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4" cstate="screen"/>
          <a:srcRect l="6610" b="12305"/>
          <a:stretch>
            <a:fillRect/>
          </a:stretch>
        </p:blipFill>
        <p:spPr>
          <a:xfrm>
            <a:off x="14873" y="5340546"/>
            <a:ext cx="6018099" cy="151836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4" cstate="screen"/>
          <a:srcRect l="6610" b="12305"/>
          <a:stretch>
            <a:fillRect/>
          </a:stretch>
        </p:blipFill>
        <p:spPr>
          <a:xfrm flipH="1">
            <a:off x="6154789" y="5340546"/>
            <a:ext cx="6018099" cy="15183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5018002" y="2568943"/>
            <a:ext cx="2143294" cy="59991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590249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bg1">
                  <a:alpha val="30000"/>
                </a:schemeClr>
              </a:gs>
              <a:gs pos="6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4626145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screen"/>
          <a:srcRect l="6610" b="12305"/>
          <a:stretch>
            <a:fillRect/>
          </a:stretch>
        </p:blipFill>
        <p:spPr>
          <a:xfrm flipV="1">
            <a:off x="14873" y="-15231"/>
            <a:ext cx="6018099" cy="151836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3" cstate="screen"/>
          <a:srcRect l="6610" b="12305"/>
          <a:stretch>
            <a:fillRect/>
          </a:stretch>
        </p:blipFill>
        <p:spPr>
          <a:xfrm flipH="1" flipV="1">
            <a:off x="6154789" y="-15231"/>
            <a:ext cx="6018099" cy="151836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5018002" y="2577573"/>
            <a:ext cx="2143294" cy="599913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3040886" y="5719548"/>
            <a:ext cx="6136451" cy="681262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9000"/>
                </a:schemeClr>
              </a:gs>
              <a:gs pos="0">
                <a:schemeClr val="bg1">
                  <a:alpha val="3000"/>
                </a:schemeClr>
              </a:gs>
            </a:gsLst>
            <a:lin ang="16200000" scaled="1"/>
            <a:tileRect/>
          </a:gradFill>
        </p:grpSpPr>
        <p:grpSp>
          <p:nvGrpSpPr>
            <p:cNvPr id="18" name="组合 17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9" name="组合 18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20" name="组合 19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3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-2924"/>
            <a:ext cx="12193057" cy="3633531"/>
          </a:xfrm>
          <a:prstGeom prst="rect">
            <a:avLst/>
          </a:prstGeom>
        </p:spPr>
      </p:pic>
      <p:sp>
        <p:nvSpPr>
          <p:cNvPr id="37" name="任意形状 36"/>
          <p:cNvSpPr/>
          <p:nvPr userDrawn="1"/>
        </p:nvSpPr>
        <p:spPr>
          <a:xfrm>
            <a:off x="-134112" y="-106934"/>
            <a:ext cx="12468264" cy="3829332"/>
          </a:xfrm>
          <a:custGeom>
            <a:avLst/>
            <a:gdLst>
              <a:gd name="connsiteX0" fmla="*/ 0 w 12192000"/>
              <a:gd name="connsiteY0" fmla="*/ 0 h 3632200"/>
              <a:gd name="connsiteX1" fmla="*/ 12192000 w 12192000"/>
              <a:gd name="connsiteY1" fmla="*/ 0 h 3632200"/>
              <a:gd name="connsiteX2" fmla="*/ 12192000 w 12192000"/>
              <a:gd name="connsiteY2" fmla="*/ 2602097 h 3632200"/>
              <a:gd name="connsiteX3" fmla="*/ 11858362 w 12192000"/>
              <a:gd name="connsiteY3" fmla="*/ 2747371 h 3632200"/>
              <a:gd name="connsiteX4" fmla="*/ 6859519 w 12192000"/>
              <a:gd name="connsiteY4" fmla="*/ 3619648 h 3632200"/>
              <a:gd name="connsiteX5" fmla="*/ 6096062 w 12192000"/>
              <a:gd name="connsiteY5" fmla="*/ 3632200 h 3632200"/>
              <a:gd name="connsiteX6" fmla="*/ 6095939 w 12192000"/>
              <a:gd name="connsiteY6" fmla="*/ 3632200 h 3632200"/>
              <a:gd name="connsiteX7" fmla="*/ 5332482 w 12192000"/>
              <a:gd name="connsiteY7" fmla="*/ 3619648 h 3632200"/>
              <a:gd name="connsiteX8" fmla="*/ 333638 w 12192000"/>
              <a:gd name="connsiteY8" fmla="*/ 2747371 h 3632200"/>
              <a:gd name="connsiteX9" fmla="*/ 0 w 12192000"/>
              <a:gd name="connsiteY9" fmla="*/ 2602097 h 363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32200">
                <a:moveTo>
                  <a:pt x="0" y="0"/>
                </a:moveTo>
                <a:lnTo>
                  <a:pt x="12192000" y="0"/>
                </a:lnTo>
                <a:lnTo>
                  <a:pt x="12192000" y="2602097"/>
                </a:lnTo>
                <a:lnTo>
                  <a:pt x="11858362" y="2747371"/>
                </a:lnTo>
                <a:cubicBezTo>
                  <a:pt x="10640880" y="3227716"/>
                  <a:pt x="8867829" y="3553239"/>
                  <a:pt x="6859519" y="3619648"/>
                </a:cubicBezTo>
                <a:lnTo>
                  <a:pt x="6096062" y="3632200"/>
                </a:lnTo>
                <a:lnTo>
                  <a:pt x="6095939" y="3632200"/>
                </a:lnTo>
                <a:lnTo>
                  <a:pt x="5332482" y="3619648"/>
                </a:lnTo>
                <a:cubicBezTo>
                  <a:pt x="3324171" y="3553239"/>
                  <a:pt x="1551120" y="3227716"/>
                  <a:pt x="333638" y="2747371"/>
                </a:cubicBezTo>
                <a:lnTo>
                  <a:pt x="0" y="2602097"/>
                </a:lnTo>
                <a:close/>
              </a:path>
            </a:pathLst>
          </a:cu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0" y="0"/>
            <a:ext cx="12192000" cy="16328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 fontScale="25000" lnSpcReduction="20000"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502191" y="3048198"/>
            <a:ext cx="1193467" cy="1192626"/>
          </a:xfrm>
          <a:prstGeom prst="rect">
            <a:avLst/>
          </a:prstGeom>
        </p:spPr>
      </p:pic>
      <p:sp>
        <p:nvSpPr>
          <p:cNvPr id="43" name="文本框 42"/>
          <p:cNvSpPr txBox="1"/>
          <p:nvPr userDrawn="1"/>
        </p:nvSpPr>
        <p:spPr>
          <a:xfrm>
            <a:off x="150844" y="617414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i="0" spc="100" dirty="0">
                <a:solidFill>
                  <a:schemeClr val="accent3"/>
                </a:solidFill>
                <a:latin typeface="+mn-ea"/>
                <a:ea typeface="+mn-ea"/>
              </a:rPr>
              <a:t>BIT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|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SINCE 1940</a:t>
            </a:r>
            <a:endParaRPr lang="zh-CN" altLang="en-US" sz="1400" b="1" i="0" spc="100" dirty="0">
              <a:solidFill>
                <a:schemeClr val="accent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44" name="组合 43"/>
          <p:cNvGrpSpPr/>
          <p:nvPr userDrawn="1"/>
        </p:nvGrpSpPr>
        <p:grpSpPr>
          <a:xfrm>
            <a:off x="10083479" y="6400645"/>
            <a:ext cx="1765866" cy="192031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45" name="组合 44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5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61" name="组合 6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6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2" name="组合 6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6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46" name="组合 45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47" name="组合 46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5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5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5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50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7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057" cy="4066384"/>
          </a:xfrm>
          <a:prstGeom prst="rect">
            <a:avLst/>
          </a:prstGeom>
        </p:spPr>
      </p:pic>
      <p:sp>
        <p:nvSpPr>
          <p:cNvPr id="19" name="任意多边形: 形状 20"/>
          <p:cNvSpPr/>
          <p:nvPr userDrawn="1"/>
        </p:nvSpPr>
        <p:spPr>
          <a:xfrm rot="10800000">
            <a:off x="-18" y="0"/>
            <a:ext cx="12192001" cy="4066750"/>
          </a:xfrm>
          <a:custGeom>
            <a:avLst/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任意多边形: 形状 44"/>
          <p:cNvSpPr/>
          <p:nvPr userDrawn="1"/>
        </p:nvSpPr>
        <p:spPr>
          <a:xfrm>
            <a:off x="0" y="2329236"/>
            <a:ext cx="12191985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49"/>
          <p:cNvSpPr/>
          <p:nvPr userDrawn="1"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-1" fmla="*/ 0 w 12208213"/>
              <a:gd name="connsiteY0-2" fmla="*/ 0 h 1605064"/>
              <a:gd name="connsiteX1-3" fmla="*/ 6099243 w 12208213"/>
              <a:gd name="connsiteY1-4" fmla="*/ 1498060 h 1605064"/>
              <a:gd name="connsiteX2-5" fmla="*/ 12198485 w 12208213"/>
              <a:gd name="connsiteY2-6" fmla="*/ 19456 h 1605064"/>
              <a:gd name="connsiteX3-7" fmla="*/ 12208213 w 12208213"/>
              <a:gd name="connsiteY3-8" fmla="*/ 282103 h 1605064"/>
              <a:gd name="connsiteX4-9" fmla="*/ 6108970 w 12208213"/>
              <a:gd name="connsiteY4-10" fmla="*/ 1605064 h 1605064"/>
              <a:gd name="connsiteX5-11" fmla="*/ 0 w 12208213"/>
              <a:gd name="connsiteY5-12" fmla="*/ 544749 h 1605064"/>
              <a:gd name="connsiteX6-13" fmla="*/ 0 w 12208213"/>
              <a:gd name="connsiteY6-14" fmla="*/ 0 h 1605064"/>
              <a:gd name="connsiteX0-15" fmla="*/ 0 w 12198485"/>
              <a:gd name="connsiteY0-16" fmla="*/ 0 h 1605064"/>
              <a:gd name="connsiteX1-17" fmla="*/ 6099243 w 12198485"/>
              <a:gd name="connsiteY1-18" fmla="*/ 1498060 h 1605064"/>
              <a:gd name="connsiteX2-19" fmla="*/ 12198485 w 12198485"/>
              <a:gd name="connsiteY2-20" fmla="*/ 19456 h 1605064"/>
              <a:gd name="connsiteX3-21" fmla="*/ 12198485 w 12198485"/>
              <a:gd name="connsiteY3-22" fmla="*/ 603115 h 1605064"/>
              <a:gd name="connsiteX4-23" fmla="*/ 6108970 w 12198485"/>
              <a:gd name="connsiteY4-24" fmla="*/ 1605064 h 1605064"/>
              <a:gd name="connsiteX5-25" fmla="*/ 0 w 12198485"/>
              <a:gd name="connsiteY5-26" fmla="*/ 544749 h 1605064"/>
              <a:gd name="connsiteX6-27" fmla="*/ 0 w 12198485"/>
              <a:gd name="connsiteY6-28" fmla="*/ 0 h 1605064"/>
              <a:gd name="connsiteX0-29" fmla="*/ 0 w 12198485"/>
              <a:gd name="connsiteY0-30" fmla="*/ 0 h 1605064"/>
              <a:gd name="connsiteX1-31" fmla="*/ 6108970 w 12198485"/>
              <a:gd name="connsiteY1-32" fmla="*/ 1507788 h 1605064"/>
              <a:gd name="connsiteX2-33" fmla="*/ 12198485 w 12198485"/>
              <a:gd name="connsiteY2-34" fmla="*/ 19456 h 1605064"/>
              <a:gd name="connsiteX3-35" fmla="*/ 12198485 w 12198485"/>
              <a:gd name="connsiteY3-36" fmla="*/ 603115 h 1605064"/>
              <a:gd name="connsiteX4-37" fmla="*/ 6108970 w 12198485"/>
              <a:gd name="connsiteY4-38" fmla="*/ 1605064 h 1605064"/>
              <a:gd name="connsiteX5-39" fmla="*/ 0 w 12198485"/>
              <a:gd name="connsiteY5-40" fmla="*/ 544749 h 1605064"/>
              <a:gd name="connsiteX6-41" fmla="*/ 0 w 12198485"/>
              <a:gd name="connsiteY6-42" fmla="*/ 0 h 1605064"/>
              <a:gd name="connsiteX0-43" fmla="*/ 632298 w 12830783"/>
              <a:gd name="connsiteY0-44" fmla="*/ 0 h 1605064"/>
              <a:gd name="connsiteX1-45" fmla="*/ 6741268 w 12830783"/>
              <a:gd name="connsiteY1-46" fmla="*/ 1507788 h 1605064"/>
              <a:gd name="connsiteX2-47" fmla="*/ 12830783 w 12830783"/>
              <a:gd name="connsiteY2-48" fmla="*/ 19456 h 1605064"/>
              <a:gd name="connsiteX3-49" fmla="*/ 12830783 w 12830783"/>
              <a:gd name="connsiteY3-50" fmla="*/ 603115 h 1605064"/>
              <a:gd name="connsiteX4-51" fmla="*/ 6741268 w 12830783"/>
              <a:gd name="connsiteY4-52" fmla="*/ 1605064 h 1605064"/>
              <a:gd name="connsiteX5-53" fmla="*/ 0 w 12830783"/>
              <a:gd name="connsiteY5-54" fmla="*/ 29183 h 1605064"/>
              <a:gd name="connsiteX6-55" fmla="*/ 632298 w 12830783"/>
              <a:gd name="connsiteY6-56" fmla="*/ 0 h 1605064"/>
              <a:gd name="connsiteX0-57" fmla="*/ 836579 w 12830783"/>
              <a:gd name="connsiteY0-58" fmla="*/ 0 h 1634247"/>
              <a:gd name="connsiteX1-59" fmla="*/ 6741268 w 12830783"/>
              <a:gd name="connsiteY1-60" fmla="*/ 1536971 h 1634247"/>
              <a:gd name="connsiteX2-61" fmla="*/ 12830783 w 12830783"/>
              <a:gd name="connsiteY2-62" fmla="*/ 48639 h 1634247"/>
              <a:gd name="connsiteX3-63" fmla="*/ 12830783 w 12830783"/>
              <a:gd name="connsiteY3-64" fmla="*/ 632298 h 1634247"/>
              <a:gd name="connsiteX4-65" fmla="*/ 6741268 w 12830783"/>
              <a:gd name="connsiteY4-66" fmla="*/ 1634247 h 1634247"/>
              <a:gd name="connsiteX5-67" fmla="*/ 0 w 12830783"/>
              <a:gd name="connsiteY5-68" fmla="*/ 58366 h 1634247"/>
              <a:gd name="connsiteX6-69" fmla="*/ 836579 w 12830783"/>
              <a:gd name="connsiteY6-70" fmla="*/ 0 h 1634247"/>
              <a:gd name="connsiteX0-71" fmla="*/ 836579 w 12830783"/>
              <a:gd name="connsiteY0-72" fmla="*/ 0 h 1702340"/>
              <a:gd name="connsiteX1-73" fmla="*/ 6741268 w 12830783"/>
              <a:gd name="connsiteY1-74" fmla="*/ 1536971 h 1702340"/>
              <a:gd name="connsiteX2-75" fmla="*/ 12830783 w 12830783"/>
              <a:gd name="connsiteY2-76" fmla="*/ 48639 h 1702340"/>
              <a:gd name="connsiteX3-77" fmla="*/ 12830783 w 12830783"/>
              <a:gd name="connsiteY3-78" fmla="*/ 632298 h 1702340"/>
              <a:gd name="connsiteX4-79" fmla="*/ 6750996 w 12830783"/>
              <a:gd name="connsiteY4-80" fmla="*/ 1702340 h 1702340"/>
              <a:gd name="connsiteX5-81" fmla="*/ 0 w 12830783"/>
              <a:gd name="connsiteY5-82" fmla="*/ 58366 h 1702340"/>
              <a:gd name="connsiteX6-83" fmla="*/ 836579 w 12830783"/>
              <a:gd name="connsiteY6-84" fmla="*/ 0 h 1702340"/>
              <a:gd name="connsiteX0-85" fmla="*/ 836579 w 12830783"/>
              <a:gd name="connsiteY0-86" fmla="*/ 0 h 1702340"/>
              <a:gd name="connsiteX1-87" fmla="*/ 6741268 w 12830783"/>
              <a:gd name="connsiteY1-88" fmla="*/ 1536971 h 1702340"/>
              <a:gd name="connsiteX2-89" fmla="*/ 12470860 w 12830783"/>
              <a:gd name="connsiteY2-90" fmla="*/ 19456 h 1702340"/>
              <a:gd name="connsiteX3-91" fmla="*/ 12830783 w 12830783"/>
              <a:gd name="connsiteY3-92" fmla="*/ 632298 h 1702340"/>
              <a:gd name="connsiteX4-93" fmla="*/ 6750996 w 12830783"/>
              <a:gd name="connsiteY4-94" fmla="*/ 1702340 h 1702340"/>
              <a:gd name="connsiteX5-95" fmla="*/ 0 w 12830783"/>
              <a:gd name="connsiteY5-96" fmla="*/ 58366 h 1702340"/>
              <a:gd name="connsiteX6-97" fmla="*/ 836579 w 12830783"/>
              <a:gd name="connsiteY6-98" fmla="*/ 0 h 1702340"/>
              <a:gd name="connsiteX0-99" fmla="*/ 836579 w 13239345"/>
              <a:gd name="connsiteY0-100" fmla="*/ 0 h 1702340"/>
              <a:gd name="connsiteX1-101" fmla="*/ 6741268 w 13239345"/>
              <a:gd name="connsiteY1-102" fmla="*/ 1536971 h 1702340"/>
              <a:gd name="connsiteX2-103" fmla="*/ 12470860 w 13239345"/>
              <a:gd name="connsiteY2-104" fmla="*/ 19456 h 1702340"/>
              <a:gd name="connsiteX3-105" fmla="*/ 13239345 w 13239345"/>
              <a:gd name="connsiteY3-106" fmla="*/ 107004 h 1702340"/>
              <a:gd name="connsiteX4-107" fmla="*/ 6750996 w 13239345"/>
              <a:gd name="connsiteY4-108" fmla="*/ 1702340 h 1702340"/>
              <a:gd name="connsiteX5-109" fmla="*/ 0 w 13239345"/>
              <a:gd name="connsiteY5-110" fmla="*/ 58366 h 1702340"/>
              <a:gd name="connsiteX6-111" fmla="*/ 836579 w 13239345"/>
              <a:gd name="connsiteY6-112" fmla="*/ 0 h 1702340"/>
              <a:gd name="connsiteX0-113" fmla="*/ 836579 w 13239345"/>
              <a:gd name="connsiteY0-114" fmla="*/ 107003 h 1809343"/>
              <a:gd name="connsiteX1-115" fmla="*/ 6741268 w 13239345"/>
              <a:gd name="connsiteY1-116" fmla="*/ 1643974 h 1809343"/>
              <a:gd name="connsiteX2-117" fmla="*/ 12169303 w 13239345"/>
              <a:gd name="connsiteY2-118" fmla="*/ 0 h 1809343"/>
              <a:gd name="connsiteX3-119" fmla="*/ 13239345 w 13239345"/>
              <a:gd name="connsiteY3-120" fmla="*/ 214007 h 1809343"/>
              <a:gd name="connsiteX4-121" fmla="*/ 6750996 w 13239345"/>
              <a:gd name="connsiteY4-122" fmla="*/ 1809343 h 1809343"/>
              <a:gd name="connsiteX5-123" fmla="*/ 0 w 13239345"/>
              <a:gd name="connsiteY5-124" fmla="*/ 165369 h 1809343"/>
              <a:gd name="connsiteX6-125" fmla="*/ 836579 w 13239345"/>
              <a:gd name="connsiteY6-126" fmla="*/ 107003 h 1809343"/>
              <a:gd name="connsiteX0-127" fmla="*/ 1342417 w 13239345"/>
              <a:gd name="connsiteY0-128" fmla="*/ 29182 h 1809343"/>
              <a:gd name="connsiteX1-129" fmla="*/ 6741268 w 13239345"/>
              <a:gd name="connsiteY1-130" fmla="*/ 1643974 h 1809343"/>
              <a:gd name="connsiteX2-131" fmla="*/ 12169303 w 13239345"/>
              <a:gd name="connsiteY2-132" fmla="*/ 0 h 1809343"/>
              <a:gd name="connsiteX3-133" fmla="*/ 13239345 w 13239345"/>
              <a:gd name="connsiteY3-134" fmla="*/ 214007 h 1809343"/>
              <a:gd name="connsiteX4-135" fmla="*/ 6750996 w 13239345"/>
              <a:gd name="connsiteY4-136" fmla="*/ 1809343 h 1809343"/>
              <a:gd name="connsiteX5-137" fmla="*/ 0 w 13239345"/>
              <a:gd name="connsiteY5-138" fmla="*/ 165369 h 1809343"/>
              <a:gd name="connsiteX6-139" fmla="*/ 1342417 w 13239345"/>
              <a:gd name="connsiteY6-140" fmla="*/ 29182 h 1809343"/>
              <a:gd name="connsiteX0-141" fmla="*/ 1294792 w 13239345"/>
              <a:gd name="connsiteY0-142" fmla="*/ 607 h 1809343"/>
              <a:gd name="connsiteX1-143" fmla="*/ 6741268 w 13239345"/>
              <a:gd name="connsiteY1-144" fmla="*/ 1643974 h 1809343"/>
              <a:gd name="connsiteX2-145" fmla="*/ 12169303 w 13239345"/>
              <a:gd name="connsiteY2-146" fmla="*/ 0 h 1809343"/>
              <a:gd name="connsiteX3-147" fmla="*/ 13239345 w 13239345"/>
              <a:gd name="connsiteY3-148" fmla="*/ 214007 h 1809343"/>
              <a:gd name="connsiteX4-149" fmla="*/ 6750996 w 13239345"/>
              <a:gd name="connsiteY4-150" fmla="*/ 1809343 h 1809343"/>
              <a:gd name="connsiteX5-151" fmla="*/ 0 w 13239345"/>
              <a:gd name="connsiteY5-152" fmla="*/ 165369 h 1809343"/>
              <a:gd name="connsiteX6-153" fmla="*/ 1294792 w 13239345"/>
              <a:gd name="connsiteY6-154" fmla="*/ 607 h 1809343"/>
              <a:gd name="connsiteX0-155" fmla="*/ 1294792 w 13239345"/>
              <a:gd name="connsiteY0-156" fmla="*/ 607 h 1809343"/>
              <a:gd name="connsiteX1-157" fmla="*/ 6741268 w 13239345"/>
              <a:gd name="connsiteY1-158" fmla="*/ 1643974 h 1809343"/>
              <a:gd name="connsiteX2-159" fmla="*/ 12169303 w 13239345"/>
              <a:gd name="connsiteY2-160" fmla="*/ 0 h 1809343"/>
              <a:gd name="connsiteX3-161" fmla="*/ 13239345 w 13239345"/>
              <a:gd name="connsiteY3-162" fmla="*/ 214007 h 1809343"/>
              <a:gd name="connsiteX4-163" fmla="*/ 6750996 w 13239345"/>
              <a:gd name="connsiteY4-164" fmla="*/ 1809343 h 1809343"/>
              <a:gd name="connsiteX5-165" fmla="*/ 0 w 13239345"/>
              <a:gd name="connsiteY5-166" fmla="*/ 165369 h 1809343"/>
              <a:gd name="connsiteX6-167" fmla="*/ 1294792 w 13239345"/>
              <a:gd name="connsiteY6-168" fmla="*/ 607 h 1809343"/>
              <a:gd name="connsiteX0-169" fmla="*/ 1294792 w 13239345"/>
              <a:gd name="connsiteY0-170" fmla="*/ 607 h 1809343"/>
              <a:gd name="connsiteX1-171" fmla="*/ 6741268 w 13239345"/>
              <a:gd name="connsiteY1-172" fmla="*/ 1643974 h 1809343"/>
              <a:gd name="connsiteX2-173" fmla="*/ 12169303 w 13239345"/>
              <a:gd name="connsiteY2-174" fmla="*/ 0 h 1809343"/>
              <a:gd name="connsiteX3-175" fmla="*/ 13239345 w 13239345"/>
              <a:gd name="connsiteY3-176" fmla="*/ 214007 h 1809343"/>
              <a:gd name="connsiteX4-177" fmla="*/ 6750996 w 13239345"/>
              <a:gd name="connsiteY4-178" fmla="*/ 1809343 h 1809343"/>
              <a:gd name="connsiteX5-179" fmla="*/ 0 w 13239345"/>
              <a:gd name="connsiteY5-180" fmla="*/ 165369 h 1809343"/>
              <a:gd name="connsiteX6-181" fmla="*/ 1294792 w 13239345"/>
              <a:gd name="connsiteY6-182" fmla="*/ 607 h 1809343"/>
              <a:gd name="connsiteX0-183" fmla="*/ 1294792 w 13239345"/>
              <a:gd name="connsiteY0-184" fmla="*/ 607 h 1809343"/>
              <a:gd name="connsiteX1-185" fmla="*/ 6741268 w 13239345"/>
              <a:gd name="connsiteY1-186" fmla="*/ 1643974 h 1809343"/>
              <a:gd name="connsiteX2-187" fmla="*/ 12169303 w 13239345"/>
              <a:gd name="connsiteY2-188" fmla="*/ 0 h 1809343"/>
              <a:gd name="connsiteX3-189" fmla="*/ 13239345 w 13239345"/>
              <a:gd name="connsiteY3-190" fmla="*/ 214007 h 1809343"/>
              <a:gd name="connsiteX4-191" fmla="*/ 6750996 w 13239345"/>
              <a:gd name="connsiteY4-192" fmla="*/ 1809343 h 1809343"/>
              <a:gd name="connsiteX5-193" fmla="*/ 0 w 13239345"/>
              <a:gd name="connsiteY5-194" fmla="*/ 165369 h 1809343"/>
              <a:gd name="connsiteX6-195" fmla="*/ 1294792 w 13239345"/>
              <a:gd name="connsiteY6-196" fmla="*/ 607 h 1809343"/>
              <a:gd name="connsiteX0-197" fmla="*/ 1294792 w 13239345"/>
              <a:gd name="connsiteY0-198" fmla="*/ 607 h 1809343"/>
              <a:gd name="connsiteX1-199" fmla="*/ 6741268 w 13239345"/>
              <a:gd name="connsiteY1-200" fmla="*/ 1643974 h 1809343"/>
              <a:gd name="connsiteX2-201" fmla="*/ 12169303 w 13239345"/>
              <a:gd name="connsiteY2-202" fmla="*/ 0 h 1809343"/>
              <a:gd name="connsiteX3-203" fmla="*/ 13239345 w 13239345"/>
              <a:gd name="connsiteY3-204" fmla="*/ 214007 h 1809343"/>
              <a:gd name="connsiteX4-205" fmla="*/ 6750996 w 13239345"/>
              <a:gd name="connsiteY4-206" fmla="*/ 1809343 h 1809343"/>
              <a:gd name="connsiteX5-207" fmla="*/ 0 w 13239345"/>
              <a:gd name="connsiteY5-208" fmla="*/ 165369 h 1809343"/>
              <a:gd name="connsiteX6-209" fmla="*/ 1294792 w 13239345"/>
              <a:gd name="connsiteY6-210" fmla="*/ 607 h 1809343"/>
              <a:gd name="connsiteX0-211" fmla="*/ 1294792 w 13239345"/>
              <a:gd name="connsiteY0-212" fmla="*/ 607 h 1809343"/>
              <a:gd name="connsiteX1-213" fmla="*/ 6741268 w 13239345"/>
              <a:gd name="connsiteY1-214" fmla="*/ 1643974 h 1809343"/>
              <a:gd name="connsiteX2-215" fmla="*/ 12169303 w 13239345"/>
              <a:gd name="connsiteY2-216" fmla="*/ 0 h 1809343"/>
              <a:gd name="connsiteX3-217" fmla="*/ 13239345 w 13239345"/>
              <a:gd name="connsiteY3-218" fmla="*/ 214007 h 1809343"/>
              <a:gd name="connsiteX4-219" fmla="*/ 6750996 w 13239345"/>
              <a:gd name="connsiteY4-220" fmla="*/ 1809343 h 1809343"/>
              <a:gd name="connsiteX5-221" fmla="*/ 0 w 13239345"/>
              <a:gd name="connsiteY5-222" fmla="*/ 165369 h 1809343"/>
              <a:gd name="connsiteX6-223" fmla="*/ 1294792 w 13239345"/>
              <a:gd name="connsiteY6-224" fmla="*/ 607 h 1809343"/>
              <a:gd name="connsiteX0-225" fmla="*/ 1294792 w 13239345"/>
              <a:gd name="connsiteY0-226" fmla="*/ 607 h 1809343"/>
              <a:gd name="connsiteX1-227" fmla="*/ 6741268 w 13239345"/>
              <a:gd name="connsiteY1-228" fmla="*/ 1643974 h 1809343"/>
              <a:gd name="connsiteX2-229" fmla="*/ 12169303 w 13239345"/>
              <a:gd name="connsiteY2-230" fmla="*/ 0 h 1809343"/>
              <a:gd name="connsiteX3-231" fmla="*/ 13239345 w 13239345"/>
              <a:gd name="connsiteY3-232" fmla="*/ 214007 h 1809343"/>
              <a:gd name="connsiteX4-233" fmla="*/ 6750996 w 13239345"/>
              <a:gd name="connsiteY4-234" fmla="*/ 1809343 h 1809343"/>
              <a:gd name="connsiteX5-235" fmla="*/ 0 w 13239345"/>
              <a:gd name="connsiteY5-236" fmla="*/ 165369 h 1809343"/>
              <a:gd name="connsiteX6-237" fmla="*/ 1294792 w 13239345"/>
              <a:gd name="connsiteY6-238" fmla="*/ 607 h 1809343"/>
              <a:gd name="connsiteX0-239" fmla="*/ 1294792 w 13239345"/>
              <a:gd name="connsiteY0-240" fmla="*/ 607 h 1809343"/>
              <a:gd name="connsiteX1-241" fmla="*/ 6741268 w 13239345"/>
              <a:gd name="connsiteY1-242" fmla="*/ 1643974 h 1809343"/>
              <a:gd name="connsiteX2-243" fmla="*/ 12169303 w 13239345"/>
              <a:gd name="connsiteY2-244" fmla="*/ 0 h 1809343"/>
              <a:gd name="connsiteX3-245" fmla="*/ 13239345 w 13239345"/>
              <a:gd name="connsiteY3-246" fmla="*/ 214007 h 1809343"/>
              <a:gd name="connsiteX4-247" fmla="*/ 6750996 w 13239345"/>
              <a:gd name="connsiteY4-248" fmla="*/ 1809343 h 1809343"/>
              <a:gd name="connsiteX5-249" fmla="*/ 0 w 13239345"/>
              <a:gd name="connsiteY5-250" fmla="*/ 165369 h 1809343"/>
              <a:gd name="connsiteX6-251" fmla="*/ 1294792 w 13239345"/>
              <a:gd name="connsiteY6-252" fmla="*/ 607 h 1809343"/>
              <a:gd name="connsiteX0-253" fmla="*/ 1294792 w 13239345"/>
              <a:gd name="connsiteY0-254" fmla="*/ 607 h 1809343"/>
              <a:gd name="connsiteX1-255" fmla="*/ 6741268 w 13239345"/>
              <a:gd name="connsiteY1-256" fmla="*/ 1643974 h 1809343"/>
              <a:gd name="connsiteX2-257" fmla="*/ 12169303 w 13239345"/>
              <a:gd name="connsiteY2-258" fmla="*/ 0 h 1809343"/>
              <a:gd name="connsiteX3-259" fmla="*/ 13239345 w 13239345"/>
              <a:gd name="connsiteY3-260" fmla="*/ 214007 h 1809343"/>
              <a:gd name="connsiteX4-261" fmla="*/ 6750996 w 13239345"/>
              <a:gd name="connsiteY4-262" fmla="*/ 1809343 h 1809343"/>
              <a:gd name="connsiteX5-263" fmla="*/ 0 w 13239345"/>
              <a:gd name="connsiteY5-264" fmla="*/ 165369 h 1809343"/>
              <a:gd name="connsiteX6-265" fmla="*/ 1294792 w 13239345"/>
              <a:gd name="connsiteY6-266" fmla="*/ 607 h 1809343"/>
              <a:gd name="connsiteX0-267" fmla="*/ 1294792 w 13239345"/>
              <a:gd name="connsiteY0-268" fmla="*/ 607 h 1809343"/>
              <a:gd name="connsiteX1-269" fmla="*/ 6741268 w 13239345"/>
              <a:gd name="connsiteY1-270" fmla="*/ 1643974 h 1809343"/>
              <a:gd name="connsiteX2-271" fmla="*/ 12169303 w 13239345"/>
              <a:gd name="connsiteY2-272" fmla="*/ 0 h 1809343"/>
              <a:gd name="connsiteX3-273" fmla="*/ 13239345 w 13239345"/>
              <a:gd name="connsiteY3-274" fmla="*/ 214007 h 1809343"/>
              <a:gd name="connsiteX4-275" fmla="*/ 6750996 w 13239345"/>
              <a:gd name="connsiteY4-276" fmla="*/ 1809343 h 1809343"/>
              <a:gd name="connsiteX5-277" fmla="*/ 0 w 13239345"/>
              <a:gd name="connsiteY5-278" fmla="*/ 165369 h 1809343"/>
              <a:gd name="connsiteX6-279" fmla="*/ 1294792 w 13239345"/>
              <a:gd name="connsiteY6-280" fmla="*/ 607 h 1809343"/>
              <a:gd name="connsiteX0-281" fmla="*/ 1294792 w 13239345"/>
              <a:gd name="connsiteY0-282" fmla="*/ 607 h 1809343"/>
              <a:gd name="connsiteX1-283" fmla="*/ 6741268 w 13239345"/>
              <a:gd name="connsiteY1-284" fmla="*/ 1643974 h 1809343"/>
              <a:gd name="connsiteX2-285" fmla="*/ 12169303 w 13239345"/>
              <a:gd name="connsiteY2-286" fmla="*/ 0 h 1809343"/>
              <a:gd name="connsiteX3-287" fmla="*/ 13239345 w 13239345"/>
              <a:gd name="connsiteY3-288" fmla="*/ 214007 h 1809343"/>
              <a:gd name="connsiteX4-289" fmla="*/ 6750996 w 13239345"/>
              <a:gd name="connsiteY4-290" fmla="*/ 1809343 h 1809343"/>
              <a:gd name="connsiteX5-291" fmla="*/ 0 w 13239345"/>
              <a:gd name="connsiteY5-292" fmla="*/ 165369 h 1809343"/>
              <a:gd name="connsiteX6-293" fmla="*/ 1294792 w 13239345"/>
              <a:gd name="connsiteY6-294" fmla="*/ 607 h 1809343"/>
              <a:gd name="connsiteX0-295" fmla="*/ 1294792 w 12651516"/>
              <a:gd name="connsiteY0-296" fmla="*/ 607 h 1809343"/>
              <a:gd name="connsiteX1-297" fmla="*/ 6741268 w 12651516"/>
              <a:gd name="connsiteY1-298" fmla="*/ 1643974 h 1809343"/>
              <a:gd name="connsiteX2-299" fmla="*/ 12169303 w 12651516"/>
              <a:gd name="connsiteY2-300" fmla="*/ 0 h 1809343"/>
              <a:gd name="connsiteX3-301" fmla="*/ 12651516 w 12651516"/>
              <a:gd name="connsiteY3-302" fmla="*/ 83379 h 1809343"/>
              <a:gd name="connsiteX4-303" fmla="*/ 6750996 w 12651516"/>
              <a:gd name="connsiteY4-304" fmla="*/ 1809343 h 1809343"/>
              <a:gd name="connsiteX5-305" fmla="*/ 0 w 12651516"/>
              <a:gd name="connsiteY5-306" fmla="*/ 165369 h 1809343"/>
              <a:gd name="connsiteX6-307" fmla="*/ 1294792 w 12651516"/>
              <a:gd name="connsiteY6-308" fmla="*/ 607 h 1809343"/>
              <a:gd name="connsiteX0-309" fmla="*/ 1294792 w 12564431"/>
              <a:gd name="connsiteY0-310" fmla="*/ 607 h 1809343"/>
              <a:gd name="connsiteX1-311" fmla="*/ 6741268 w 12564431"/>
              <a:gd name="connsiteY1-312" fmla="*/ 1643974 h 1809343"/>
              <a:gd name="connsiteX2-313" fmla="*/ 12169303 w 12564431"/>
              <a:gd name="connsiteY2-314" fmla="*/ 0 h 1809343"/>
              <a:gd name="connsiteX3-315" fmla="*/ 12564431 w 12564431"/>
              <a:gd name="connsiteY3-316" fmla="*/ 83379 h 1809343"/>
              <a:gd name="connsiteX4-317" fmla="*/ 6750996 w 12564431"/>
              <a:gd name="connsiteY4-318" fmla="*/ 1809343 h 1809343"/>
              <a:gd name="connsiteX5-319" fmla="*/ 0 w 12564431"/>
              <a:gd name="connsiteY5-320" fmla="*/ 165369 h 1809343"/>
              <a:gd name="connsiteX6-321" fmla="*/ 1294792 w 12564431"/>
              <a:gd name="connsiteY6-322" fmla="*/ 607 h 1809343"/>
              <a:gd name="connsiteX0-323" fmla="*/ 423935 w 11693574"/>
              <a:gd name="connsiteY0-324" fmla="*/ 607 h 1809343"/>
              <a:gd name="connsiteX1-325" fmla="*/ 5870411 w 11693574"/>
              <a:gd name="connsiteY1-326" fmla="*/ 1643974 h 1809343"/>
              <a:gd name="connsiteX2-327" fmla="*/ 11298446 w 11693574"/>
              <a:gd name="connsiteY2-328" fmla="*/ 0 h 1809343"/>
              <a:gd name="connsiteX3-329" fmla="*/ 11693574 w 11693574"/>
              <a:gd name="connsiteY3-330" fmla="*/ 83379 h 1809343"/>
              <a:gd name="connsiteX4-331" fmla="*/ 5880139 w 11693574"/>
              <a:gd name="connsiteY4-332" fmla="*/ 1809343 h 1809343"/>
              <a:gd name="connsiteX5-333" fmla="*/ 0 w 11693574"/>
              <a:gd name="connsiteY5-334" fmla="*/ 45626 h 1809343"/>
              <a:gd name="connsiteX6-335" fmla="*/ 423935 w 11693574"/>
              <a:gd name="connsiteY6-336" fmla="*/ 607 h 1809343"/>
              <a:gd name="connsiteX0-337" fmla="*/ 423935 w 11693574"/>
              <a:gd name="connsiteY0-338" fmla="*/ 607 h 1733143"/>
              <a:gd name="connsiteX1-339" fmla="*/ 5870411 w 11693574"/>
              <a:gd name="connsiteY1-340" fmla="*/ 1643974 h 1733143"/>
              <a:gd name="connsiteX2-341" fmla="*/ 11298446 w 11693574"/>
              <a:gd name="connsiteY2-342" fmla="*/ 0 h 1733143"/>
              <a:gd name="connsiteX3-343" fmla="*/ 11693574 w 11693574"/>
              <a:gd name="connsiteY3-344" fmla="*/ 83379 h 1733143"/>
              <a:gd name="connsiteX4-345" fmla="*/ 5880139 w 11693574"/>
              <a:gd name="connsiteY4-346" fmla="*/ 1733143 h 1733143"/>
              <a:gd name="connsiteX5-347" fmla="*/ 0 w 11693574"/>
              <a:gd name="connsiteY5-348" fmla="*/ 45626 h 1733143"/>
              <a:gd name="connsiteX6-349" fmla="*/ 423935 w 11693574"/>
              <a:gd name="connsiteY6-350" fmla="*/ 607 h 1733143"/>
              <a:gd name="connsiteX0-351" fmla="*/ 423935 w 11709902"/>
              <a:gd name="connsiteY0-352" fmla="*/ 607 h 1733143"/>
              <a:gd name="connsiteX1-353" fmla="*/ 5870411 w 11709902"/>
              <a:gd name="connsiteY1-354" fmla="*/ 1643974 h 1733143"/>
              <a:gd name="connsiteX2-355" fmla="*/ 11298446 w 11709902"/>
              <a:gd name="connsiteY2-356" fmla="*/ 0 h 1733143"/>
              <a:gd name="connsiteX3-357" fmla="*/ 11709902 w 11709902"/>
              <a:gd name="connsiteY3-358" fmla="*/ 83379 h 1733143"/>
              <a:gd name="connsiteX4-359" fmla="*/ 5880139 w 11709902"/>
              <a:gd name="connsiteY4-360" fmla="*/ 1733143 h 1733143"/>
              <a:gd name="connsiteX5-361" fmla="*/ 0 w 11709902"/>
              <a:gd name="connsiteY5-362" fmla="*/ 45626 h 1733143"/>
              <a:gd name="connsiteX6-363" fmla="*/ 423935 w 11709902"/>
              <a:gd name="connsiteY6-364" fmla="*/ 607 h 1733143"/>
              <a:gd name="connsiteX0-365" fmla="*/ 423935 w 11571109"/>
              <a:gd name="connsiteY0-366" fmla="*/ 607 h 1733143"/>
              <a:gd name="connsiteX1-367" fmla="*/ 5870411 w 11571109"/>
              <a:gd name="connsiteY1-368" fmla="*/ 1643974 h 1733143"/>
              <a:gd name="connsiteX2-369" fmla="*/ 11298446 w 11571109"/>
              <a:gd name="connsiteY2-370" fmla="*/ 0 h 1733143"/>
              <a:gd name="connsiteX3-371" fmla="*/ 11571109 w 11571109"/>
              <a:gd name="connsiteY3-372" fmla="*/ 116036 h 1733143"/>
              <a:gd name="connsiteX4-373" fmla="*/ 5880139 w 11571109"/>
              <a:gd name="connsiteY4-374" fmla="*/ 1733143 h 1733143"/>
              <a:gd name="connsiteX5-375" fmla="*/ 0 w 11571109"/>
              <a:gd name="connsiteY5-376" fmla="*/ 45626 h 1733143"/>
              <a:gd name="connsiteX6-377" fmla="*/ 423935 w 11571109"/>
              <a:gd name="connsiteY6-378" fmla="*/ 607 h 1733143"/>
              <a:gd name="connsiteX0-379" fmla="*/ 423935 w 11579274"/>
              <a:gd name="connsiteY0-380" fmla="*/ 607 h 1733143"/>
              <a:gd name="connsiteX1-381" fmla="*/ 5870411 w 11579274"/>
              <a:gd name="connsiteY1-382" fmla="*/ 1643974 h 1733143"/>
              <a:gd name="connsiteX2-383" fmla="*/ 11298446 w 11579274"/>
              <a:gd name="connsiteY2-384" fmla="*/ 0 h 1733143"/>
              <a:gd name="connsiteX3-385" fmla="*/ 11579274 w 11579274"/>
              <a:gd name="connsiteY3-386" fmla="*/ 116036 h 1733143"/>
              <a:gd name="connsiteX4-387" fmla="*/ 5880139 w 11579274"/>
              <a:gd name="connsiteY4-388" fmla="*/ 1733143 h 1733143"/>
              <a:gd name="connsiteX5-389" fmla="*/ 0 w 11579274"/>
              <a:gd name="connsiteY5-390" fmla="*/ 45626 h 1733143"/>
              <a:gd name="connsiteX6-391" fmla="*/ 423935 w 11579274"/>
              <a:gd name="connsiteY6-392" fmla="*/ 607 h 1733143"/>
              <a:gd name="connsiteX0-393" fmla="*/ 423935 w 11579274"/>
              <a:gd name="connsiteY0-394" fmla="*/ 0 h 1732536"/>
              <a:gd name="connsiteX1-395" fmla="*/ 5870411 w 11579274"/>
              <a:gd name="connsiteY1-396" fmla="*/ 1643367 h 1732536"/>
              <a:gd name="connsiteX2-397" fmla="*/ 11233132 w 11579274"/>
              <a:gd name="connsiteY2-398" fmla="*/ 48379 h 1732536"/>
              <a:gd name="connsiteX3-399" fmla="*/ 11579274 w 11579274"/>
              <a:gd name="connsiteY3-400" fmla="*/ 115429 h 1732536"/>
              <a:gd name="connsiteX4-401" fmla="*/ 5880139 w 11579274"/>
              <a:gd name="connsiteY4-402" fmla="*/ 1732536 h 1732536"/>
              <a:gd name="connsiteX5-403" fmla="*/ 0 w 11579274"/>
              <a:gd name="connsiteY5-404" fmla="*/ 45019 h 1732536"/>
              <a:gd name="connsiteX6-405" fmla="*/ 423935 w 11579274"/>
              <a:gd name="connsiteY6-406" fmla="*/ 0 h 1732536"/>
              <a:gd name="connsiteX0-407" fmla="*/ 423935 w 11579274"/>
              <a:gd name="connsiteY0-408" fmla="*/ 0 h 1732536"/>
              <a:gd name="connsiteX1-409" fmla="*/ 5870411 w 11579274"/>
              <a:gd name="connsiteY1-410" fmla="*/ 1643367 h 1732536"/>
              <a:gd name="connsiteX2-411" fmla="*/ 11241297 w 11579274"/>
              <a:gd name="connsiteY2-412" fmla="*/ 32050 h 1732536"/>
              <a:gd name="connsiteX3-413" fmla="*/ 11579274 w 11579274"/>
              <a:gd name="connsiteY3-414" fmla="*/ 115429 h 1732536"/>
              <a:gd name="connsiteX4-415" fmla="*/ 5880139 w 11579274"/>
              <a:gd name="connsiteY4-416" fmla="*/ 1732536 h 1732536"/>
              <a:gd name="connsiteX5-417" fmla="*/ 0 w 11579274"/>
              <a:gd name="connsiteY5-418" fmla="*/ 45019 h 1732536"/>
              <a:gd name="connsiteX6-419" fmla="*/ 423935 w 11579274"/>
              <a:gd name="connsiteY6-420" fmla="*/ 0 h 1732536"/>
              <a:gd name="connsiteX0-421" fmla="*/ 423935 w 11579274"/>
              <a:gd name="connsiteY0-422" fmla="*/ 0 h 1732536"/>
              <a:gd name="connsiteX1-423" fmla="*/ 5870411 w 11579274"/>
              <a:gd name="connsiteY1-424" fmla="*/ 1643367 h 1732536"/>
              <a:gd name="connsiteX2-425" fmla="*/ 11241297 w 11579274"/>
              <a:gd name="connsiteY2-426" fmla="*/ 32050 h 1732536"/>
              <a:gd name="connsiteX3-427" fmla="*/ 11579274 w 11579274"/>
              <a:gd name="connsiteY3-428" fmla="*/ 115429 h 1732536"/>
              <a:gd name="connsiteX4-429" fmla="*/ 5880139 w 11579274"/>
              <a:gd name="connsiteY4-430" fmla="*/ 1732536 h 1732536"/>
              <a:gd name="connsiteX5-431" fmla="*/ 0 w 11579274"/>
              <a:gd name="connsiteY5-432" fmla="*/ 45019 h 1732536"/>
              <a:gd name="connsiteX6-433" fmla="*/ 423935 w 11579274"/>
              <a:gd name="connsiteY6-434" fmla="*/ 0 h 1732536"/>
              <a:gd name="connsiteX0-435" fmla="*/ 423935 w 11579274"/>
              <a:gd name="connsiteY0-436" fmla="*/ 0 h 1732536"/>
              <a:gd name="connsiteX1-437" fmla="*/ 5870411 w 11579274"/>
              <a:gd name="connsiteY1-438" fmla="*/ 1643367 h 1732536"/>
              <a:gd name="connsiteX2-439" fmla="*/ 11224968 w 11579274"/>
              <a:gd name="connsiteY2-440" fmla="*/ 48379 h 1732536"/>
              <a:gd name="connsiteX3-441" fmla="*/ 11579274 w 11579274"/>
              <a:gd name="connsiteY3-442" fmla="*/ 115429 h 1732536"/>
              <a:gd name="connsiteX4-443" fmla="*/ 5880139 w 11579274"/>
              <a:gd name="connsiteY4-444" fmla="*/ 1732536 h 1732536"/>
              <a:gd name="connsiteX5-445" fmla="*/ 0 w 11579274"/>
              <a:gd name="connsiteY5-446" fmla="*/ 45019 h 1732536"/>
              <a:gd name="connsiteX6-447" fmla="*/ 423935 w 11579274"/>
              <a:gd name="connsiteY6-448" fmla="*/ 0 h 1732536"/>
              <a:gd name="connsiteX0-449" fmla="*/ 219828 w 11375167"/>
              <a:gd name="connsiteY0-450" fmla="*/ 0 h 1732536"/>
              <a:gd name="connsiteX1-451" fmla="*/ 5666304 w 11375167"/>
              <a:gd name="connsiteY1-452" fmla="*/ 1643367 h 1732536"/>
              <a:gd name="connsiteX2-453" fmla="*/ 11020861 w 11375167"/>
              <a:gd name="connsiteY2-454" fmla="*/ 48379 h 1732536"/>
              <a:gd name="connsiteX3-455" fmla="*/ 11375167 w 11375167"/>
              <a:gd name="connsiteY3-456" fmla="*/ 115429 h 1732536"/>
              <a:gd name="connsiteX4-457" fmla="*/ 5676032 w 11375167"/>
              <a:gd name="connsiteY4-458" fmla="*/ 1732536 h 1732536"/>
              <a:gd name="connsiteX5-459" fmla="*/ 0 w 11375167"/>
              <a:gd name="connsiteY5-460" fmla="*/ 77676 h 1732536"/>
              <a:gd name="connsiteX6-461" fmla="*/ 219828 w 11375167"/>
              <a:gd name="connsiteY6-462" fmla="*/ 0 h 1732536"/>
              <a:gd name="connsiteX0-463" fmla="*/ 293307 w 11375167"/>
              <a:gd name="connsiteY0-464" fmla="*/ 0 h 1708044"/>
              <a:gd name="connsiteX1-465" fmla="*/ 5666304 w 11375167"/>
              <a:gd name="connsiteY1-466" fmla="*/ 1618875 h 1708044"/>
              <a:gd name="connsiteX2-467" fmla="*/ 11020861 w 11375167"/>
              <a:gd name="connsiteY2-468" fmla="*/ 23887 h 1708044"/>
              <a:gd name="connsiteX3-469" fmla="*/ 11375167 w 11375167"/>
              <a:gd name="connsiteY3-470" fmla="*/ 90937 h 1708044"/>
              <a:gd name="connsiteX4-471" fmla="*/ 5676032 w 11375167"/>
              <a:gd name="connsiteY4-472" fmla="*/ 1708044 h 1708044"/>
              <a:gd name="connsiteX5-473" fmla="*/ 0 w 11375167"/>
              <a:gd name="connsiteY5-474" fmla="*/ 53184 h 1708044"/>
              <a:gd name="connsiteX6-475" fmla="*/ 293307 w 11375167"/>
              <a:gd name="connsiteY6-476" fmla="*/ 0 h 1708044"/>
              <a:gd name="connsiteX0-477" fmla="*/ 317800 w 11375167"/>
              <a:gd name="connsiteY0-478" fmla="*/ 606 h 1684157"/>
              <a:gd name="connsiteX1-479" fmla="*/ 5666304 w 11375167"/>
              <a:gd name="connsiteY1-480" fmla="*/ 1594988 h 1684157"/>
              <a:gd name="connsiteX2-481" fmla="*/ 11020861 w 11375167"/>
              <a:gd name="connsiteY2-482" fmla="*/ 0 h 1684157"/>
              <a:gd name="connsiteX3-483" fmla="*/ 11375167 w 11375167"/>
              <a:gd name="connsiteY3-484" fmla="*/ 67050 h 1684157"/>
              <a:gd name="connsiteX4-485" fmla="*/ 5676032 w 11375167"/>
              <a:gd name="connsiteY4-486" fmla="*/ 1684157 h 1684157"/>
              <a:gd name="connsiteX5-487" fmla="*/ 0 w 11375167"/>
              <a:gd name="connsiteY5-488" fmla="*/ 29297 h 1684157"/>
              <a:gd name="connsiteX6-489" fmla="*/ 317800 w 11375167"/>
              <a:gd name="connsiteY6-490" fmla="*/ 606 h 1684157"/>
              <a:gd name="connsiteX0-491" fmla="*/ 285142 w 11342509"/>
              <a:gd name="connsiteY0-492" fmla="*/ 606 h 1684157"/>
              <a:gd name="connsiteX1-493" fmla="*/ 5633646 w 11342509"/>
              <a:gd name="connsiteY1-494" fmla="*/ 1594988 h 1684157"/>
              <a:gd name="connsiteX2-495" fmla="*/ 10988203 w 11342509"/>
              <a:gd name="connsiteY2-496" fmla="*/ 0 h 1684157"/>
              <a:gd name="connsiteX3-497" fmla="*/ 11342509 w 11342509"/>
              <a:gd name="connsiteY3-498" fmla="*/ 67050 h 1684157"/>
              <a:gd name="connsiteX4-499" fmla="*/ 5643374 w 11342509"/>
              <a:gd name="connsiteY4-500" fmla="*/ 1684157 h 1684157"/>
              <a:gd name="connsiteX5-501" fmla="*/ 0 w 11342509"/>
              <a:gd name="connsiteY5-502" fmla="*/ 29297 h 1684157"/>
              <a:gd name="connsiteX6-503" fmla="*/ 285142 w 11342509"/>
              <a:gd name="connsiteY6-504" fmla="*/ 606 h 1684157"/>
              <a:gd name="connsiteX0-505" fmla="*/ 276977 w 11342509"/>
              <a:gd name="connsiteY0-506" fmla="*/ 0 h 1691715"/>
              <a:gd name="connsiteX1-507" fmla="*/ 5633646 w 11342509"/>
              <a:gd name="connsiteY1-508" fmla="*/ 1602546 h 1691715"/>
              <a:gd name="connsiteX2-509" fmla="*/ 10988203 w 11342509"/>
              <a:gd name="connsiteY2-510" fmla="*/ 7558 h 1691715"/>
              <a:gd name="connsiteX3-511" fmla="*/ 11342509 w 11342509"/>
              <a:gd name="connsiteY3-512" fmla="*/ 74608 h 1691715"/>
              <a:gd name="connsiteX4-513" fmla="*/ 5643374 w 11342509"/>
              <a:gd name="connsiteY4-514" fmla="*/ 1691715 h 1691715"/>
              <a:gd name="connsiteX5-515" fmla="*/ 0 w 11342509"/>
              <a:gd name="connsiteY5-516" fmla="*/ 36855 h 1691715"/>
              <a:gd name="connsiteX6-517" fmla="*/ 276977 w 11342509"/>
              <a:gd name="connsiteY6-518" fmla="*/ 0 h 1691715"/>
              <a:gd name="connsiteX0-519" fmla="*/ 276977 w 11342509"/>
              <a:gd name="connsiteY0-520" fmla="*/ 0 h 1691715"/>
              <a:gd name="connsiteX1-521" fmla="*/ 5633646 w 11342509"/>
              <a:gd name="connsiteY1-522" fmla="*/ 1602546 h 1691715"/>
              <a:gd name="connsiteX2-523" fmla="*/ 11018020 w 11342509"/>
              <a:gd name="connsiteY2-524" fmla="*/ 17498 h 1691715"/>
              <a:gd name="connsiteX3-525" fmla="*/ 11342509 w 11342509"/>
              <a:gd name="connsiteY3-526" fmla="*/ 74608 h 1691715"/>
              <a:gd name="connsiteX4-527" fmla="*/ 5643374 w 11342509"/>
              <a:gd name="connsiteY4-528" fmla="*/ 1691715 h 1691715"/>
              <a:gd name="connsiteX5-529" fmla="*/ 0 w 11342509"/>
              <a:gd name="connsiteY5-530" fmla="*/ 36855 h 1691715"/>
              <a:gd name="connsiteX6-531" fmla="*/ 276977 w 11342509"/>
              <a:gd name="connsiteY6-532" fmla="*/ 0 h 1691715"/>
              <a:gd name="connsiteX0-533" fmla="*/ 276977 w 11342509"/>
              <a:gd name="connsiteY0-534" fmla="*/ 0 h 1691715"/>
              <a:gd name="connsiteX1-535" fmla="*/ 5633646 w 11342509"/>
              <a:gd name="connsiteY1-536" fmla="*/ 1602546 h 1691715"/>
              <a:gd name="connsiteX2-537" fmla="*/ 11018020 w 11342509"/>
              <a:gd name="connsiteY2-538" fmla="*/ 17498 h 1691715"/>
              <a:gd name="connsiteX3-539" fmla="*/ 11342509 w 11342509"/>
              <a:gd name="connsiteY3-540" fmla="*/ 74608 h 1691715"/>
              <a:gd name="connsiteX4-541" fmla="*/ 5643374 w 11342509"/>
              <a:gd name="connsiteY4-542" fmla="*/ 1691715 h 1691715"/>
              <a:gd name="connsiteX5-543" fmla="*/ 0 w 11342509"/>
              <a:gd name="connsiteY5-544" fmla="*/ 36855 h 1691715"/>
              <a:gd name="connsiteX6-545" fmla="*/ 276977 w 11342509"/>
              <a:gd name="connsiteY6-546" fmla="*/ 0 h 1691715"/>
              <a:gd name="connsiteX0-547" fmla="*/ 276977 w 11342509"/>
              <a:gd name="connsiteY0-548" fmla="*/ 0 h 1691715"/>
              <a:gd name="connsiteX1-549" fmla="*/ 5633646 w 11342509"/>
              <a:gd name="connsiteY1-550" fmla="*/ 1602546 h 1691715"/>
              <a:gd name="connsiteX2-551" fmla="*/ 11047837 w 11342509"/>
              <a:gd name="connsiteY2-552" fmla="*/ 17498 h 1691715"/>
              <a:gd name="connsiteX3-553" fmla="*/ 11342509 w 11342509"/>
              <a:gd name="connsiteY3-554" fmla="*/ 74608 h 1691715"/>
              <a:gd name="connsiteX4-555" fmla="*/ 5643374 w 11342509"/>
              <a:gd name="connsiteY4-556" fmla="*/ 1691715 h 1691715"/>
              <a:gd name="connsiteX5-557" fmla="*/ 0 w 11342509"/>
              <a:gd name="connsiteY5-558" fmla="*/ 36855 h 1691715"/>
              <a:gd name="connsiteX6-559" fmla="*/ 276977 w 11342509"/>
              <a:gd name="connsiteY6-560" fmla="*/ 0 h 1691715"/>
              <a:gd name="connsiteX0-561" fmla="*/ 276977 w 11342509"/>
              <a:gd name="connsiteY0-562" fmla="*/ 0 h 1691715"/>
              <a:gd name="connsiteX1-563" fmla="*/ 5633646 w 11342509"/>
              <a:gd name="connsiteY1-564" fmla="*/ 1602546 h 1691715"/>
              <a:gd name="connsiteX2-565" fmla="*/ 11080494 w 11342509"/>
              <a:gd name="connsiteY2-566" fmla="*/ 17498 h 1691715"/>
              <a:gd name="connsiteX3-567" fmla="*/ 11342509 w 11342509"/>
              <a:gd name="connsiteY3-568" fmla="*/ 74608 h 1691715"/>
              <a:gd name="connsiteX4-569" fmla="*/ 5643374 w 11342509"/>
              <a:gd name="connsiteY4-570" fmla="*/ 1691715 h 1691715"/>
              <a:gd name="connsiteX5-571" fmla="*/ 0 w 11342509"/>
              <a:gd name="connsiteY5-572" fmla="*/ 36855 h 1691715"/>
              <a:gd name="connsiteX6-573" fmla="*/ 276977 w 11342509"/>
              <a:gd name="connsiteY6-574" fmla="*/ 0 h 1691715"/>
              <a:gd name="connsiteX0-575" fmla="*/ 276977 w 11342509"/>
              <a:gd name="connsiteY0-576" fmla="*/ 0 h 1691715"/>
              <a:gd name="connsiteX1-577" fmla="*/ 5633646 w 11342509"/>
              <a:gd name="connsiteY1-578" fmla="*/ 1602546 h 1691715"/>
              <a:gd name="connsiteX2-579" fmla="*/ 11080494 w 11342509"/>
              <a:gd name="connsiteY2-580" fmla="*/ 17498 h 1691715"/>
              <a:gd name="connsiteX3-581" fmla="*/ 11342509 w 11342509"/>
              <a:gd name="connsiteY3-582" fmla="*/ 74608 h 1691715"/>
              <a:gd name="connsiteX4-583" fmla="*/ 5643374 w 11342509"/>
              <a:gd name="connsiteY4-584" fmla="*/ 1691715 h 1691715"/>
              <a:gd name="connsiteX5-585" fmla="*/ 0 w 11342509"/>
              <a:gd name="connsiteY5-586" fmla="*/ 36855 h 1691715"/>
              <a:gd name="connsiteX6-587" fmla="*/ 276977 w 11342509"/>
              <a:gd name="connsiteY6-588" fmla="*/ 0 h 1691715"/>
              <a:gd name="connsiteX0-589" fmla="*/ 276977 w 11342509"/>
              <a:gd name="connsiteY0-590" fmla="*/ 0 h 1691715"/>
              <a:gd name="connsiteX1-591" fmla="*/ 5633646 w 11342509"/>
              <a:gd name="connsiteY1-592" fmla="*/ 1602546 h 1691715"/>
              <a:gd name="connsiteX2-593" fmla="*/ 11080494 w 11342509"/>
              <a:gd name="connsiteY2-594" fmla="*/ 17498 h 1691715"/>
              <a:gd name="connsiteX3-595" fmla="*/ 11342509 w 11342509"/>
              <a:gd name="connsiteY3-596" fmla="*/ 74608 h 1691715"/>
              <a:gd name="connsiteX4-597" fmla="*/ 5643374 w 11342509"/>
              <a:gd name="connsiteY4-598" fmla="*/ 1691715 h 1691715"/>
              <a:gd name="connsiteX5-599" fmla="*/ 0 w 11342509"/>
              <a:gd name="connsiteY5-600" fmla="*/ 36855 h 1691715"/>
              <a:gd name="connsiteX6-601" fmla="*/ 276977 w 11342509"/>
              <a:gd name="connsiteY6-602" fmla="*/ 0 h 1691715"/>
              <a:gd name="connsiteX0-603" fmla="*/ 276977 w 11342509"/>
              <a:gd name="connsiteY0-604" fmla="*/ 0 h 1691715"/>
              <a:gd name="connsiteX1-605" fmla="*/ 5643806 w 11342509"/>
              <a:gd name="connsiteY1-606" fmla="*/ 1602546 h 1691715"/>
              <a:gd name="connsiteX2-607" fmla="*/ 11080494 w 11342509"/>
              <a:gd name="connsiteY2-608" fmla="*/ 17498 h 1691715"/>
              <a:gd name="connsiteX3-609" fmla="*/ 11342509 w 11342509"/>
              <a:gd name="connsiteY3-610" fmla="*/ 74608 h 1691715"/>
              <a:gd name="connsiteX4-611" fmla="*/ 5643374 w 11342509"/>
              <a:gd name="connsiteY4-612" fmla="*/ 1691715 h 1691715"/>
              <a:gd name="connsiteX5-613" fmla="*/ 0 w 11342509"/>
              <a:gd name="connsiteY5-614" fmla="*/ 36855 h 1691715"/>
              <a:gd name="connsiteX6-615" fmla="*/ 276977 w 11342509"/>
              <a:gd name="connsiteY6-616" fmla="*/ 0 h 16917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222990" y="1401505"/>
            <a:ext cx="3746000" cy="104851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7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057" cy="4066384"/>
          </a:xfrm>
          <a:prstGeom prst="rect">
            <a:avLst/>
          </a:prstGeom>
        </p:spPr>
      </p:pic>
      <p:sp>
        <p:nvSpPr>
          <p:cNvPr id="19" name="任意多边形: 形状 20"/>
          <p:cNvSpPr/>
          <p:nvPr userDrawn="1"/>
        </p:nvSpPr>
        <p:spPr>
          <a:xfrm rot="10800000">
            <a:off x="-18" y="0"/>
            <a:ext cx="12192001" cy="4066750"/>
          </a:xfrm>
          <a:custGeom>
            <a:avLst/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任意多边形: 形状 44"/>
          <p:cNvSpPr/>
          <p:nvPr userDrawn="1"/>
        </p:nvSpPr>
        <p:spPr>
          <a:xfrm>
            <a:off x="0" y="2329236"/>
            <a:ext cx="12191985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49"/>
          <p:cNvSpPr/>
          <p:nvPr userDrawn="1"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-1" fmla="*/ 0 w 12208213"/>
              <a:gd name="connsiteY0-2" fmla="*/ 0 h 1605064"/>
              <a:gd name="connsiteX1-3" fmla="*/ 6099243 w 12208213"/>
              <a:gd name="connsiteY1-4" fmla="*/ 1498060 h 1605064"/>
              <a:gd name="connsiteX2-5" fmla="*/ 12198485 w 12208213"/>
              <a:gd name="connsiteY2-6" fmla="*/ 19456 h 1605064"/>
              <a:gd name="connsiteX3-7" fmla="*/ 12208213 w 12208213"/>
              <a:gd name="connsiteY3-8" fmla="*/ 282103 h 1605064"/>
              <a:gd name="connsiteX4-9" fmla="*/ 6108970 w 12208213"/>
              <a:gd name="connsiteY4-10" fmla="*/ 1605064 h 1605064"/>
              <a:gd name="connsiteX5-11" fmla="*/ 0 w 12208213"/>
              <a:gd name="connsiteY5-12" fmla="*/ 544749 h 1605064"/>
              <a:gd name="connsiteX6-13" fmla="*/ 0 w 12208213"/>
              <a:gd name="connsiteY6-14" fmla="*/ 0 h 1605064"/>
              <a:gd name="connsiteX0-15" fmla="*/ 0 w 12198485"/>
              <a:gd name="connsiteY0-16" fmla="*/ 0 h 1605064"/>
              <a:gd name="connsiteX1-17" fmla="*/ 6099243 w 12198485"/>
              <a:gd name="connsiteY1-18" fmla="*/ 1498060 h 1605064"/>
              <a:gd name="connsiteX2-19" fmla="*/ 12198485 w 12198485"/>
              <a:gd name="connsiteY2-20" fmla="*/ 19456 h 1605064"/>
              <a:gd name="connsiteX3-21" fmla="*/ 12198485 w 12198485"/>
              <a:gd name="connsiteY3-22" fmla="*/ 603115 h 1605064"/>
              <a:gd name="connsiteX4-23" fmla="*/ 6108970 w 12198485"/>
              <a:gd name="connsiteY4-24" fmla="*/ 1605064 h 1605064"/>
              <a:gd name="connsiteX5-25" fmla="*/ 0 w 12198485"/>
              <a:gd name="connsiteY5-26" fmla="*/ 544749 h 1605064"/>
              <a:gd name="connsiteX6-27" fmla="*/ 0 w 12198485"/>
              <a:gd name="connsiteY6-28" fmla="*/ 0 h 1605064"/>
              <a:gd name="connsiteX0-29" fmla="*/ 0 w 12198485"/>
              <a:gd name="connsiteY0-30" fmla="*/ 0 h 1605064"/>
              <a:gd name="connsiteX1-31" fmla="*/ 6108970 w 12198485"/>
              <a:gd name="connsiteY1-32" fmla="*/ 1507788 h 1605064"/>
              <a:gd name="connsiteX2-33" fmla="*/ 12198485 w 12198485"/>
              <a:gd name="connsiteY2-34" fmla="*/ 19456 h 1605064"/>
              <a:gd name="connsiteX3-35" fmla="*/ 12198485 w 12198485"/>
              <a:gd name="connsiteY3-36" fmla="*/ 603115 h 1605064"/>
              <a:gd name="connsiteX4-37" fmla="*/ 6108970 w 12198485"/>
              <a:gd name="connsiteY4-38" fmla="*/ 1605064 h 1605064"/>
              <a:gd name="connsiteX5-39" fmla="*/ 0 w 12198485"/>
              <a:gd name="connsiteY5-40" fmla="*/ 544749 h 1605064"/>
              <a:gd name="connsiteX6-41" fmla="*/ 0 w 12198485"/>
              <a:gd name="connsiteY6-42" fmla="*/ 0 h 1605064"/>
              <a:gd name="connsiteX0-43" fmla="*/ 632298 w 12830783"/>
              <a:gd name="connsiteY0-44" fmla="*/ 0 h 1605064"/>
              <a:gd name="connsiteX1-45" fmla="*/ 6741268 w 12830783"/>
              <a:gd name="connsiteY1-46" fmla="*/ 1507788 h 1605064"/>
              <a:gd name="connsiteX2-47" fmla="*/ 12830783 w 12830783"/>
              <a:gd name="connsiteY2-48" fmla="*/ 19456 h 1605064"/>
              <a:gd name="connsiteX3-49" fmla="*/ 12830783 w 12830783"/>
              <a:gd name="connsiteY3-50" fmla="*/ 603115 h 1605064"/>
              <a:gd name="connsiteX4-51" fmla="*/ 6741268 w 12830783"/>
              <a:gd name="connsiteY4-52" fmla="*/ 1605064 h 1605064"/>
              <a:gd name="connsiteX5-53" fmla="*/ 0 w 12830783"/>
              <a:gd name="connsiteY5-54" fmla="*/ 29183 h 1605064"/>
              <a:gd name="connsiteX6-55" fmla="*/ 632298 w 12830783"/>
              <a:gd name="connsiteY6-56" fmla="*/ 0 h 1605064"/>
              <a:gd name="connsiteX0-57" fmla="*/ 836579 w 12830783"/>
              <a:gd name="connsiteY0-58" fmla="*/ 0 h 1634247"/>
              <a:gd name="connsiteX1-59" fmla="*/ 6741268 w 12830783"/>
              <a:gd name="connsiteY1-60" fmla="*/ 1536971 h 1634247"/>
              <a:gd name="connsiteX2-61" fmla="*/ 12830783 w 12830783"/>
              <a:gd name="connsiteY2-62" fmla="*/ 48639 h 1634247"/>
              <a:gd name="connsiteX3-63" fmla="*/ 12830783 w 12830783"/>
              <a:gd name="connsiteY3-64" fmla="*/ 632298 h 1634247"/>
              <a:gd name="connsiteX4-65" fmla="*/ 6741268 w 12830783"/>
              <a:gd name="connsiteY4-66" fmla="*/ 1634247 h 1634247"/>
              <a:gd name="connsiteX5-67" fmla="*/ 0 w 12830783"/>
              <a:gd name="connsiteY5-68" fmla="*/ 58366 h 1634247"/>
              <a:gd name="connsiteX6-69" fmla="*/ 836579 w 12830783"/>
              <a:gd name="connsiteY6-70" fmla="*/ 0 h 1634247"/>
              <a:gd name="connsiteX0-71" fmla="*/ 836579 w 12830783"/>
              <a:gd name="connsiteY0-72" fmla="*/ 0 h 1702340"/>
              <a:gd name="connsiteX1-73" fmla="*/ 6741268 w 12830783"/>
              <a:gd name="connsiteY1-74" fmla="*/ 1536971 h 1702340"/>
              <a:gd name="connsiteX2-75" fmla="*/ 12830783 w 12830783"/>
              <a:gd name="connsiteY2-76" fmla="*/ 48639 h 1702340"/>
              <a:gd name="connsiteX3-77" fmla="*/ 12830783 w 12830783"/>
              <a:gd name="connsiteY3-78" fmla="*/ 632298 h 1702340"/>
              <a:gd name="connsiteX4-79" fmla="*/ 6750996 w 12830783"/>
              <a:gd name="connsiteY4-80" fmla="*/ 1702340 h 1702340"/>
              <a:gd name="connsiteX5-81" fmla="*/ 0 w 12830783"/>
              <a:gd name="connsiteY5-82" fmla="*/ 58366 h 1702340"/>
              <a:gd name="connsiteX6-83" fmla="*/ 836579 w 12830783"/>
              <a:gd name="connsiteY6-84" fmla="*/ 0 h 1702340"/>
              <a:gd name="connsiteX0-85" fmla="*/ 836579 w 12830783"/>
              <a:gd name="connsiteY0-86" fmla="*/ 0 h 1702340"/>
              <a:gd name="connsiteX1-87" fmla="*/ 6741268 w 12830783"/>
              <a:gd name="connsiteY1-88" fmla="*/ 1536971 h 1702340"/>
              <a:gd name="connsiteX2-89" fmla="*/ 12470860 w 12830783"/>
              <a:gd name="connsiteY2-90" fmla="*/ 19456 h 1702340"/>
              <a:gd name="connsiteX3-91" fmla="*/ 12830783 w 12830783"/>
              <a:gd name="connsiteY3-92" fmla="*/ 632298 h 1702340"/>
              <a:gd name="connsiteX4-93" fmla="*/ 6750996 w 12830783"/>
              <a:gd name="connsiteY4-94" fmla="*/ 1702340 h 1702340"/>
              <a:gd name="connsiteX5-95" fmla="*/ 0 w 12830783"/>
              <a:gd name="connsiteY5-96" fmla="*/ 58366 h 1702340"/>
              <a:gd name="connsiteX6-97" fmla="*/ 836579 w 12830783"/>
              <a:gd name="connsiteY6-98" fmla="*/ 0 h 1702340"/>
              <a:gd name="connsiteX0-99" fmla="*/ 836579 w 13239345"/>
              <a:gd name="connsiteY0-100" fmla="*/ 0 h 1702340"/>
              <a:gd name="connsiteX1-101" fmla="*/ 6741268 w 13239345"/>
              <a:gd name="connsiteY1-102" fmla="*/ 1536971 h 1702340"/>
              <a:gd name="connsiteX2-103" fmla="*/ 12470860 w 13239345"/>
              <a:gd name="connsiteY2-104" fmla="*/ 19456 h 1702340"/>
              <a:gd name="connsiteX3-105" fmla="*/ 13239345 w 13239345"/>
              <a:gd name="connsiteY3-106" fmla="*/ 107004 h 1702340"/>
              <a:gd name="connsiteX4-107" fmla="*/ 6750996 w 13239345"/>
              <a:gd name="connsiteY4-108" fmla="*/ 1702340 h 1702340"/>
              <a:gd name="connsiteX5-109" fmla="*/ 0 w 13239345"/>
              <a:gd name="connsiteY5-110" fmla="*/ 58366 h 1702340"/>
              <a:gd name="connsiteX6-111" fmla="*/ 836579 w 13239345"/>
              <a:gd name="connsiteY6-112" fmla="*/ 0 h 1702340"/>
              <a:gd name="connsiteX0-113" fmla="*/ 836579 w 13239345"/>
              <a:gd name="connsiteY0-114" fmla="*/ 107003 h 1809343"/>
              <a:gd name="connsiteX1-115" fmla="*/ 6741268 w 13239345"/>
              <a:gd name="connsiteY1-116" fmla="*/ 1643974 h 1809343"/>
              <a:gd name="connsiteX2-117" fmla="*/ 12169303 w 13239345"/>
              <a:gd name="connsiteY2-118" fmla="*/ 0 h 1809343"/>
              <a:gd name="connsiteX3-119" fmla="*/ 13239345 w 13239345"/>
              <a:gd name="connsiteY3-120" fmla="*/ 214007 h 1809343"/>
              <a:gd name="connsiteX4-121" fmla="*/ 6750996 w 13239345"/>
              <a:gd name="connsiteY4-122" fmla="*/ 1809343 h 1809343"/>
              <a:gd name="connsiteX5-123" fmla="*/ 0 w 13239345"/>
              <a:gd name="connsiteY5-124" fmla="*/ 165369 h 1809343"/>
              <a:gd name="connsiteX6-125" fmla="*/ 836579 w 13239345"/>
              <a:gd name="connsiteY6-126" fmla="*/ 107003 h 1809343"/>
              <a:gd name="connsiteX0-127" fmla="*/ 1342417 w 13239345"/>
              <a:gd name="connsiteY0-128" fmla="*/ 29182 h 1809343"/>
              <a:gd name="connsiteX1-129" fmla="*/ 6741268 w 13239345"/>
              <a:gd name="connsiteY1-130" fmla="*/ 1643974 h 1809343"/>
              <a:gd name="connsiteX2-131" fmla="*/ 12169303 w 13239345"/>
              <a:gd name="connsiteY2-132" fmla="*/ 0 h 1809343"/>
              <a:gd name="connsiteX3-133" fmla="*/ 13239345 w 13239345"/>
              <a:gd name="connsiteY3-134" fmla="*/ 214007 h 1809343"/>
              <a:gd name="connsiteX4-135" fmla="*/ 6750996 w 13239345"/>
              <a:gd name="connsiteY4-136" fmla="*/ 1809343 h 1809343"/>
              <a:gd name="connsiteX5-137" fmla="*/ 0 w 13239345"/>
              <a:gd name="connsiteY5-138" fmla="*/ 165369 h 1809343"/>
              <a:gd name="connsiteX6-139" fmla="*/ 1342417 w 13239345"/>
              <a:gd name="connsiteY6-140" fmla="*/ 29182 h 1809343"/>
              <a:gd name="connsiteX0-141" fmla="*/ 1294792 w 13239345"/>
              <a:gd name="connsiteY0-142" fmla="*/ 607 h 1809343"/>
              <a:gd name="connsiteX1-143" fmla="*/ 6741268 w 13239345"/>
              <a:gd name="connsiteY1-144" fmla="*/ 1643974 h 1809343"/>
              <a:gd name="connsiteX2-145" fmla="*/ 12169303 w 13239345"/>
              <a:gd name="connsiteY2-146" fmla="*/ 0 h 1809343"/>
              <a:gd name="connsiteX3-147" fmla="*/ 13239345 w 13239345"/>
              <a:gd name="connsiteY3-148" fmla="*/ 214007 h 1809343"/>
              <a:gd name="connsiteX4-149" fmla="*/ 6750996 w 13239345"/>
              <a:gd name="connsiteY4-150" fmla="*/ 1809343 h 1809343"/>
              <a:gd name="connsiteX5-151" fmla="*/ 0 w 13239345"/>
              <a:gd name="connsiteY5-152" fmla="*/ 165369 h 1809343"/>
              <a:gd name="connsiteX6-153" fmla="*/ 1294792 w 13239345"/>
              <a:gd name="connsiteY6-154" fmla="*/ 607 h 1809343"/>
              <a:gd name="connsiteX0-155" fmla="*/ 1294792 w 13239345"/>
              <a:gd name="connsiteY0-156" fmla="*/ 607 h 1809343"/>
              <a:gd name="connsiteX1-157" fmla="*/ 6741268 w 13239345"/>
              <a:gd name="connsiteY1-158" fmla="*/ 1643974 h 1809343"/>
              <a:gd name="connsiteX2-159" fmla="*/ 12169303 w 13239345"/>
              <a:gd name="connsiteY2-160" fmla="*/ 0 h 1809343"/>
              <a:gd name="connsiteX3-161" fmla="*/ 13239345 w 13239345"/>
              <a:gd name="connsiteY3-162" fmla="*/ 214007 h 1809343"/>
              <a:gd name="connsiteX4-163" fmla="*/ 6750996 w 13239345"/>
              <a:gd name="connsiteY4-164" fmla="*/ 1809343 h 1809343"/>
              <a:gd name="connsiteX5-165" fmla="*/ 0 w 13239345"/>
              <a:gd name="connsiteY5-166" fmla="*/ 165369 h 1809343"/>
              <a:gd name="connsiteX6-167" fmla="*/ 1294792 w 13239345"/>
              <a:gd name="connsiteY6-168" fmla="*/ 607 h 1809343"/>
              <a:gd name="connsiteX0-169" fmla="*/ 1294792 w 13239345"/>
              <a:gd name="connsiteY0-170" fmla="*/ 607 h 1809343"/>
              <a:gd name="connsiteX1-171" fmla="*/ 6741268 w 13239345"/>
              <a:gd name="connsiteY1-172" fmla="*/ 1643974 h 1809343"/>
              <a:gd name="connsiteX2-173" fmla="*/ 12169303 w 13239345"/>
              <a:gd name="connsiteY2-174" fmla="*/ 0 h 1809343"/>
              <a:gd name="connsiteX3-175" fmla="*/ 13239345 w 13239345"/>
              <a:gd name="connsiteY3-176" fmla="*/ 214007 h 1809343"/>
              <a:gd name="connsiteX4-177" fmla="*/ 6750996 w 13239345"/>
              <a:gd name="connsiteY4-178" fmla="*/ 1809343 h 1809343"/>
              <a:gd name="connsiteX5-179" fmla="*/ 0 w 13239345"/>
              <a:gd name="connsiteY5-180" fmla="*/ 165369 h 1809343"/>
              <a:gd name="connsiteX6-181" fmla="*/ 1294792 w 13239345"/>
              <a:gd name="connsiteY6-182" fmla="*/ 607 h 1809343"/>
              <a:gd name="connsiteX0-183" fmla="*/ 1294792 w 13239345"/>
              <a:gd name="connsiteY0-184" fmla="*/ 607 h 1809343"/>
              <a:gd name="connsiteX1-185" fmla="*/ 6741268 w 13239345"/>
              <a:gd name="connsiteY1-186" fmla="*/ 1643974 h 1809343"/>
              <a:gd name="connsiteX2-187" fmla="*/ 12169303 w 13239345"/>
              <a:gd name="connsiteY2-188" fmla="*/ 0 h 1809343"/>
              <a:gd name="connsiteX3-189" fmla="*/ 13239345 w 13239345"/>
              <a:gd name="connsiteY3-190" fmla="*/ 214007 h 1809343"/>
              <a:gd name="connsiteX4-191" fmla="*/ 6750996 w 13239345"/>
              <a:gd name="connsiteY4-192" fmla="*/ 1809343 h 1809343"/>
              <a:gd name="connsiteX5-193" fmla="*/ 0 w 13239345"/>
              <a:gd name="connsiteY5-194" fmla="*/ 165369 h 1809343"/>
              <a:gd name="connsiteX6-195" fmla="*/ 1294792 w 13239345"/>
              <a:gd name="connsiteY6-196" fmla="*/ 607 h 1809343"/>
              <a:gd name="connsiteX0-197" fmla="*/ 1294792 w 13239345"/>
              <a:gd name="connsiteY0-198" fmla="*/ 607 h 1809343"/>
              <a:gd name="connsiteX1-199" fmla="*/ 6741268 w 13239345"/>
              <a:gd name="connsiteY1-200" fmla="*/ 1643974 h 1809343"/>
              <a:gd name="connsiteX2-201" fmla="*/ 12169303 w 13239345"/>
              <a:gd name="connsiteY2-202" fmla="*/ 0 h 1809343"/>
              <a:gd name="connsiteX3-203" fmla="*/ 13239345 w 13239345"/>
              <a:gd name="connsiteY3-204" fmla="*/ 214007 h 1809343"/>
              <a:gd name="connsiteX4-205" fmla="*/ 6750996 w 13239345"/>
              <a:gd name="connsiteY4-206" fmla="*/ 1809343 h 1809343"/>
              <a:gd name="connsiteX5-207" fmla="*/ 0 w 13239345"/>
              <a:gd name="connsiteY5-208" fmla="*/ 165369 h 1809343"/>
              <a:gd name="connsiteX6-209" fmla="*/ 1294792 w 13239345"/>
              <a:gd name="connsiteY6-210" fmla="*/ 607 h 1809343"/>
              <a:gd name="connsiteX0-211" fmla="*/ 1294792 w 13239345"/>
              <a:gd name="connsiteY0-212" fmla="*/ 607 h 1809343"/>
              <a:gd name="connsiteX1-213" fmla="*/ 6741268 w 13239345"/>
              <a:gd name="connsiteY1-214" fmla="*/ 1643974 h 1809343"/>
              <a:gd name="connsiteX2-215" fmla="*/ 12169303 w 13239345"/>
              <a:gd name="connsiteY2-216" fmla="*/ 0 h 1809343"/>
              <a:gd name="connsiteX3-217" fmla="*/ 13239345 w 13239345"/>
              <a:gd name="connsiteY3-218" fmla="*/ 214007 h 1809343"/>
              <a:gd name="connsiteX4-219" fmla="*/ 6750996 w 13239345"/>
              <a:gd name="connsiteY4-220" fmla="*/ 1809343 h 1809343"/>
              <a:gd name="connsiteX5-221" fmla="*/ 0 w 13239345"/>
              <a:gd name="connsiteY5-222" fmla="*/ 165369 h 1809343"/>
              <a:gd name="connsiteX6-223" fmla="*/ 1294792 w 13239345"/>
              <a:gd name="connsiteY6-224" fmla="*/ 607 h 1809343"/>
              <a:gd name="connsiteX0-225" fmla="*/ 1294792 w 13239345"/>
              <a:gd name="connsiteY0-226" fmla="*/ 607 h 1809343"/>
              <a:gd name="connsiteX1-227" fmla="*/ 6741268 w 13239345"/>
              <a:gd name="connsiteY1-228" fmla="*/ 1643974 h 1809343"/>
              <a:gd name="connsiteX2-229" fmla="*/ 12169303 w 13239345"/>
              <a:gd name="connsiteY2-230" fmla="*/ 0 h 1809343"/>
              <a:gd name="connsiteX3-231" fmla="*/ 13239345 w 13239345"/>
              <a:gd name="connsiteY3-232" fmla="*/ 214007 h 1809343"/>
              <a:gd name="connsiteX4-233" fmla="*/ 6750996 w 13239345"/>
              <a:gd name="connsiteY4-234" fmla="*/ 1809343 h 1809343"/>
              <a:gd name="connsiteX5-235" fmla="*/ 0 w 13239345"/>
              <a:gd name="connsiteY5-236" fmla="*/ 165369 h 1809343"/>
              <a:gd name="connsiteX6-237" fmla="*/ 1294792 w 13239345"/>
              <a:gd name="connsiteY6-238" fmla="*/ 607 h 1809343"/>
              <a:gd name="connsiteX0-239" fmla="*/ 1294792 w 13239345"/>
              <a:gd name="connsiteY0-240" fmla="*/ 607 h 1809343"/>
              <a:gd name="connsiteX1-241" fmla="*/ 6741268 w 13239345"/>
              <a:gd name="connsiteY1-242" fmla="*/ 1643974 h 1809343"/>
              <a:gd name="connsiteX2-243" fmla="*/ 12169303 w 13239345"/>
              <a:gd name="connsiteY2-244" fmla="*/ 0 h 1809343"/>
              <a:gd name="connsiteX3-245" fmla="*/ 13239345 w 13239345"/>
              <a:gd name="connsiteY3-246" fmla="*/ 214007 h 1809343"/>
              <a:gd name="connsiteX4-247" fmla="*/ 6750996 w 13239345"/>
              <a:gd name="connsiteY4-248" fmla="*/ 1809343 h 1809343"/>
              <a:gd name="connsiteX5-249" fmla="*/ 0 w 13239345"/>
              <a:gd name="connsiteY5-250" fmla="*/ 165369 h 1809343"/>
              <a:gd name="connsiteX6-251" fmla="*/ 1294792 w 13239345"/>
              <a:gd name="connsiteY6-252" fmla="*/ 607 h 1809343"/>
              <a:gd name="connsiteX0-253" fmla="*/ 1294792 w 13239345"/>
              <a:gd name="connsiteY0-254" fmla="*/ 607 h 1809343"/>
              <a:gd name="connsiteX1-255" fmla="*/ 6741268 w 13239345"/>
              <a:gd name="connsiteY1-256" fmla="*/ 1643974 h 1809343"/>
              <a:gd name="connsiteX2-257" fmla="*/ 12169303 w 13239345"/>
              <a:gd name="connsiteY2-258" fmla="*/ 0 h 1809343"/>
              <a:gd name="connsiteX3-259" fmla="*/ 13239345 w 13239345"/>
              <a:gd name="connsiteY3-260" fmla="*/ 214007 h 1809343"/>
              <a:gd name="connsiteX4-261" fmla="*/ 6750996 w 13239345"/>
              <a:gd name="connsiteY4-262" fmla="*/ 1809343 h 1809343"/>
              <a:gd name="connsiteX5-263" fmla="*/ 0 w 13239345"/>
              <a:gd name="connsiteY5-264" fmla="*/ 165369 h 1809343"/>
              <a:gd name="connsiteX6-265" fmla="*/ 1294792 w 13239345"/>
              <a:gd name="connsiteY6-266" fmla="*/ 607 h 1809343"/>
              <a:gd name="connsiteX0-267" fmla="*/ 1294792 w 13239345"/>
              <a:gd name="connsiteY0-268" fmla="*/ 607 h 1809343"/>
              <a:gd name="connsiteX1-269" fmla="*/ 6741268 w 13239345"/>
              <a:gd name="connsiteY1-270" fmla="*/ 1643974 h 1809343"/>
              <a:gd name="connsiteX2-271" fmla="*/ 12169303 w 13239345"/>
              <a:gd name="connsiteY2-272" fmla="*/ 0 h 1809343"/>
              <a:gd name="connsiteX3-273" fmla="*/ 13239345 w 13239345"/>
              <a:gd name="connsiteY3-274" fmla="*/ 214007 h 1809343"/>
              <a:gd name="connsiteX4-275" fmla="*/ 6750996 w 13239345"/>
              <a:gd name="connsiteY4-276" fmla="*/ 1809343 h 1809343"/>
              <a:gd name="connsiteX5-277" fmla="*/ 0 w 13239345"/>
              <a:gd name="connsiteY5-278" fmla="*/ 165369 h 1809343"/>
              <a:gd name="connsiteX6-279" fmla="*/ 1294792 w 13239345"/>
              <a:gd name="connsiteY6-280" fmla="*/ 607 h 1809343"/>
              <a:gd name="connsiteX0-281" fmla="*/ 1294792 w 13239345"/>
              <a:gd name="connsiteY0-282" fmla="*/ 607 h 1809343"/>
              <a:gd name="connsiteX1-283" fmla="*/ 6741268 w 13239345"/>
              <a:gd name="connsiteY1-284" fmla="*/ 1643974 h 1809343"/>
              <a:gd name="connsiteX2-285" fmla="*/ 12169303 w 13239345"/>
              <a:gd name="connsiteY2-286" fmla="*/ 0 h 1809343"/>
              <a:gd name="connsiteX3-287" fmla="*/ 13239345 w 13239345"/>
              <a:gd name="connsiteY3-288" fmla="*/ 214007 h 1809343"/>
              <a:gd name="connsiteX4-289" fmla="*/ 6750996 w 13239345"/>
              <a:gd name="connsiteY4-290" fmla="*/ 1809343 h 1809343"/>
              <a:gd name="connsiteX5-291" fmla="*/ 0 w 13239345"/>
              <a:gd name="connsiteY5-292" fmla="*/ 165369 h 1809343"/>
              <a:gd name="connsiteX6-293" fmla="*/ 1294792 w 13239345"/>
              <a:gd name="connsiteY6-294" fmla="*/ 607 h 1809343"/>
              <a:gd name="connsiteX0-295" fmla="*/ 1294792 w 12651516"/>
              <a:gd name="connsiteY0-296" fmla="*/ 607 h 1809343"/>
              <a:gd name="connsiteX1-297" fmla="*/ 6741268 w 12651516"/>
              <a:gd name="connsiteY1-298" fmla="*/ 1643974 h 1809343"/>
              <a:gd name="connsiteX2-299" fmla="*/ 12169303 w 12651516"/>
              <a:gd name="connsiteY2-300" fmla="*/ 0 h 1809343"/>
              <a:gd name="connsiteX3-301" fmla="*/ 12651516 w 12651516"/>
              <a:gd name="connsiteY3-302" fmla="*/ 83379 h 1809343"/>
              <a:gd name="connsiteX4-303" fmla="*/ 6750996 w 12651516"/>
              <a:gd name="connsiteY4-304" fmla="*/ 1809343 h 1809343"/>
              <a:gd name="connsiteX5-305" fmla="*/ 0 w 12651516"/>
              <a:gd name="connsiteY5-306" fmla="*/ 165369 h 1809343"/>
              <a:gd name="connsiteX6-307" fmla="*/ 1294792 w 12651516"/>
              <a:gd name="connsiteY6-308" fmla="*/ 607 h 1809343"/>
              <a:gd name="connsiteX0-309" fmla="*/ 1294792 w 12564431"/>
              <a:gd name="connsiteY0-310" fmla="*/ 607 h 1809343"/>
              <a:gd name="connsiteX1-311" fmla="*/ 6741268 w 12564431"/>
              <a:gd name="connsiteY1-312" fmla="*/ 1643974 h 1809343"/>
              <a:gd name="connsiteX2-313" fmla="*/ 12169303 w 12564431"/>
              <a:gd name="connsiteY2-314" fmla="*/ 0 h 1809343"/>
              <a:gd name="connsiteX3-315" fmla="*/ 12564431 w 12564431"/>
              <a:gd name="connsiteY3-316" fmla="*/ 83379 h 1809343"/>
              <a:gd name="connsiteX4-317" fmla="*/ 6750996 w 12564431"/>
              <a:gd name="connsiteY4-318" fmla="*/ 1809343 h 1809343"/>
              <a:gd name="connsiteX5-319" fmla="*/ 0 w 12564431"/>
              <a:gd name="connsiteY5-320" fmla="*/ 165369 h 1809343"/>
              <a:gd name="connsiteX6-321" fmla="*/ 1294792 w 12564431"/>
              <a:gd name="connsiteY6-322" fmla="*/ 607 h 1809343"/>
              <a:gd name="connsiteX0-323" fmla="*/ 423935 w 11693574"/>
              <a:gd name="connsiteY0-324" fmla="*/ 607 h 1809343"/>
              <a:gd name="connsiteX1-325" fmla="*/ 5870411 w 11693574"/>
              <a:gd name="connsiteY1-326" fmla="*/ 1643974 h 1809343"/>
              <a:gd name="connsiteX2-327" fmla="*/ 11298446 w 11693574"/>
              <a:gd name="connsiteY2-328" fmla="*/ 0 h 1809343"/>
              <a:gd name="connsiteX3-329" fmla="*/ 11693574 w 11693574"/>
              <a:gd name="connsiteY3-330" fmla="*/ 83379 h 1809343"/>
              <a:gd name="connsiteX4-331" fmla="*/ 5880139 w 11693574"/>
              <a:gd name="connsiteY4-332" fmla="*/ 1809343 h 1809343"/>
              <a:gd name="connsiteX5-333" fmla="*/ 0 w 11693574"/>
              <a:gd name="connsiteY5-334" fmla="*/ 45626 h 1809343"/>
              <a:gd name="connsiteX6-335" fmla="*/ 423935 w 11693574"/>
              <a:gd name="connsiteY6-336" fmla="*/ 607 h 1809343"/>
              <a:gd name="connsiteX0-337" fmla="*/ 423935 w 11693574"/>
              <a:gd name="connsiteY0-338" fmla="*/ 607 h 1733143"/>
              <a:gd name="connsiteX1-339" fmla="*/ 5870411 w 11693574"/>
              <a:gd name="connsiteY1-340" fmla="*/ 1643974 h 1733143"/>
              <a:gd name="connsiteX2-341" fmla="*/ 11298446 w 11693574"/>
              <a:gd name="connsiteY2-342" fmla="*/ 0 h 1733143"/>
              <a:gd name="connsiteX3-343" fmla="*/ 11693574 w 11693574"/>
              <a:gd name="connsiteY3-344" fmla="*/ 83379 h 1733143"/>
              <a:gd name="connsiteX4-345" fmla="*/ 5880139 w 11693574"/>
              <a:gd name="connsiteY4-346" fmla="*/ 1733143 h 1733143"/>
              <a:gd name="connsiteX5-347" fmla="*/ 0 w 11693574"/>
              <a:gd name="connsiteY5-348" fmla="*/ 45626 h 1733143"/>
              <a:gd name="connsiteX6-349" fmla="*/ 423935 w 11693574"/>
              <a:gd name="connsiteY6-350" fmla="*/ 607 h 1733143"/>
              <a:gd name="connsiteX0-351" fmla="*/ 423935 w 11709902"/>
              <a:gd name="connsiteY0-352" fmla="*/ 607 h 1733143"/>
              <a:gd name="connsiteX1-353" fmla="*/ 5870411 w 11709902"/>
              <a:gd name="connsiteY1-354" fmla="*/ 1643974 h 1733143"/>
              <a:gd name="connsiteX2-355" fmla="*/ 11298446 w 11709902"/>
              <a:gd name="connsiteY2-356" fmla="*/ 0 h 1733143"/>
              <a:gd name="connsiteX3-357" fmla="*/ 11709902 w 11709902"/>
              <a:gd name="connsiteY3-358" fmla="*/ 83379 h 1733143"/>
              <a:gd name="connsiteX4-359" fmla="*/ 5880139 w 11709902"/>
              <a:gd name="connsiteY4-360" fmla="*/ 1733143 h 1733143"/>
              <a:gd name="connsiteX5-361" fmla="*/ 0 w 11709902"/>
              <a:gd name="connsiteY5-362" fmla="*/ 45626 h 1733143"/>
              <a:gd name="connsiteX6-363" fmla="*/ 423935 w 11709902"/>
              <a:gd name="connsiteY6-364" fmla="*/ 607 h 1733143"/>
              <a:gd name="connsiteX0-365" fmla="*/ 423935 w 11571109"/>
              <a:gd name="connsiteY0-366" fmla="*/ 607 h 1733143"/>
              <a:gd name="connsiteX1-367" fmla="*/ 5870411 w 11571109"/>
              <a:gd name="connsiteY1-368" fmla="*/ 1643974 h 1733143"/>
              <a:gd name="connsiteX2-369" fmla="*/ 11298446 w 11571109"/>
              <a:gd name="connsiteY2-370" fmla="*/ 0 h 1733143"/>
              <a:gd name="connsiteX3-371" fmla="*/ 11571109 w 11571109"/>
              <a:gd name="connsiteY3-372" fmla="*/ 116036 h 1733143"/>
              <a:gd name="connsiteX4-373" fmla="*/ 5880139 w 11571109"/>
              <a:gd name="connsiteY4-374" fmla="*/ 1733143 h 1733143"/>
              <a:gd name="connsiteX5-375" fmla="*/ 0 w 11571109"/>
              <a:gd name="connsiteY5-376" fmla="*/ 45626 h 1733143"/>
              <a:gd name="connsiteX6-377" fmla="*/ 423935 w 11571109"/>
              <a:gd name="connsiteY6-378" fmla="*/ 607 h 1733143"/>
              <a:gd name="connsiteX0-379" fmla="*/ 423935 w 11579274"/>
              <a:gd name="connsiteY0-380" fmla="*/ 607 h 1733143"/>
              <a:gd name="connsiteX1-381" fmla="*/ 5870411 w 11579274"/>
              <a:gd name="connsiteY1-382" fmla="*/ 1643974 h 1733143"/>
              <a:gd name="connsiteX2-383" fmla="*/ 11298446 w 11579274"/>
              <a:gd name="connsiteY2-384" fmla="*/ 0 h 1733143"/>
              <a:gd name="connsiteX3-385" fmla="*/ 11579274 w 11579274"/>
              <a:gd name="connsiteY3-386" fmla="*/ 116036 h 1733143"/>
              <a:gd name="connsiteX4-387" fmla="*/ 5880139 w 11579274"/>
              <a:gd name="connsiteY4-388" fmla="*/ 1733143 h 1733143"/>
              <a:gd name="connsiteX5-389" fmla="*/ 0 w 11579274"/>
              <a:gd name="connsiteY5-390" fmla="*/ 45626 h 1733143"/>
              <a:gd name="connsiteX6-391" fmla="*/ 423935 w 11579274"/>
              <a:gd name="connsiteY6-392" fmla="*/ 607 h 1733143"/>
              <a:gd name="connsiteX0-393" fmla="*/ 423935 w 11579274"/>
              <a:gd name="connsiteY0-394" fmla="*/ 0 h 1732536"/>
              <a:gd name="connsiteX1-395" fmla="*/ 5870411 w 11579274"/>
              <a:gd name="connsiteY1-396" fmla="*/ 1643367 h 1732536"/>
              <a:gd name="connsiteX2-397" fmla="*/ 11233132 w 11579274"/>
              <a:gd name="connsiteY2-398" fmla="*/ 48379 h 1732536"/>
              <a:gd name="connsiteX3-399" fmla="*/ 11579274 w 11579274"/>
              <a:gd name="connsiteY3-400" fmla="*/ 115429 h 1732536"/>
              <a:gd name="connsiteX4-401" fmla="*/ 5880139 w 11579274"/>
              <a:gd name="connsiteY4-402" fmla="*/ 1732536 h 1732536"/>
              <a:gd name="connsiteX5-403" fmla="*/ 0 w 11579274"/>
              <a:gd name="connsiteY5-404" fmla="*/ 45019 h 1732536"/>
              <a:gd name="connsiteX6-405" fmla="*/ 423935 w 11579274"/>
              <a:gd name="connsiteY6-406" fmla="*/ 0 h 1732536"/>
              <a:gd name="connsiteX0-407" fmla="*/ 423935 w 11579274"/>
              <a:gd name="connsiteY0-408" fmla="*/ 0 h 1732536"/>
              <a:gd name="connsiteX1-409" fmla="*/ 5870411 w 11579274"/>
              <a:gd name="connsiteY1-410" fmla="*/ 1643367 h 1732536"/>
              <a:gd name="connsiteX2-411" fmla="*/ 11241297 w 11579274"/>
              <a:gd name="connsiteY2-412" fmla="*/ 32050 h 1732536"/>
              <a:gd name="connsiteX3-413" fmla="*/ 11579274 w 11579274"/>
              <a:gd name="connsiteY3-414" fmla="*/ 115429 h 1732536"/>
              <a:gd name="connsiteX4-415" fmla="*/ 5880139 w 11579274"/>
              <a:gd name="connsiteY4-416" fmla="*/ 1732536 h 1732536"/>
              <a:gd name="connsiteX5-417" fmla="*/ 0 w 11579274"/>
              <a:gd name="connsiteY5-418" fmla="*/ 45019 h 1732536"/>
              <a:gd name="connsiteX6-419" fmla="*/ 423935 w 11579274"/>
              <a:gd name="connsiteY6-420" fmla="*/ 0 h 1732536"/>
              <a:gd name="connsiteX0-421" fmla="*/ 423935 w 11579274"/>
              <a:gd name="connsiteY0-422" fmla="*/ 0 h 1732536"/>
              <a:gd name="connsiteX1-423" fmla="*/ 5870411 w 11579274"/>
              <a:gd name="connsiteY1-424" fmla="*/ 1643367 h 1732536"/>
              <a:gd name="connsiteX2-425" fmla="*/ 11241297 w 11579274"/>
              <a:gd name="connsiteY2-426" fmla="*/ 32050 h 1732536"/>
              <a:gd name="connsiteX3-427" fmla="*/ 11579274 w 11579274"/>
              <a:gd name="connsiteY3-428" fmla="*/ 115429 h 1732536"/>
              <a:gd name="connsiteX4-429" fmla="*/ 5880139 w 11579274"/>
              <a:gd name="connsiteY4-430" fmla="*/ 1732536 h 1732536"/>
              <a:gd name="connsiteX5-431" fmla="*/ 0 w 11579274"/>
              <a:gd name="connsiteY5-432" fmla="*/ 45019 h 1732536"/>
              <a:gd name="connsiteX6-433" fmla="*/ 423935 w 11579274"/>
              <a:gd name="connsiteY6-434" fmla="*/ 0 h 1732536"/>
              <a:gd name="connsiteX0-435" fmla="*/ 423935 w 11579274"/>
              <a:gd name="connsiteY0-436" fmla="*/ 0 h 1732536"/>
              <a:gd name="connsiteX1-437" fmla="*/ 5870411 w 11579274"/>
              <a:gd name="connsiteY1-438" fmla="*/ 1643367 h 1732536"/>
              <a:gd name="connsiteX2-439" fmla="*/ 11224968 w 11579274"/>
              <a:gd name="connsiteY2-440" fmla="*/ 48379 h 1732536"/>
              <a:gd name="connsiteX3-441" fmla="*/ 11579274 w 11579274"/>
              <a:gd name="connsiteY3-442" fmla="*/ 115429 h 1732536"/>
              <a:gd name="connsiteX4-443" fmla="*/ 5880139 w 11579274"/>
              <a:gd name="connsiteY4-444" fmla="*/ 1732536 h 1732536"/>
              <a:gd name="connsiteX5-445" fmla="*/ 0 w 11579274"/>
              <a:gd name="connsiteY5-446" fmla="*/ 45019 h 1732536"/>
              <a:gd name="connsiteX6-447" fmla="*/ 423935 w 11579274"/>
              <a:gd name="connsiteY6-448" fmla="*/ 0 h 1732536"/>
              <a:gd name="connsiteX0-449" fmla="*/ 219828 w 11375167"/>
              <a:gd name="connsiteY0-450" fmla="*/ 0 h 1732536"/>
              <a:gd name="connsiteX1-451" fmla="*/ 5666304 w 11375167"/>
              <a:gd name="connsiteY1-452" fmla="*/ 1643367 h 1732536"/>
              <a:gd name="connsiteX2-453" fmla="*/ 11020861 w 11375167"/>
              <a:gd name="connsiteY2-454" fmla="*/ 48379 h 1732536"/>
              <a:gd name="connsiteX3-455" fmla="*/ 11375167 w 11375167"/>
              <a:gd name="connsiteY3-456" fmla="*/ 115429 h 1732536"/>
              <a:gd name="connsiteX4-457" fmla="*/ 5676032 w 11375167"/>
              <a:gd name="connsiteY4-458" fmla="*/ 1732536 h 1732536"/>
              <a:gd name="connsiteX5-459" fmla="*/ 0 w 11375167"/>
              <a:gd name="connsiteY5-460" fmla="*/ 77676 h 1732536"/>
              <a:gd name="connsiteX6-461" fmla="*/ 219828 w 11375167"/>
              <a:gd name="connsiteY6-462" fmla="*/ 0 h 1732536"/>
              <a:gd name="connsiteX0-463" fmla="*/ 293307 w 11375167"/>
              <a:gd name="connsiteY0-464" fmla="*/ 0 h 1708044"/>
              <a:gd name="connsiteX1-465" fmla="*/ 5666304 w 11375167"/>
              <a:gd name="connsiteY1-466" fmla="*/ 1618875 h 1708044"/>
              <a:gd name="connsiteX2-467" fmla="*/ 11020861 w 11375167"/>
              <a:gd name="connsiteY2-468" fmla="*/ 23887 h 1708044"/>
              <a:gd name="connsiteX3-469" fmla="*/ 11375167 w 11375167"/>
              <a:gd name="connsiteY3-470" fmla="*/ 90937 h 1708044"/>
              <a:gd name="connsiteX4-471" fmla="*/ 5676032 w 11375167"/>
              <a:gd name="connsiteY4-472" fmla="*/ 1708044 h 1708044"/>
              <a:gd name="connsiteX5-473" fmla="*/ 0 w 11375167"/>
              <a:gd name="connsiteY5-474" fmla="*/ 53184 h 1708044"/>
              <a:gd name="connsiteX6-475" fmla="*/ 293307 w 11375167"/>
              <a:gd name="connsiteY6-476" fmla="*/ 0 h 1708044"/>
              <a:gd name="connsiteX0-477" fmla="*/ 317800 w 11375167"/>
              <a:gd name="connsiteY0-478" fmla="*/ 606 h 1684157"/>
              <a:gd name="connsiteX1-479" fmla="*/ 5666304 w 11375167"/>
              <a:gd name="connsiteY1-480" fmla="*/ 1594988 h 1684157"/>
              <a:gd name="connsiteX2-481" fmla="*/ 11020861 w 11375167"/>
              <a:gd name="connsiteY2-482" fmla="*/ 0 h 1684157"/>
              <a:gd name="connsiteX3-483" fmla="*/ 11375167 w 11375167"/>
              <a:gd name="connsiteY3-484" fmla="*/ 67050 h 1684157"/>
              <a:gd name="connsiteX4-485" fmla="*/ 5676032 w 11375167"/>
              <a:gd name="connsiteY4-486" fmla="*/ 1684157 h 1684157"/>
              <a:gd name="connsiteX5-487" fmla="*/ 0 w 11375167"/>
              <a:gd name="connsiteY5-488" fmla="*/ 29297 h 1684157"/>
              <a:gd name="connsiteX6-489" fmla="*/ 317800 w 11375167"/>
              <a:gd name="connsiteY6-490" fmla="*/ 606 h 1684157"/>
              <a:gd name="connsiteX0-491" fmla="*/ 285142 w 11342509"/>
              <a:gd name="connsiteY0-492" fmla="*/ 606 h 1684157"/>
              <a:gd name="connsiteX1-493" fmla="*/ 5633646 w 11342509"/>
              <a:gd name="connsiteY1-494" fmla="*/ 1594988 h 1684157"/>
              <a:gd name="connsiteX2-495" fmla="*/ 10988203 w 11342509"/>
              <a:gd name="connsiteY2-496" fmla="*/ 0 h 1684157"/>
              <a:gd name="connsiteX3-497" fmla="*/ 11342509 w 11342509"/>
              <a:gd name="connsiteY3-498" fmla="*/ 67050 h 1684157"/>
              <a:gd name="connsiteX4-499" fmla="*/ 5643374 w 11342509"/>
              <a:gd name="connsiteY4-500" fmla="*/ 1684157 h 1684157"/>
              <a:gd name="connsiteX5-501" fmla="*/ 0 w 11342509"/>
              <a:gd name="connsiteY5-502" fmla="*/ 29297 h 1684157"/>
              <a:gd name="connsiteX6-503" fmla="*/ 285142 w 11342509"/>
              <a:gd name="connsiteY6-504" fmla="*/ 606 h 1684157"/>
              <a:gd name="connsiteX0-505" fmla="*/ 276977 w 11342509"/>
              <a:gd name="connsiteY0-506" fmla="*/ 0 h 1691715"/>
              <a:gd name="connsiteX1-507" fmla="*/ 5633646 w 11342509"/>
              <a:gd name="connsiteY1-508" fmla="*/ 1602546 h 1691715"/>
              <a:gd name="connsiteX2-509" fmla="*/ 10988203 w 11342509"/>
              <a:gd name="connsiteY2-510" fmla="*/ 7558 h 1691715"/>
              <a:gd name="connsiteX3-511" fmla="*/ 11342509 w 11342509"/>
              <a:gd name="connsiteY3-512" fmla="*/ 74608 h 1691715"/>
              <a:gd name="connsiteX4-513" fmla="*/ 5643374 w 11342509"/>
              <a:gd name="connsiteY4-514" fmla="*/ 1691715 h 1691715"/>
              <a:gd name="connsiteX5-515" fmla="*/ 0 w 11342509"/>
              <a:gd name="connsiteY5-516" fmla="*/ 36855 h 1691715"/>
              <a:gd name="connsiteX6-517" fmla="*/ 276977 w 11342509"/>
              <a:gd name="connsiteY6-518" fmla="*/ 0 h 1691715"/>
              <a:gd name="connsiteX0-519" fmla="*/ 276977 w 11342509"/>
              <a:gd name="connsiteY0-520" fmla="*/ 0 h 1691715"/>
              <a:gd name="connsiteX1-521" fmla="*/ 5633646 w 11342509"/>
              <a:gd name="connsiteY1-522" fmla="*/ 1602546 h 1691715"/>
              <a:gd name="connsiteX2-523" fmla="*/ 11018020 w 11342509"/>
              <a:gd name="connsiteY2-524" fmla="*/ 17498 h 1691715"/>
              <a:gd name="connsiteX3-525" fmla="*/ 11342509 w 11342509"/>
              <a:gd name="connsiteY3-526" fmla="*/ 74608 h 1691715"/>
              <a:gd name="connsiteX4-527" fmla="*/ 5643374 w 11342509"/>
              <a:gd name="connsiteY4-528" fmla="*/ 1691715 h 1691715"/>
              <a:gd name="connsiteX5-529" fmla="*/ 0 w 11342509"/>
              <a:gd name="connsiteY5-530" fmla="*/ 36855 h 1691715"/>
              <a:gd name="connsiteX6-531" fmla="*/ 276977 w 11342509"/>
              <a:gd name="connsiteY6-532" fmla="*/ 0 h 1691715"/>
              <a:gd name="connsiteX0-533" fmla="*/ 276977 w 11342509"/>
              <a:gd name="connsiteY0-534" fmla="*/ 0 h 1691715"/>
              <a:gd name="connsiteX1-535" fmla="*/ 5633646 w 11342509"/>
              <a:gd name="connsiteY1-536" fmla="*/ 1602546 h 1691715"/>
              <a:gd name="connsiteX2-537" fmla="*/ 11018020 w 11342509"/>
              <a:gd name="connsiteY2-538" fmla="*/ 17498 h 1691715"/>
              <a:gd name="connsiteX3-539" fmla="*/ 11342509 w 11342509"/>
              <a:gd name="connsiteY3-540" fmla="*/ 74608 h 1691715"/>
              <a:gd name="connsiteX4-541" fmla="*/ 5643374 w 11342509"/>
              <a:gd name="connsiteY4-542" fmla="*/ 1691715 h 1691715"/>
              <a:gd name="connsiteX5-543" fmla="*/ 0 w 11342509"/>
              <a:gd name="connsiteY5-544" fmla="*/ 36855 h 1691715"/>
              <a:gd name="connsiteX6-545" fmla="*/ 276977 w 11342509"/>
              <a:gd name="connsiteY6-546" fmla="*/ 0 h 1691715"/>
              <a:gd name="connsiteX0-547" fmla="*/ 276977 w 11342509"/>
              <a:gd name="connsiteY0-548" fmla="*/ 0 h 1691715"/>
              <a:gd name="connsiteX1-549" fmla="*/ 5633646 w 11342509"/>
              <a:gd name="connsiteY1-550" fmla="*/ 1602546 h 1691715"/>
              <a:gd name="connsiteX2-551" fmla="*/ 11047837 w 11342509"/>
              <a:gd name="connsiteY2-552" fmla="*/ 17498 h 1691715"/>
              <a:gd name="connsiteX3-553" fmla="*/ 11342509 w 11342509"/>
              <a:gd name="connsiteY3-554" fmla="*/ 74608 h 1691715"/>
              <a:gd name="connsiteX4-555" fmla="*/ 5643374 w 11342509"/>
              <a:gd name="connsiteY4-556" fmla="*/ 1691715 h 1691715"/>
              <a:gd name="connsiteX5-557" fmla="*/ 0 w 11342509"/>
              <a:gd name="connsiteY5-558" fmla="*/ 36855 h 1691715"/>
              <a:gd name="connsiteX6-559" fmla="*/ 276977 w 11342509"/>
              <a:gd name="connsiteY6-560" fmla="*/ 0 h 1691715"/>
              <a:gd name="connsiteX0-561" fmla="*/ 276977 w 11342509"/>
              <a:gd name="connsiteY0-562" fmla="*/ 0 h 1691715"/>
              <a:gd name="connsiteX1-563" fmla="*/ 5633646 w 11342509"/>
              <a:gd name="connsiteY1-564" fmla="*/ 1602546 h 1691715"/>
              <a:gd name="connsiteX2-565" fmla="*/ 11080494 w 11342509"/>
              <a:gd name="connsiteY2-566" fmla="*/ 17498 h 1691715"/>
              <a:gd name="connsiteX3-567" fmla="*/ 11342509 w 11342509"/>
              <a:gd name="connsiteY3-568" fmla="*/ 74608 h 1691715"/>
              <a:gd name="connsiteX4-569" fmla="*/ 5643374 w 11342509"/>
              <a:gd name="connsiteY4-570" fmla="*/ 1691715 h 1691715"/>
              <a:gd name="connsiteX5-571" fmla="*/ 0 w 11342509"/>
              <a:gd name="connsiteY5-572" fmla="*/ 36855 h 1691715"/>
              <a:gd name="connsiteX6-573" fmla="*/ 276977 w 11342509"/>
              <a:gd name="connsiteY6-574" fmla="*/ 0 h 1691715"/>
              <a:gd name="connsiteX0-575" fmla="*/ 276977 w 11342509"/>
              <a:gd name="connsiteY0-576" fmla="*/ 0 h 1691715"/>
              <a:gd name="connsiteX1-577" fmla="*/ 5633646 w 11342509"/>
              <a:gd name="connsiteY1-578" fmla="*/ 1602546 h 1691715"/>
              <a:gd name="connsiteX2-579" fmla="*/ 11080494 w 11342509"/>
              <a:gd name="connsiteY2-580" fmla="*/ 17498 h 1691715"/>
              <a:gd name="connsiteX3-581" fmla="*/ 11342509 w 11342509"/>
              <a:gd name="connsiteY3-582" fmla="*/ 74608 h 1691715"/>
              <a:gd name="connsiteX4-583" fmla="*/ 5643374 w 11342509"/>
              <a:gd name="connsiteY4-584" fmla="*/ 1691715 h 1691715"/>
              <a:gd name="connsiteX5-585" fmla="*/ 0 w 11342509"/>
              <a:gd name="connsiteY5-586" fmla="*/ 36855 h 1691715"/>
              <a:gd name="connsiteX6-587" fmla="*/ 276977 w 11342509"/>
              <a:gd name="connsiteY6-588" fmla="*/ 0 h 1691715"/>
              <a:gd name="connsiteX0-589" fmla="*/ 276977 w 11342509"/>
              <a:gd name="connsiteY0-590" fmla="*/ 0 h 1691715"/>
              <a:gd name="connsiteX1-591" fmla="*/ 5633646 w 11342509"/>
              <a:gd name="connsiteY1-592" fmla="*/ 1602546 h 1691715"/>
              <a:gd name="connsiteX2-593" fmla="*/ 11080494 w 11342509"/>
              <a:gd name="connsiteY2-594" fmla="*/ 17498 h 1691715"/>
              <a:gd name="connsiteX3-595" fmla="*/ 11342509 w 11342509"/>
              <a:gd name="connsiteY3-596" fmla="*/ 74608 h 1691715"/>
              <a:gd name="connsiteX4-597" fmla="*/ 5643374 w 11342509"/>
              <a:gd name="connsiteY4-598" fmla="*/ 1691715 h 1691715"/>
              <a:gd name="connsiteX5-599" fmla="*/ 0 w 11342509"/>
              <a:gd name="connsiteY5-600" fmla="*/ 36855 h 1691715"/>
              <a:gd name="connsiteX6-601" fmla="*/ 276977 w 11342509"/>
              <a:gd name="connsiteY6-602" fmla="*/ 0 h 1691715"/>
              <a:gd name="connsiteX0-603" fmla="*/ 276977 w 11342509"/>
              <a:gd name="connsiteY0-604" fmla="*/ 0 h 1691715"/>
              <a:gd name="connsiteX1-605" fmla="*/ 5643806 w 11342509"/>
              <a:gd name="connsiteY1-606" fmla="*/ 1602546 h 1691715"/>
              <a:gd name="connsiteX2-607" fmla="*/ 11080494 w 11342509"/>
              <a:gd name="connsiteY2-608" fmla="*/ 17498 h 1691715"/>
              <a:gd name="connsiteX3-609" fmla="*/ 11342509 w 11342509"/>
              <a:gd name="connsiteY3-610" fmla="*/ 74608 h 1691715"/>
              <a:gd name="connsiteX4-611" fmla="*/ 5643374 w 11342509"/>
              <a:gd name="connsiteY4-612" fmla="*/ 1691715 h 1691715"/>
              <a:gd name="connsiteX5-613" fmla="*/ 0 w 11342509"/>
              <a:gd name="connsiteY5-614" fmla="*/ 36855 h 1691715"/>
              <a:gd name="connsiteX6-615" fmla="*/ 276977 w 11342509"/>
              <a:gd name="connsiteY6-616" fmla="*/ 0 h 16917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453730" y="4619682"/>
            <a:ext cx="3284503" cy="72219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b="7394"/>
          <a:stretch>
            <a:fillRect/>
          </a:stretch>
        </p:blipFill>
        <p:spPr>
          <a:xfrm>
            <a:off x="-3165" y="0"/>
            <a:ext cx="1219198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10" y="1"/>
            <a:ext cx="12191980" cy="6857994"/>
          </a:xfrm>
          <a:prstGeom prst="rect">
            <a:avLst/>
          </a:prstGeom>
          <a:gradFill>
            <a:gsLst>
              <a:gs pos="0">
                <a:schemeClr val="accent1">
                  <a:alpha val="90000"/>
                  <a:lumMod val="85000"/>
                </a:schemeClr>
              </a:gs>
              <a:gs pos="50000">
                <a:schemeClr val="accent1">
                  <a:alpha val="90000"/>
                  <a:lumMod val="85000"/>
                </a:schemeClr>
              </a:gs>
              <a:gs pos="100000">
                <a:schemeClr val="accent1">
                  <a:alpha val="90000"/>
                  <a:lumMod val="8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  <a:buFontTx/>
              <a:buNone/>
            </a:pPr>
            <a:endParaRPr lang="zh-CN" altLang="en-US"/>
          </a:p>
        </p:txBody>
      </p:sp>
      <p:sp>
        <p:nvSpPr>
          <p:cNvPr id="6" name="文本占位符 10"/>
          <p:cNvSpPr>
            <a:spLocks noGrp="1"/>
          </p:cNvSpPr>
          <p:nvPr>
            <p:ph type="body" sz="quarter" idx="11" hasCustomPrompt="1"/>
          </p:nvPr>
        </p:nvSpPr>
        <p:spPr>
          <a:xfrm>
            <a:off x="1572100" y="3028371"/>
            <a:ext cx="9041450" cy="911074"/>
          </a:xfrm>
        </p:spPr>
        <p:txBody>
          <a:bodyPr/>
          <a:lstStyle>
            <a:lvl1pPr marL="0" indent="0" algn="ctr">
              <a:buFontTx/>
              <a:buNone/>
              <a:defRPr sz="48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北京理工大学毕业答辩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3767417" y="1018488"/>
            <a:ext cx="4650816" cy="1301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9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81566"/>
            <a:ext cx="12192000" cy="3244934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3317875"/>
            <a:ext cx="12192000" cy="3540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66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 bwMode="auto">
          <a:xfrm>
            <a:off x="9790632" y="109143"/>
            <a:ext cx="2286546" cy="2975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224285" y="-494144"/>
            <a:ext cx="3165893" cy="412436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9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0"/>
            <a:ext cx="12192000" cy="5089582"/>
            <a:chOff x="0" y="0"/>
            <a:chExt cx="12192000" cy="5089582"/>
          </a:xfrm>
          <a:solidFill>
            <a:schemeClr val="accent1"/>
          </a:solidFill>
        </p:grpSpPr>
        <p:sp>
          <p:nvSpPr>
            <p:cNvPr id="3" name="等腰三角形 2"/>
            <p:cNvSpPr/>
            <p:nvPr/>
          </p:nvSpPr>
          <p:spPr>
            <a:xfrm flipV="1">
              <a:off x="0" y="4123423"/>
              <a:ext cx="12192000" cy="966159"/>
            </a:xfrm>
            <a:prstGeom prst="triangle">
              <a:avLst/>
            </a:prstGeom>
            <a:grpFill/>
            <a:ln>
              <a:noFill/>
            </a:ln>
            <a:effectLst>
              <a:outerShdw blurRad="76200" dist="12700" dir="5400000" sx="103000" sy="103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0" y="0"/>
              <a:ext cx="12192000" cy="412342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 userDrawn="1"/>
        </p:nvGrpSpPr>
        <p:grpSpPr>
          <a:xfrm>
            <a:off x="1866428" y="1872369"/>
            <a:ext cx="8481919" cy="863927"/>
            <a:chOff x="1797415" y="1328902"/>
            <a:chExt cx="8481919" cy="863927"/>
          </a:xfrm>
        </p:grpSpPr>
        <p:grpSp>
          <p:nvGrpSpPr>
            <p:cNvPr id="6" name="组合 5"/>
            <p:cNvGrpSpPr/>
            <p:nvPr/>
          </p:nvGrpSpPr>
          <p:grpSpPr>
            <a:xfrm>
              <a:off x="6886532" y="1337094"/>
              <a:ext cx="3392802" cy="846135"/>
              <a:chOff x="10340336" y="2247899"/>
              <a:chExt cx="2724438" cy="679451"/>
            </a:xfrm>
          </p:grpSpPr>
          <p:sp>
            <p:nvSpPr>
              <p:cNvPr id="2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solidFill>
                <a:schemeClr val="bg1"/>
              </a:solidFill>
            </p:grpSpPr>
            <p:sp>
              <p:nvSpPr>
                <p:cNvPr id="2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" name="组合 2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solidFill>
                <a:schemeClr val="bg1"/>
              </a:solidFill>
            </p:grpSpPr>
            <p:sp>
              <p:nvSpPr>
                <p:cNvPr id="2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" name="组合 6"/>
            <p:cNvGrpSpPr/>
            <p:nvPr/>
          </p:nvGrpSpPr>
          <p:grpSpPr>
            <a:xfrm>
              <a:off x="1797415" y="1328902"/>
              <a:ext cx="3445163" cy="863927"/>
              <a:chOff x="6738929" y="2270918"/>
              <a:chExt cx="2766486" cy="693738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solidFill>
                <a:schemeClr val="bg1"/>
              </a:solidFill>
            </p:grpSpPr>
            <p:sp>
              <p:nvSpPr>
                <p:cNvPr id="1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" name="组合 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solidFill>
                <a:schemeClr val="bg1"/>
              </a:solidFill>
            </p:grpSpPr>
            <p:sp>
              <p:nvSpPr>
                <p:cNvPr id="1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" name="组合 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solidFill>
                <a:schemeClr val="bg1"/>
              </a:solidFill>
            </p:grpSpPr>
            <p:sp>
              <p:nvSpPr>
                <p:cNvPr id="1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样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67"/>
            <a:ext cx="5022689" cy="6857433"/>
          </a:xfrm>
          <a:prstGeom prst="rect">
            <a:avLst/>
          </a:prstGeom>
        </p:spPr>
      </p:pic>
      <p:sp>
        <p:nvSpPr>
          <p:cNvPr id="3" name="矩形 白1"/>
          <p:cNvSpPr/>
          <p:nvPr userDrawn="1"/>
        </p:nvSpPr>
        <p:spPr>
          <a:xfrm rot="5400000">
            <a:off x="-917658" y="918223"/>
            <a:ext cx="6858002" cy="5022690"/>
          </a:xfrm>
          <a:prstGeom prst="rect">
            <a:avLst/>
          </a:prstGeom>
          <a:gradFill flip="none" rotWithShape="1">
            <a:gsLst>
              <a:gs pos="50000">
                <a:schemeClr val="bg1">
                  <a:alpha val="50000"/>
                </a:schemeClr>
              </a:gs>
              <a:gs pos="0">
                <a:schemeClr val="bg1"/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2289050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15558" b="38705"/>
          <a:stretch>
            <a:fillRect/>
          </a:stretch>
        </p:blipFill>
        <p:spPr>
          <a:xfrm>
            <a:off x="1" y="0"/>
            <a:ext cx="12192000" cy="2290219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-1" y="-7884"/>
            <a:ext cx="12192001" cy="2298103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024353" y="841210"/>
            <a:ext cx="2143294" cy="5999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-81481" y="2289050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723340" y="1294827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723340" y="5613415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4" cstate="screen"/>
          <a:srcRect l="49471"/>
          <a:stretch>
            <a:fillRect/>
          </a:stretch>
        </p:blipFill>
        <p:spPr>
          <a:xfrm>
            <a:off x="-34506" y="163259"/>
            <a:ext cx="3298317" cy="653148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4" cstate="screen"/>
          <a:srcRect r="49912"/>
          <a:stretch>
            <a:fillRect/>
          </a:stretch>
        </p:blipFill>
        <p:spPr>
          <a:xfrm>
            <a:off x="8928190" y="163258"/>
            <a:ext cx="3269562" cy="65314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 rot="16200000">
            <a:off x="-1538864" y="2653429"/>
            <a:ext cx="522963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b="1" spc="5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Contents</a:t>
            </a:r>
            <a:r>
              <a:rPr lang="en-US" altLang="zh-CN" sz="4400" b="1" spc="50" dirty="0">
                <a:solidFill>
                  <a:schemeClr val="accent4"/>
                </a:solidFill>
                <a:latin typeface="+mj-lt"/>
              </a:rPr>
              <a:t>■</a:t>
            </a:r>
            <a:endParaRPr lang="zh-CN" altLang="en-US" sz="4400" b="1" spc="5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1116549" y="3752395"/>
            <a:ext cx="738664" cy="224676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3600" b="1" spc="600" dirty="0">
                <a:solidFill>
                  <a:schemeClr val="accent1"/>
                </a:solidFill>
              </a:rPr>
              <a:t>结构大纲</a:t>
            </a: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9519824" y="6600901"/>
            <a:ext cx="25234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000" spc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BEIJING</a:t>
            </a:r>
            <a:r>
              <a:rPr lang="en-US" altLang="zh-CN" sz="1000" spc="0" baseline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INSTITUTE OF TECHNOLOGY</a:t>
            </a:r>
            <a:endParaRPr lang="zh-CN" altLang="en-US" sz="1000" spc="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041148" y="78493"/>
            <a:ext cx="2025400" cy="566914"/>
          </a:xfrm>
          <a:prstGeom prst="rect">
            <a:avLst/>
          </a:prstGeom>
        </p:spPr>
      </p:pic>
      <p:sp>
        <p:nvSpPr>
          <p:cNvPr id="82" name="任意多边形: 形状 59"/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83" name="图片 8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793498" y="249943"/>
            <a:ext cx="2025400" cy="566914"/>
          </a:xfrm>
          <a:prstGeom prst="rect">
            <a:avLst/>
          </a:prstGeom>
        </p:spPr>
      </p:pic>
      <p:sp>
        <p:nvSpPr>
          <p:cNvPr id="84" name="矩形 83"/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5" name="组合 84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86" name="组合 85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10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02" name="组合 10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10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10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7" name="组合 86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88" name="组合 8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9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9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9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9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r="20215"/>
          <a:stretch>
            <a:fillRect/>
          </a:stretch>
        </p:blipFill>
        <p:spPr>
          <a:xfrm>
            <a:off x="6592525" y="0"/>
            <a:ext cx="5609371" cy="6765696"/>
          </a:xfrm>
          <a:prstGeom prst="rect">
            <a:avLst/>
          </a:prstGeom>
        </p:spPr>
      </p:pic>
      <p:sp>
        <p:nvSpPr>
          <p:cNvPr id="63" name="任意多边形: 形状 59"/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4" name="图片 6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793498" y="249943"/>
            <a:ext cx="2025400" cy="566914"/>
          </a:xfrm>
          <a:prstGeom prst="rect">
            <a:avLst/>
          </a:prstGeom>
        </p:spPr>
      </p:pic>
      <p:sp>
        <p:nvSpPr>
          <p:cNvPr id="65" name="矩形 64"/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6" name="组合 65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67" name="组合 66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1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83" name="组合 82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88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9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4" name="组合 83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85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7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8" name="组合 67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69" name="组合 68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79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0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0" name="组合 69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77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8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1" name="组合 70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74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5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6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72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 r="30571" b="46397"/>
          <a:stretch>
            <a:fillRect/>
          </a:stretch>
        </p:blipFill>
        <p:spPr>
          <a:xfrm>
            <a:off x="9019185" y="4400550"/>
            <a:ext cx="3194586" cy="24693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screen"/>
          <a:srcRect t="-74" b="12515"/>
          <a:stretch>
            <a:fillRect/>
          </a:stretch>
        </p:blipFill>
        <p:spPr>
          <a:xfrm>
            <a:off x="0" y="0"/>
            <a:ext cx="12191999" cy="440055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4398806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63500" dir="540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0" y="0"/>
            <a:ext cx="12192001" cy="440055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9701847" y="142154"/>
            <a:ext cx="2242503" cy="62768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screen"/>
          <a:srcRect t="-74" b="12515"/>
          <a:stretch>
            <a:fillRect/>
          </a:stretch>
        </p:blipFill>
        <p:spPr>
          <a:xfrm>
            <a:off x="0" y="0"/>
            <a:ext cx="12191999" cy="4400550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0"/>
            <a:ext cx="12192001" cy="440055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-71956" y="4398806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9701847" y="142154"/>
            <a:ext cx="2242503" cy="627682"/>
          </a:xfrm>
          <a:prstGeom prst="rect">
            <a:avLst/>
          </a:prstGeom>
        </p:spPr>
      </p:pic>
      <p:sp>
        <p:nvSpPr>
          <p:cNvPr id="18" name="矩形: 圆角 162"/>
          <p:cNvSpPr/>
          <p:nvPr userDrawn="1"/>
        </p:nvSpPr>
        <p:spPr>
          <a:xfrm>
            <a:off x="1664486" y="3107981"/>
            <a:ext cx="8945408" cy="3014890"/>
          </a:xfrm>
          <a:prstGeom prst="roundRect">
            <a:avLst>
              <a:gd name="adj" fmla="val 3205"/>
            </a:avLst>
          </a:prstGeom>
          <a:solidFill>
            <a:sysClr val="window" lastClr="FFFFFF">
              <a:alpha val="8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矩形: 圆角 163"/>
          <p:cNvSpPr/>
          <p:nvPr userDrawn="1"/>
        </p:nvSpPr>
        <p:spPr>
          <a:xfrm>
            <a:off x="1463942" y="3222979"/>
            <a:ext cx="9346497" cy="2899892"/>
          </a:xfrm>
          <a:prstGeom prst="roundRect">
            <a:avLst>
              <a:gd name="adj" fmla="val 3205"/>
            </a:avLst>
          </a:prstGeom>
          <a:solidFill>
            <a:sysClr val="window" lastClr="FFFFFF">
              <a:alpha val="94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矩形: 圆角 164"/>
          <p:cNvSpPr/>
          <p:nvPr userDrawn="1"/>
        </p:nvSpPr>
        <p:spPr>
          <a:xfrm>
            <a:off x="1200150" y="3365257"/>
            <a:ext cx="9791700" cy="2757614"/>
          </a:xfrm>
          <a:prstGeom prst="roundRect">
            <a:avLst>
              <a:gd name="adj" fmla="val 3205"/>
            </a:avLst>
          </a:prstGeom>
          <a:gradFill flip="none" rotWithShape="1">
            <a:gsLst>
              <a:gs pos="0">
                <a:sysClr val="window" lastClr="FFFFFF"/>
              </a:gs>
              <a:gs pos="100000">
                <a:srgbClr val="F8F8F8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17500" sx="102000" sy="102000" algn="ctr" rotWithShape="0">
              <a:sysClr val="window" lastClr="FFFFFF">
                <a:lumMod val="75000"/>
                <a:alpha val="40000"/>
              </a:sysClr>
            </a:outerShdw>
          </a:effectLst>
        </p:spPr>
        <p:txBody>
          <a:bodyPr rot="0" spcFirstLastPara="0" vertOverflow="overflow" horzOverflow="overflow" vert="horz" wrap="square" lIns="540000" tIns="72000" rIns="540000" bIns="72000" numCol="1" spcCol="0" rtlCol="0" fromWordArt="0" anchor="ctr" anchorCtr="0" forceAA="0" compatLnSpc="1">
            <a:noAutofit/>
          </a:bodyPr>
          <a:lstStyle/>
          <a:p>
            <a:pPr marL="0" marR="0" lvl="0" indent="45720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6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 l="29063" r="32938"/>
          <a:stretch>
            <a:fillRect/>
          </a:stretch>
        </p:blipFill>
        <p:spPr>
          <a:xfrm>
            <a:off x="0" y="0"/>
            <a:ext cx="3914775" cy="6857999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0" y="1"/>
            <a:ext cx="3914775" cy="6857999"/>
          </a:xfrm>
          <a:prstGeom prst="rect">
            <a:avLst/>
          </a:prstGeom>
          <a:solidFill>
            <a:schemeClr val="accent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0" y="0"/>
            <a:ext cx="3914774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3960456" y="0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 userDrawn="1"/>
        </p:nvGrpSpPr>
        <p:grpSpPr>
          <a:xfrm>
            <a:off x="3961505" y="2797003"/>
            <a:ext cx="122686" cy="1263995"/>
            <a:chOff x="4630742" y="2258287"/>
            <a:chExt cx="122686" cy="1263995"/>
          </a:xfrm>
          <a:solidFill>
            <a:schemeClr val="accent4"/>
          </a:solidFill>
        </p:grpSpPr>
        <p:sp>
          <p:nvSpPr>
            <p:cNvPr id="22" name="等腰三角形 21"/>
            <p:cNvSpPr/>
            <p:nvPr/>
          </p:nvSpPr>
          <p:spPr>
            <a:xfrm rot="5400000">
              <a:off x="4620926" y="2839164"/>
              <a:ext cx="142318" cy="122686"/>
            </a:xfrm>
            <a:prstGeom prst="triangle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4630742" y="2258287"/>
              <a:ext cx="0" cy="1263995"/>
            </a:xfrm>
            <a:prstGeom prst="line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直接连接符 41"/>
          <p:cNvCxnSpPr/>
          <p:nvPr userDrawn="1"/>
        </p:nvCxnSpPr>
        <p:spPr>
          <a:xfrm>
            <a:off x="1053541" y="2793542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 userDrawn="1"/>
        </p:nvSpPr>
        <p:spPr>
          <a:xfrm>
            <a:off x="846867" y="2752385"/>
            <a:ext cx="21971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/>
            <a:r>
              <a:rPr lang="zh-CN" altLang="en-US" sz="5400" spc="600" dirty="0">
                <a:solidFill>
                  <a:schemeClr val="bg1"/>
                </a:solidFill>
                <a:latin typeface="+mn-ea"/>
                <a:ea typeface="+mn-ea"/>
              </a:rPr>
              <a:t>目录</a:t>
            </a:r>
          </a:p>
        </p:txBody>
      </p:sp>
      <p:sp>
        <p:nvSpPr>
          <p:cNvPr id="44" name="矩形 43"/>
          <p:cNvSpPr/>
          <p:nvPr userDrawn="1"/>
        </p:nvSpPr>
        <p:spPr>
          <a:xfrm>
            <a:off x="963806" y="3595872"/>
            <a:ext cx="1906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/>
            <a:r>
              <a:rPr lang="en-US" altLang="zh-CN" sz="2400" dirty="0">
                <a:solidFill>
                  <a:schemeClr val="bg1"/>
                </a:solidFill>
              </a:rPr>
              <a:t>CONTENTS</a:t>
            </a:r>
          </a:p>
        </p:txBody>
      </p:sp>
      <p:cxnSp>
        <p:nvCxnSpPr>
          <p:cNvPr id="45" name="直接连接符 44"/>
          <p:cNvCxnSpPr/>
          <p:nvPr userDrawn="1"/>
        </p:nvCxnSpPr>
        <p:spPr>
          <a:xfrm>
            <a:off x="1053541" y="4060998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64854" y="2218510"/>
            <a:ext cx="1715719" cy="48023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4" cstate="screen"/>
          <a:srcRect r="15912" b="16285"/>
          <a:stretch>
            <a:fillRect/>
          </a:stretch>
        </p:blipFill>
        <p:spPr>
          <a:xfrm>
            <a:off x="7258050" y="1942165"/>
            <a:ext cx="4949784" cy="493364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6-2">
    <p:bg>
      <p:bgPr>
        <a:gradFill>
          <a:gsLst>
            <a:gs pos="25000">
              <a:schemeClr val="accent1">
                <a:alpha val="0"/>
              </a:schemeClr>
            </a:gs>
            <a:gs pos="100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493231"/>
            <a:ext cx="5251028" cy="5254131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6943725" y="0"/>
            <a:ext cx="5248273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/>
          <p:cNvSpPr/>
          <p:nvPr userDrawn="1"/>
        </p:nvSpPr>
        <p:spPr>
          <a:xfrm>
            <a:off x="660400" y="6054314"/>
            <a:ext cx="2014538" cy="1438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510342" y="982400"/>
            <a:ext cx="3551237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spc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第几部分 ▶</a:t>
            </a:r>
          </a:p>
        </p:txBody>
      </p:sp>
      <p:sp>
        <p:nvSpPr>
          <p:cNvPr id="122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510342" y="2742089"/>
            <a:ext cx="7197752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spc="1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请在此处添加你的标题</a:t>
            </a:r>
          </a:p>
        </p:txBody>
      </p:sp>
      <p:sp>
        <p:nvSpPr>
          <p:cNvPr id="123" name="文本占位符 15"/>
          <p:cNvSpPr>
            <a:spLocks noGrp="1"/>
          </p:cNvSpPr>
          <p:nvPr>
            <p:ph type="body" sz="quarter" idx="14" hasCustomPrompt="1"/>
          </p:nvPr>
        </p:nvSpPr>
        <p:spPr>
          <a:xfrm>
            <a:off x="561172" y="3837713"/>
            <a:ext cx="7146922" cy="152291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spc="10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这里可以写一点点文字，介绍此章节主要内容</a:t>
            </a:r>
            <a:endParaRPr lang="en-US" altLang="zh-CN" dirty="0"/>
          </a:p>
          <a:p>
            <a:pPr lvl="0"/>
            <a:r>
              <a:rPr lang="zh-CN" altLang="en-US" dirty="0"/>
              <a:t>国外现状</a:t>
            </a:r>
            <a:endParaRPr lang="en-US" altLang="zh-CN" dirty="0"/>
          </a:p>
          <a:p>
            <a:pPr lvl="0"/>
            <a:r>
              <a:rPr lang="zh-CN" altLang="en-US" dirty="0"/>
              <a:t>国内现状</a:t>
            </a:r>
            <a:endParaRPr lang="en-US" altLang="zh-CN" dirty="0"/>
          </a:p>
          <a:p>
            <a:pPr lvl="0"/>
            <a:r>
              <a:rPr lang="en-US" altLang="zh-CN" dirty="0"/>
              <a:t>…</a:t>
            </a:r>
          </a:p>
          <a:p>
            <a:pPr lvl="0"/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6167300"/>
            <a:ext cx="12192000" cy="6907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grpSp>
        <p:nvGrpSpPr>
          <p:cNvPr id="115" name="组合 114"/>
          <p:cNvGrpSpPr/>
          <p:nvPr userDrawn="1"/>
        </p:nvGrpSpPr>
        <p:grpSpPr>
          <a:xfrm>
            <a:off x="684666" y="6423435"/>
            <a:ext cx="1915659" cy="208321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117" name="组合 116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134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5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36" name="组合 135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141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2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7" name="组合 136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138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9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0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18" name="组合 117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9" name="组合 118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132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3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1" name="组合 120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30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1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4" name="组合 123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27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8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9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25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6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143" name="图片 14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203766" y="6386257"/>
            <a:ext cx="1257421" cy="2764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-74" b="196"/>
          <a:stretch>
            <a:fillRect/>
          </a:stretch>
        </p:blipFill>
        <p:spPr>
          <a:xfrm>
            <a:off x="0" y="-1"/>
            <a:ext cx="12191999" cy="501967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5019674"/>
            <a:ext cx="12192001" cy="18383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5019674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461" y="5009909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2041996" y="3927615"/>
            <a:ext cx="8108006" cy="216458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1532412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-74" b="196"/>
          <a:stretch>
            <a:fillRect/>
          </a:stretch>
        </p:blipFill>
        <p:spPr>
          <a:xfrm>
            <a:off x="0" y="-1"/>
            <a:ext cx="12191999" cy="501967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5019674"/>
            <a:ext cx="12192001" cy="18383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5019674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461" y="5009909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1473992" y="3927615"/>
            <a:ext cx="9244014" cy="216458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1532412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l="1" t="13078" r="-1" b="115"/>
          <a:stretch>
            <a:fillRect/>
          </a:stretch>
        </p:blipFill>
        <p:spPr>
          <a:xfrm>
            <a:off x="0" y="-1"/>
            <a:ext cx="12191999" cy="4362681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4346687"/>
            <a:ext cx="12192001" cy="2511313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4346687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936" y="4346687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1828800" y="2524126"/>
            <a:ext cx="8494006" cy="356807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69" name="图片 68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861200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1087685"/>
            <a:ext cx="5251028" cy="5254131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7423183" y="0"/>
            <a:ext cx="4768815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 userDrawn="1"/>
        </p:nvSpPr>
        <p:spPr>
          <a:xfrm>
            <a:off x="6873734" y="3188524"/>
            <a:ext cx="5318266" cy="1205346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6873734" y="3188522"/>
            <a:ext cx="549449" cy="1205348"/>
          </a:xfrm>
          <a:prstGeom prst="rect">
            <a:avLst/>
          </a:prstGeom>
          <a:solidFill>
            <a:schemeClr val="accent4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5" name="文本框 44"/>
          <p:cNvSpPr txBox="1"/>
          <p:nvPr userDrawn="1"/>
        </p:nvSpPr>
        <p:spPr>
          <a:xfrm>
            <a:off x="-2647787" y="-2281727"/>
            <a:ext cx="6031920" cy="11172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0" dirty="0">
                <a:solidFill>
                  <a:schemeClr val="bg1">
                    <a:alpha val="40000"/>
                  </a:schemeClr>
                </a:solidFill>
              </a:rPr>
              <a:t>0</a:t>
            </a:r>
            <a:endParaRPr lang="zh-CN" altLang="en-US" sz="72000" dirty="0">
              <a:solidFill>
                <a:schemeClr val="bg1">
                  <a:alpha val="40000"/>
                </a:schemeClr>
              </a:solidFill>
            </a:endParaRPr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85140" y="203173"/>
            <a:ext cx="2510452" cy="7026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1087685"/>
            <a:ext cx="5251028" cy="5254131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6870981" y="0"/>
            <a:ext cx="5321017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 userDrawn="1"/>
        </p:nvSpPr>
        <p:spPr>
          <a:xfrm>
            <a:off x="6873734" y="3188524"/>
            <a:ext cx="5318266" cy="1205346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6873734" y="3188522"/>
            <a:ext cx="549449" cy="1205348"/>
          </a:xfrm>
          <a:prstGeom prst="rect">
            <a:avLst/>
          </a:prstGeom>
          <a:solidFill>
            <a:schemeClr val="accent4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85140" y="203173"/>
            <a:ext cx="2510452" cy="702681"/>
          </a:xfrm>
          <a:prstGeom prst="rect">
            <a:avLst/>
          </a:prstGeom>
        </p:spPr>
      </p:pic>
      <p:grpSp>
        <p:nvGrpSpPr>
          <p:cNvPr id="9" name="Group 6"/>
          <p:cNvGrpSpPr/>
          <p:nvPr userDrawn="1"/>
        </p:nvGrpSpPr>
        <p:grpSpPr bwMode="auto">
          <a:xfrm>
            <a:off x="778934" y="687917"/>
            <a:ext cx="3299884" cy="5425016"/>
            <a:chOff x="0" y="0"/>
            <a:chExt cx="2476153" cy="4069266"/>
          </a:xfrm>
          <a:solidFill>
            <a:schemeClr val="bg1">
              <a:alpha val="25000"/>
            </a:schemeClr>
          </a:solidFill>
        </p:grpSpPr>
        <p:sp>
          <p:nvSpPr>
            <p:cNvPr id="10" name="矩形 3"/>
            <p:cNvSpPr>
              <a:spLocks noChangeArrowheads="1"/>
            </p:cNvSpPr>
            <p:nvPr/>
          </p:nvSpPr>
          <p:spPr bwMode="auto">
            <a:xfrm>
              <a:off x="0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" name="矩形 4"/>
            <p:cNvSpPr>
              <a:spLocks noChangeArrowheads="1"/>
            </p:cNvSpPr>
            <p:nvPr/>
          </p:nvSpPr>
          <p:spPr bwMode="auto">
            <a:xfrm>
              <a:off x="437624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4" name="矩形 5"/>
            <p:cNvSpPr>
              <a:spLocks noChangeArrowheads="1"/>
            </p:cNvSpPr>
            <p:nvPr/>
          </p:nvSpPr>
          <p:spPr bwMode="auto">
            <a:xfrm>
              <a:off x="875248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5" name="矩形 6"/>
            <p:cNvSpPr>
              <a:spLocks noChangeArrowheads="1"/>
            </p:cNvSpPr>
            <p:nvPr/>
          </p:nvSpPr>
          <p:spPr bwMode="auto">
            <a:xfrm>
              <a:off x="1312872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" name="矩形 7"/>
            <p:cNvSpPr>
              <a:spLocks noChangeArrowheads="1"/>
            </p:cNvSpPr>
            <p:nvPr/>
          </p:nvSpPr>
          <p:spPr bwMode="auto">
            <a:xfrm>
              <a:off x="1750496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7" name="矩形 8"/>
            <p:cNvSpPr>
              <a:spLocks noChangeArrowheads="1"/>
            </p:cNvSpPr>
            <p:nvPr/>
          </p:nvSpPr>
          <p:spPr bwMode="auto">
            <a:xfrm>
              <a:off x="2188121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矩形 59"/>
            <p:cNvSpPr>
              <a:spLocks noChangeArrowheads="1"/>
            </p:cNvSpPr>
            <p:nvPr/>
          </p:nvSpPr>
          <p:spPr bwMode="auto">
            <a:xfrm>
              <a:off x="0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9" name="矩形 60"/>
            <p:cNvSpPr>
              <a:spLocks noChangeArrowheads="1"/>
            </p:cNvSpPr>
            <p:nvPr/>
          </p:nvSpPr>
          <p:spPr bwMode="auto">
            <a:xfrm>
              <a:off x="437624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" name="矩形 61"/>
            <p:cNvSpPr>
              <a:spLocks noChangeArrowheads="1"/>
            </p:cNvSpPr>
            <p:nvPr/>
          </p:nvSpPr>
          <p:spPr bwMode="auto">
            <a:xfrm>
              <a:off x="875248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1" name="矩形 62"/>
            <p:cNvSpPr>
              <a:spLocks noChangeArrowheads="1"/>
            </p:cNvSpPr>
            <p:nvPr/>
          </p:nvSpPr>
          <p:spPr bwMode="auto">
            <a:xfrm>
              <a:off x="1312872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矩形 63"/>
            <p:cNvSpPr>
              <a:spLocks noChangeArrowheads="1"/>
            </p:cNvSpPr>
            <p:nvPr/>
          </p:nvSpPr>
          <p:spPr bwMode="auto">
            <a:xfrm>
              <a:off x="1750496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矩形 64"/>
            <p:cNvSpPr>
              <a:spLocks noChangeArrowheads="1"/>
            </p:cNvSpPr>
            <p:nvPr/>
          </p:nvSpPr>
          <p:spPr bwMode="auto">
            <a:xfrm>
              <a:off x="2188121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矩形 66"/>
            <p:cNvSpPr>
              <a:spLocks noChangeArrowheads="1"/>
            </p:cNvSpPr>
            <p:nvPr/>
          </p:nvSpPr>
          <p:spPr bwMode="auto">
            <a:xfrm>
              <a:off x="0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矩形 67"/>
            <p:cNvSpPr>
              <a:spLocks noChangeArrowheads="1"/>
            </p:cNvSpPr>
            <p:nvPr/>
          </p:nvSpPr>
          <p:spPr bwMode="auto">
            <a:xfrm>
              <a:off x="437624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矩形 68"/>
            <p:cNvSpPr>
              <a:spLocks noChangeArrowheads="1"/>
            </p:cNvSpPr>
            <p:nvPr/>
          </p:nvSpPr>
          <p:spPr bwMode="auto">
            <a:xfrm>
              <a:off x="875248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矩形 69"/>
            <p:cNvSpPr>
              <a:spLocks noChangeArrowheads="1"/>
            </p:cNvSpPr>
            <p:nvPr/>
          </p:nvSpPr>
          <p:spPr bwMode="auto">
            <a:xfrm>
              <a:off x="1312872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矩形 70"/>
            <p:cNvSpPr>
              <a:spLocks noChangeArrowheads="1"/>
            </p:cNvSpPr>
            <p:nvPr/>
          </p:nvSpPr>
          <p:spPr bwMode="auto">
            <a:xfrm>
              <a:off x="1750496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矩形 71"/>
            <p:cNvSpPr>
              <a:spLocks noChangeArrowheads="1"/>
            </p:cNvSpPr>
            <p:nvPr/>
          </p:nvSpPr>
          <p:spPr bwMode="auto">
            <a:xfrm>
              <a:off x="2188121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矩形 73"/>
            <p:cNvSpPr>
              <a:spLocks noChangeArrowheads="1"/>
            </p:cNvSpPr>
            <p:nvPr/>
          </p:nvSpPr>
          <p:spPr bwMode="auto">
            <a:xfrm>
              <a:off x="0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矩形 74"/>
            <p:cNvSpPr>
              <a:spLocks noChangeArrowheads="1"/>
            </p:cNvSpPr>
            <p:nvPr/>
          </p:nvSpPr>
          <p:spPr bwMode="auto">
            <a:xfrm>
              <a:off x="437624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矩形 75"/>
            <p:cNvSpPr>
              <a:spLocks noChangeArrowheads="1"/>
            </p:cNvSpPr>
            <p:nvPr/>
          </p:nvSpPr>
          <p:spPr bwMode="auto">
            <a:xfrm>
              <a:off x="875248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矩形 76"/>
            <p:cNvSpPr>
              <a:spLocks noChangeArrowheads="1"/>
            </p:cNvSpPr>
            <p:nvPr/>
          </p:nvSpPr>
          <p:spPr bwMode="auto">
            <a:xfrm>
              <a:off x="1312872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矩形 77"/>
            <p:cNvSpPr>
              <a:spLocks noChangeArrowheads="1"/>
            </p:cNvSpPr>
            <p:nvPr/>
          </p:nvSpPr>
          <p:spPr bwMode="auto">
            <a:xfrm>
              <a:off x="1750496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矩形 78"/>
            <p:cNvSpPr>
              <a:spLocks noChangeArrowheads="1"/>
            </p:cNvSpPr>
            <p:nvPr/>
          </p:nvSpPr>
          <p:spPr bwMode="auto">
            <a:xfrm>
              <a:off x="2188121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矩形 80"/>
            <p:cNvSpPr>
              <a:spLocks noChangeArrowheads="1"/>
            </p:cNvSpPr>
            <p:nvPr/>
          </p:nvSpPr>
          <p:spPr bwMode="auto">
            <a:xfrm>
              <a:off x="0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矩形 81"/>
            <p:cNvSpPr>
              <a:spLocks noChangeArrowheads="1"/>
            </p:cNvSpPr>
            <p:nvPr/>
          </p:nvSpPr>
          <p:spPr bwMode="auto">
            <a:xfrm>
              <a:off x="437624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矩形 82"/>
            <p:cNvSpPr>
              <a:spLocks noChangeArrowheads="1"/>
            </p:cNvSpPr>
            <p:nvPr/>
          </p:nvSpPr>
          <p:spPr bwMode="auto">
            <a:xfrm>
              <a:off x="875248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矩形 83"/>
            <p:cNvSpPr>
              <a:spLocks noChangeArrowheads="1"/>
            </p:cNvSpPr>
            <p:nvPr/>
          </p:nvSpPr>
          <p:spPr bwMode="auto">
            <a:xfrm>
              <a:off x="1312872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矩形 84"/>
            <p:cNvSpPr>
              <a:spLocks noChangeArrowheads="1"/>
            </p:cNvSpPr>
            <p:nvPr/>
          </p:nvSpPr>
          <p:spPr bwMode="auto">
            <a:xfrm>
              <a:off x="1750496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矩形 85"/>
            <p:cNvSpPr>
              <a:spLocks noChangeArrowheads="1"/>
            </p:cNvSpPr>
            <p:nvPr/>
          </p:nvSpPr>
          <p:spPr bwMode="auto">
            <a:xfrm>
              <a:off x="2188121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矩形 87"/>
            <p:cNvSpPr>
              <a:spLocks noChangeArrowheads="1"/>
            </p:cNvSpPr>
            <p:nvPr/>
          </p:nvSpPr>
          <p:spPr bwMode="auto">
            <a:xfrm>
              <a:off x="0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7" name="矩形 88"/>
            <p:cNvSpPr>
              <a:spLocks noChangeArrowheads="1"/>
            </p:cNvSpPr>
            <p:nvPr/>
          </p:nvSpPr>
          <p:spPr bwMode="auto">
            <a:xfrm>
              <a:off x="437624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8" name="矩形 89"/>
            <p:cNvSpPr>
              <a:spLocks noChangeArrowheads="1"/>
            </p:cNvSpPr>
            <p:nvPr/>
          </p:nvSpPr>
          <p:spPr bwMode="auto">
            <a:xfrm>
              <a:off x="875248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9" name="矩形 90"/>
            <p:cNvSpPr>
              <a:spLocks noChangeArrowheads="1"/>
            </p:cNvSpPr>
            <p:nvPr/>
          </p:nvSpPr>
          <p:spPr bwMode="auto">
            <a:xfrm>
              <a:off x="1312872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0" name="矩形 91"/>
            <p:cNvSpPr>
              <a:spLocks noChangeArrowheads="1"/>
            </p:cNvSpPr>
            <p:nvPr/>
          </p:nvSpPr>
          <p:spPr bwMode="auto">
            <a:xfrm>
              <a:off x="1750496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1" name="矩形 92"/>
            <p:cNvSpPr>
              <a:spLocks noChangeArrowheads="1"/>
            </p:cNvSpPr>
            <p:nvPr/>
          </p:nvSpPr>
          <p:spPr bwMode="auto">
            <a:xfrm>
              <a:off x="2188121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2" name="矩形 94"/>
            <p:cNvSpPr>
              <a:spLocks noChangeArrowheads="1"/>
            </p:cNvSpPr>
            <p:nvPr/>
          </p:nvSpPr>
          <p:spPr bwMode="auto">
            <a:xfrm>
              <a:off x="0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3" name="矩形 95"/>
            <p:cNvSpPr>
              <a:spLocks noChangeArrowheads="1"/>
            </p:cNvSpPr>
            <p:nvPr/>
          </p:nvSpPr>
          <p:spPr bwMode="auto">
            <a:xfrm>
              <a:off x="437624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4" name="矩形 96"/>
            <p:cNvSpPr>
              <a:spLocks noChangeArrowheads="1"/>
            </p:cNvSpPr>
            <p:nvPr/>
          </p:nvSpPr>
          <p:spPr bwMode="auto">
            <a:xfrm>
              <a:off x="875248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5" name="矩形 97"/>
            <p:cNvSpPr>
              <a:spLocks noChangeArrowheads="1"/>
            </p:cNvSpPr>
            <p:nvPr/>
          </p:nvSpPr>
          <p:spPr bwMode="auto">
            <a:xfrm>
              <a:off x="1312872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6" name="矩形 98"/>
            <p:cNvSpPr>
              <a:spLocks noChangeArrowheads="1"/>
            </p:cNvSpPr>
            <p:nvPr/>
          </p:nvSpPr>
          <p:spPr bwMode="auto">
            <a:xfrm>
              <a:off x="1750496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7" name="矩形 99"/>
            <p:cNvSpPr>
              <a:spLocks noChangeArrowheads="1"/>
            </p:cNvSpPr>
            <p:nvPr/>
          </p:nvSpPr>
          <p:spPr bwMode="auto">
            <a:xfrm>
              <a:off x="2188121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8" name="矩形 101"/>
            <p:cNvSpPr>
              <a:spLocks noChangeArrowheads="1"/>
            </p:cNvSpPr>
            <p:nvPr/>
          </p:nvSpPr>
          <p:spPr bwMode="auto">
            <a:xfrm>
              <a:off x="0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9" name="矩形 102"/>
            <p:cNvSpPr>
              <a:spLocks noChangeArrowheads="1"/>
            </p:cNvSpPr>
            <p:nvPr/>
          </p:nvSpPr>
          <p:spPr bwMode="auto">
            <a:xfrm>
              <a:off x="437624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0" name="矩形 103"/>
            <p:cNvSpPr>
              <a:spLocks noChangeArrowheads="1"/>
            </p:cNvSpPr>
            <p:nvPr/>
          </p:nvSpPr>
          <p:spPr bwMode="auto">
            <a:xfrm>
              <a:off x="875248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1" name="矩形 104"/>
            <p:cNvSpPr>
              <a:spLocks noChangeArrowheads="1"/>
            </p:cNvSpPr>
            <p:nvPr/>
          </p:nvSpPr>
          <p:spPr bwMode="auto">
            <a:xfrm>
              <a:off x="1312872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2" name="矩形 105"/>
            <p:cNvSpPr>
              <a:spLocks noChangeArrowheads="1"/>
            </p:cNvSpPr>
            <p:nvPr/>
          </p:nvSpPr>
          <p:spPr bwMode="auto">
            <a:xfrm>
              <a:off x="1750496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3" name="矩形 106"/>
            <p:cNvSpPr>
              <a:spLocks noChangeArrowheads="1"/>
            </p:cNvSpPr>
            <p:nvPr/>
          </p:nvSpPr>
          <p:spPr bwMode="auto">
            <a:xfrm>
              <a:off x="2188121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4" name="矩形 108"/>
            <p:cNvSpPr>
              <a:spLocks noChangeArrowheads="1"/>
            </p:cNvSpPr>
            <p:nvPr/>
          </p:nvSpPr>
          <p:spPr bwMode="auto">
            <a:xfrm>
              <a:off x="0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5" name="矩形 109"/>
            <p:cNvSpPr>
              <a:spLocks noChangeArrowheads="1"/>
            </p:cNvSpPr>
            <p:nvPr/>
          </p:nvSpPr>
          <p:spPr bwMode="auto">
            <a:xfrm>
              <a:off x="437624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6" name="矩形 110"/>
            <p:cNvSpPr>
              <a:spLocks noChangeArrowheads="1"/>
            </p:cNvSpPr>
            <p:nvPr/>
          </p:nvSpPr>
          <p:spPr bwMode="auto">
            <a:xfrm>
              <a:off x="875248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7" name="矩形 111"/>
            <p:cNvSpPr>
              <a:spLocks noChangeArrowheads="1"/>
            </p:cNvSpPr>
            <p:nvPr/>
          </p:nvSpPr>
          <p:spPr bwMode="auto">
            <a:xfrm>
              <a:off x="1312872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8" name="矩形 112"/>
            <p:cNvSpPr>
              <a:spLocks noChangeArrowheads="1"/>
            </p:cNvSpPr>
            <p:nvPr/>
          </p:nvSpPr>
          <p:spPr bwMode="auto">
            <a:xfrm>
              <a:off x="1750496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9" name="矩形 113"/>
            <p:cNvSpPr>
              <a:spLocks noChangeArrowheads="1"/>
            </p:cNvSpPr>
            <p:nvPr/>
          </p:nvSpPr>
          <p:spPr bwMode="auto">
            <a:xfrm>
              <a:off x="2188121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0" name="矩形 115"/>
            <p:cNvSpPr>
              <a:spLocks noChangeArrowheads="1"/>
            </p:cNvSpPr>
            <p:nvPr/>
          </p:nvSpPr>
          <p:spPr bwMode="auto">
            <a:xfrm>
              <a:off x="0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" name="矩形 116"/>
            <p:cNvSpPr>
              <a:spLocks noChangeArrowheads="1"/>
            </p:cNvSpPr>
            <p:nvPr/>
          </p:nvSpPr>
          <p:spPr bwMode="auto">
            <a:xfrm>
              <a:off x="437624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2" name="矩形 117"/>
            <p:cNvSpPr>
              <a:spLocks noChangeArrowheads="1"/>
            </p:cNvSpPr>
            <p:nvPr/>
          </p:nvSpPr>
          <p:spPr bwMode="auto">
            <a:xfrm>
              <a:off x="875248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3" name="矩形 118"/>
            <p:cNvSpPr>
              <a:spLocks noChangeArrowheads="1"/>
            </p:cNvSpPr>
            <p:nvPr/>
          </p:nvSpPr>
          <p:spPr bwMode="auto">
            <a:xfrm>
              <a:off x="1312872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4" name="矩形 119"/>
            <p:cNvSpPr>
              <a:spLocks noChangeArrowheads="1"/>
            </p:cNvSpPr>
            <p:nvPr/>
          </p:nvSpPr>
          <p:spPr bwMode="auto">
            <a:xfrm>
              <a:off x="1750496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5" name="矩形 120"/>
            <p:cNvSpPr>
              <a:spLocks noChangeArrowheads="1"/>
            </p:cNvSpPr>
            <p:nvPr/>
          </p:nvSpPr>
          <p:spPr bwMode="auto">
            <a:xfrm>
              <a:off x="2188121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56" name="组合 55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33" name="组合 3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4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9" name="组合 4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5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5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4" name="组合 3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35" name="组合 3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4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4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4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11155416" y="6133167"/>
            <a:ext cx="0" cy="75617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17309" y="362097"/>
            <a:ext cx="8643848" cy="5909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36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cxnSp>
        <p:nvCxnSpPr>
          <p:cNvPr id="87" name="直接连接符 86"/>
          <p:cNvCxnSpPr/>
          <p:nvPr userDrawn="1"/>
        </p:nvCxnSpPr>
        <p:spPr>
          <a:xfrm>
            <a:off x="442913" y="957831"/>
            <a:ext cx="11306175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77585" y="334397"/>
            <a:ext cx="1871503" cy="561768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447254" y="957831"/>
            <a:ext cx="7808986" cy="94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11792769" y="56260"/>
            <a:ext cx="36322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>
              <a:defRPr/>
            </a:pPr>
            <a:fld id="{ED856349-79DF-4269-BEE4-3014BAD1A95F}" type="slidenum">
              <a:rPr lang="en-US" altLang="zh-CN" sz="1400" b="1" smtClean="0">
                <a:solidFill>
                  <a:srgbClr val="404040"/>
                </a:solidFill>
              </a:rPr>
              <a:t>‹#›</a:t>
            </a:fld>
            <a:endParaRPr lang="zh-CN" altLang="en-US" sz="1400" b="1" dirty="0">
              <a:solidFill>
                <a:srgbClr val="40404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矩形 87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/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平行四边形 3"/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72" name="组合 71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73" name="组合 7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89" name="组合 8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9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9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4" name="组合 7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75" name="组合 7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8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6" name="组合 7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8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7" name="组合 7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8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7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96" name="直接连接符 95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949325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/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366474" y="863157"/>
            <a:ext cx="1050223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368806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0185149" y="863157"/>
            <a:ext cx="168356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49863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56" name="组合 55"/>
          <p:cNvGrpSpPr/>
          <p:nvPr userDrawn="1"/>
        </p:nvGrpSpPr>
        <p:grpSpPr>
          <a:xfrm>
            <a:off x="5227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33" name="组合 3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4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9" name="组合 4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5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5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4" name="组合 3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35" name="组合 3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4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4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4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57" name="图片 56"/>
          <p:cNvPicPr>
            <a:picLocks noChangeAspect="1"/>
          </p:cNvPicPr>
          <p:nvPr userDrawn="1"/>
        </p:nvPicPr>
        <p:blipFill rotWithShape="1">
          <a:blip r:embed="rId2" cstate="screen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  <p:cxnSp>
        <p:nvCxnSpPr>
          <p:cNvPr id="87" name="直接连接符 86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-511603" y="253621"/>
            <a:ext cx="1221064" cy="438825"/>
            <a:chOff x="-529708" y="381991"/>
            <a:chExt cx="1221064" cy="438825"/>
          </a:xfrm>
        </p:grpSpPr>
        <p:sp>
          <p:nvSpPr>
            <p:cNvPr id="58" name="梯形 57"/>
            <p:cNvSpPr/>
            <p:nvPr userDrawn="1"/>
          </p:nvSpPr>
          <p:spPr>
            <a:xfrm rot="16200000">
              <a:off x="-107121" y="-40596"/>
              <a:ext cx="375890" cy="1221064"/>
            </a:xfrm>
            <a:prstGeom prst="trapezoid">
              <a:avLst>
                <a:gd name="adj" fmla="val 723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梯形 58"/>
            <p:cNvSpPr/>
            <p:nvPr userDrawn="1"/>
          </p:nvSpPr>
          <p:spPr>
            <a:xfrm rot="16200000">
              <a:off x="-79397" y="146495"/>
              <a:ext cx="267255" cy="1058332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梯形 59"/>
            <p:cNvSpPr/>
            <p:nvPr userDrawn="1"/>
          </p:nvSpPr>
          <p:spPr>
            <a:xfrm rot="16200000">
              <a:off x="-95133" y="158023"/>
              <a:ext cx="267255" cy="1058332"/>
            </a:xfrm>
            <a:prstGeom prst="trapezoid">
              <a:avLst>
                <a:gd name="adj" fmla="val 7230"/>
              </a:avLst>
            </a:prstGeom>
            <a:gradFill flip="none" rotWithShape="1">
              <a:gsLst>
                <a:gs pos="100000">
                  <a:schemeClr val="accent4"/>
                </a:gs>
                <a:gs pos="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 6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 userDrawn="1"/>
        </p:nvPicPr>
        <p:blipFill rotWithShape="1">
          <a:blip r:embed="rId2" cstate="screen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9" name="组合 8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3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0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27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" name="组合 10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1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9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6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4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9402184" y="-82800"/>
            <a:ext cx="2346903" cy="90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9402184" y="0"/>
            <a:ext cx="2346904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 userDrawn="1"/>
        </p:nvSpPr>
        <p:spPr>
          <a:xfrm>
            <a:off x="658714" y="482300"/>
            <a:ext cx="748201" cy="484094"/>
          </a:xfrm>
          <a:prstGeom prst="parallelogram">
            <a:avLst>
              <a:gd name="adj" fmla="val 71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 userDrawn="1"/>
        </p:nvSpPr>
        <p:spPr>
          <a:xfrm>
            <a:off x="442912" y="-82800"/>
            <a:ext cx="11306175" cy="84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1855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9" name="组合 8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3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0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27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" name="组合 10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1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9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6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4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  <p:sp>
        <p:nvSpPr>
          <p:cNvPr id="43" name="矩形 42"/>
          <p:cNvSpPr/>
          <p:nvPr userDrawn="1"/>
        </p:nvSpPr>
        <p:spPr>
          <a:xfrm>
            <a:off x="648385" y="0"/>
            <a:ext cx="413819" cy="966395"/>
          </a:xfrm>
          <a:prstGeom prst="rect">
            <a:avLst/>
          </a:prstGeom>
          <a:ln>
            <a:noFill/>
          </a:ln>
          <a:effectLst>
            <a:outerShdw blurRad="127000" dist="25400" dir="5400000" sx="102000" sy="102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385300" y="-82550"/>
            <a:ext cx="2363787" cy="845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385300" y="0"/>
            <a:ext cx="2363788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318632" y="0"/>
            <a:ext cx="11550080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标题 11"/>
          <p:cNvSpPr>
            <a:spLocks noGrp="1"/>
          </p:cNvSpPr>
          <p:nvPr>
            <p:ph type="title"/>
          </p:nvPr>
        </p:nvSpPr>
        <p:spPr>
          <a:xfrm>
            <a:off x="541539" y="247495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14" name="组合 13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8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0" name="组合 29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5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" name="组合 30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2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3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4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5" name="组合 14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6" name="组合 15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6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" name="组合 16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4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1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9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1144922" y="6188075"/>
            <a:ext cx="72379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488246" y="0"/>
            <a:ext cx="2380466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4214818"/>
            <a:ext cx="8534400" cy="142398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11049000" y="6492876"/>
            <a:ext cx="1143000" cy="365125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prstClr val="black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91EDFD1-D3AB-4518-98BC-E386A1BB961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TextBox 11"/>
          <p:cNvSpPr txBox="1">
            <a:spLocks noChangeArrowheads="1"/>
          </p:cNvSpPr>
          <p:nvPr userDrawn="1"/>
        </p:nvSpPr>
        <p:spPr bwMode="auto">
          <a:xfrm>
            <a:off x="11620500" y="116632"/>
            <a:ext cx="36322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>
              <a:defRPr/>
            </a:pPr>
            <a:fld id="{ED856349-79DF-4269-BEE4-3014BAD1A95F}" type="slidenum">
              <a:rPr lang="en-US" altLang="zh-CN" sz="1400" b="1" smtClean="0">
                <a:solidFill>
                  <a:srgbClr val="404040"/>
                </a:solidFill>
              </a:rPr>
              <a:t>‹#›</a:t>
            </a:fld>
            <a:endParaRPr lang="zh-CN" altLang="en-US" sz="1400" b="1" dirty="0">
              <a:solidFill>
                <a:srgbClr val="40404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椭圆 88"/>
          <p:cNvSpPr/>
          <p:nvPr userDrawn="1"/>
        </p:nvSpPr>
        <p:spPr>
          <a:xfrm>
            <a:off x="-3625080" y="-1541834"/>
            <a:ext cx="8697505" cy="9941668"/>
          </a:xfrm>
          <a:prstGeom prst="ellipse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88" name="椭圆 87"/>
          <p:cNvSpPr/>
          <p:nvPr userDrawn="1"/>
        </p:nvSpPr>
        <p:spPr>
          <a:xfrm>
            <a:off x="-3999568" y="-1541834"/>
            <a:ext cx="8697505" cy="9941668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87" name="图片 8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809587" y="1"/>
            <a:ext cx="5507524" cy="6857999"/>
          </a:xfrm>
          <a:custGeom>
            <a:avLst/>
            <a:gdLst>
              <a:gd name="connsiteX0" fmla="*/ 0 w 5919101"/>
              <a:gd name="connsiteY0" fmla="*/ 0 h 6858000"/>
              <a:gd name="connsiteX1" fmla="*/ 4714485 w 5919101"/>
              <a:gd name="connsiteY1" fmla="*/ 0 h 6858000"/>
              <a:gd name="connsiteX2" fmla="*/ 4786974 w 5919101"/>
              <a:gd name="connsiteY2" fmla="*/ 86723 h 6858000"/>
              <a:gd name="connsiteX3" fmla="*/ 5919101 w 5919101"/>
              <a:gd name="connsiteY3" fmla="*/ 3429000 h 6858000"/>
              <a:gd name="connsiteX4" fmla="*/ 4786974 w 5919101"/>
              <a:gd name="connsiteY4" fmla="*/ 6771277 h 6858000"/>
              <a:gd name="connsiteX5" fmla="*/ 4714485 w 5919101"/>
              <a:gd name="connsiteY5" fmla="*/ 6858000 h 6858000"/>
              <a:gd name="connsiteX6" fmla="*/ 0 w 59191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19101" h="6858000">
                <a:moveTo>
                  <a:pt x="0" y="0"/>
                </a:moveTo>
                <a:lnTo>
                  <a:pt x="4714485" y="0"/>
                </a:lnTo>
                <a:lnTo>
                  <a:pt x="4786974" y="86723"/>
                </a:lnTo>
                <a:cubicBezTo>
                  <a:pt x="5490384" y="969480"/>
                  <a:pt x="5919101" y="2142133"/>
                  <a:pt x="5919101" y="3429000"/>
                </a:cubicBezTo>
                <a:cubicBezTo>
                  <a:pt x="5919101" y="4715867"/>
                  <a:pt x="5490384" y="5888521"/>
                  <a:pt x="4786974" y="6771277"/>
                </a:cubicBezTo>
                <a:lnTo>
                  <a:pt x="47144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6" name="椭圆 85"/>
          <p:cNvSpPr/>
          <p:nvPr userDrawn="1"/>
        </p:nvSpPr>
        <p:spPr>
          <a:xfrm>
            <a:off x="-3913112" y="-1570588"/>
            <a:ext cx="8697505" cy="9941668"/>
          </a:xfrm>
          <a:prstGeom prst="ellipse">
            <a:avLst/>
          </a:prstGeom>
          <a:solidFill>
            <a:schemeClr val="accent1">
              <a:alpha val="88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056440" y="167430"/>
            <a:ext cx="1871503" cy="56176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screen"/>
          <a:srcRect r="25963"/>
          <a:stretch>
            <a:fillRect/>
          </a:stretch>
        </p:blipFill>
        <p:spPr>
          <a:xfrm>
            <a:off x="7191376" y="133072"/>
            <a:ext cx="5028334" cy="653579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549208" y="3871615"/>
            <a:ext cx="7287114" cy="781876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3549208" y="5438453"/>
            <a:ext cx="7287114" cy="41033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3549208" y="4908366"/>
            <a:ext cx="7287114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1152525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3549208" y="1484311"/>
            <a:ext cx="7287114" cy="2386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6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</a:t>
            </a:r>
            <a:endParaRPr lang="en-US" altLang="zh-CN" dirty="0"/>
          </a:p>
          <a:p>
            <a:pPr lvl="0"/>
            <a:r>
              <a:rPr lang="zh-CN" altLang="en-US" dirty="0"/>
              <a:t>输入大标题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292799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11121340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 userDrawn="1"/>
        </p:nvSpPr>
        <p:spPr>
          <a:xfrm rot="16200000">
            <a:off x="10462781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bg1">
                    <a:alpha val="5000"/>
                  </a:schemeClr>
                </a:solidFill>
              </a:rPr>
              <a:t>BEIJING INSTITUTE OF TECHNOLOGY</a:t>
            </a:r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611819" y="2031917"/>
            <a:ext cx="1732861" cy="3286784"/>
            <a:chOff x="9778366" y="1977238"/>
            <a:chExt cx="1732861" cy="3286784"/>
          </a:xfrm>
          <a:solidFill>
            <a:schemeClr val="bg1">
              <a:alpha val="5000"/>
            </a:schemeClr>
          </a:solidFill>
        </p:grpSpPr>
        <p:grpSp>
          <p:nvGrpSpPr>
            <p:cNvPr id="17" name="组合 16"/>
            <p:cNvGrpSpPr/>
            <p:nvPr/>
          </p:nvGrpSpPr>
          <p:grpSpPr>
            <a:xfrm>
              <a:off x="9778366" y="2020414"/>
              <a:ext cx="567014" cy="3193100"/>
              <a:chOff x="11305242" y="2003776"/>
              <a:chExt cx="354194" cy="1994619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1382341" y="3698614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380187" y="2628491"/>
                <a:ext cx="208353" cy="2412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8" name="组合 17"/>
            <p:cNvGrpSpPr/>
            <p:nvPr/>
          </p:nvGrpSpPr>
          <p:grpSpPr>
            <a:xfrm>
              <a:off x="10861863" y="1977238"/>
              <a:ext cx="649364" cy="3286784"/>
              <a:chOff x="10232762" y="2216649"/>
              <a:chExt cx="405635" cy="2053139"/>
            </a:xfrm>
            <a:grpFill/>
          </p:grpSpPr>
          <p:grpSp>
            <p:nvGrpSpPr>
              <p:cNvPr id="19" name="组合 18"/>
              <p:cNvGrpSpPr/>
              <p:nvPr/>
            </p:nvGrpSpPr>
            <p:grpSpPr>
              <a:xfrm>
                <a:off x="10279016" y="3306476"/>
                <a:ext cx="313128" cy="329555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10268702" y="2216649"/>
                <a:ext cx="355220" cy="448646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10332867" y="2868571"/>
                <a:ext cx="238182" cy="20533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10232762" y="3871448"/>
                <a:ext cx="405635" cy="398340"/>
                <a:chOff x="11854992" y="1994536"/>
                <a:chExt cx="405635" cy="398340"/>
              </a:xfrm>
              <a:grpFill/>
            </p:grpSpPr>
            <p:sp>
              <p:nvSpPr>
                <p:cNvPr id="23" name="Freeform 11"/>
                <p:cNvSpPr>
                  <a:spLocks noEditPoints="1"/>
                </p:cNvSpPr>
                <p:nvPr/>
              </p:nvSpPr>
              <p:spPr bwMode="auto">
                <a:xfrm>
                  <a:off x="11976099" y="1994536"/>
                  <a:ext cx="284528" cy="398340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2"/>
                <p:cNvSpPr/>
                <p:nvPr/>
              </p:nvSpPr>
              <p:spPr bwMode="auto">
                <a:xfrm>
                  <a:off x="11854992" y="2009127"/>
                  <a:ext cx="153208" cy="383749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74738" y="515429"/>
            <a:ext cx="2295327" cy="504694"/>
          </a:xfrm>
          <a:prstGeom prst="rect">
            <a:avLst/>
          </a:prstGeom>
        </p:spPr>
      </p:pic>
      <p:cxnSp>
        <p:nvCxnSpPr>
          <p:cNvPr id="42" name="直接连接符 41"/>
          <p:cNvCxnSpPr/>
          <p:nvPr userDrawn="1"/>
        </p:nvCxnSpPr>
        <p:spPr>
          <a:xfrm>
            <a:off x="2927998" y="1355988"/>
            <a:ext cx="0" cy="458984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1522544" y="1400593"/>
            <a:ext cx="0" cy="454523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4600575" y="133072"/>
            <a:ext cx="6791691" cy="6535793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16315" y="3871615"/>
            <a:ext cx="7287114" cy="781876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1216315" y="5438453"/>
            <a:ext cx="7287114" cy="41033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1216315" y="4908366"/>
            <a:ext cx="7287114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1216315" y="1484311"/>
            <a:ext cx="7287114" cy="226755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6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667561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925830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888242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9832019" y="2031917"/>
            <a:ext cx="1732861" cy="3286784"/>
            <a:chOff x="9778366" y="1977238"/>
            <a:chExt cx="1732861" cy="3286784"/>
          </a:xfrm>
          <a:solidFill>
            <a:schemeClr val="bg1">
              <a:alpha val="5000"/>
            </a:schemeClr>
          </a:solidFill>
        </p:grpSpPr>
        <p:grpSp>
          <p:nvGrpSpPr>
            <p:cNvPr id="17" name="组合 16"/>
            <p:cNvGrpSpPr/>
            <p:nvPr/>
          </p:nvGrpSpPr>
          <p:grpSpPr>
            <a:xfrm>
              <a:off x="9778366" y="2020414"/>
              <a:ext cx="567014" cy="3193100"/>
              <a:chOff x="11305242" y="2003776"/>
              <a:chExt cx="354194" cy="1994619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1382341" y="3698614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380187" y="2628491"/>
                <a:ext cx="208353" cy="2412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8" name="组合 17"/>
            <p:cNvGrpSpPr/>
            <p:nvPr/>
          </p:nvGrpSpPr>
          <p:grpSpPr>
            <a:xfrm>
              <a:off x="10861863" y="1977238"/>
              <a:ext cx="649364" cy="3286784"/>
              <a:chOff x="10232762" y="2216649"/>
              <a:chExt cx="405635" cy="2053139"/>
            </a:xfrm>
            <a:grpFill/>
          </p:grpSpPr>
          <p:grpSp>
            <p:nvGrpSpPr>
              <p:cNvPr id="19" name="组合 18"/>
              <p:cNvGrpSpPr/>
              <p:nvPr/>
            </p:nvGrpSpPr>
            <p:grpSpPr>
              <a:xfrm>
                <a:off x="10279016" y="3306476"/>
                <a:ext cx="313128" cy="329555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10268702" y="2216649"/>
                <a:ext cx="355220" cy="448646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10332867" y="2868571"/>
                <a:ext cx="238182" cy="20533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10232762" y="3871448"/>
                <a:ext cx="405635" cy="398340"/>
                <a:chOff x="11854992" y="1994536"/>
                <a:chExt cx="405635" cy="398340"/>
              </a:xfrm>
              <a:grpFill/>
            </p:grpSpPr>
            <p:sp>
              <p:nvSpPr>
                <p:cNvPr id="23" name="Freeform 11"/>
                <p:cNvSpPr>
                  <a:spLocks noEditPoints="1"/>
                </p:cNvSpPr>
                <p:nvPr/>
              </p:nvSpPr>
              <p:spPr bwMode="auto">
                <a:xfrm>
                  <a:off x="11976099" y="1994536"/>
                  <a:ext cx="284528" cy="398340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2"/>
                <p:cNvSpPr/>
                <p:nvPr/>
              </p:nvSpPr>
              <p:spPr bwMode="auto">
                <a:xfrm>
                  <a:off x="11854992" y="2009127"/>
                  <a:ext cx="153208" cy="383749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41" name="文本框 40"/>
          <p:cNvSpPr txBox="1"/>
          <p:nvPr userDrawn="1"/>
        </p:nvSpPr>
        <p:spPr>
          <a:xfrm rot="16200000">
            <a:off x="-1443469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bg1">
                    <a:alpha val="5000"/>
                  </a:schemeClr>
                </a:solidFill>
              </a:rPr>
              <a:t>BEIJING INSTITUTE OF TECHNOLOGY</a:t>
            </a: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52633" y="548450"/>
            <a:ext cx="2295327" cy="504694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666749" y="1329225"/>
            <a:ext cx="0" cy="471473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 userDrawn="1"/>
        </p:nvCxnSpPr>
        <p:spPr>
          <a:xfrm>
            <a:off x="9258300" y="1280160"/>
            <a:ext cx="0" cy="483516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244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8" name="任意多边形: 形状 39"/>
          <p:cNvSpPr/>
          <p:nvPr userDrawn="1"/>
        </p:nvSpPr>
        <p:spPr>
          <a:xfrm>
            <a:off x="221886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190500" sx="101000" sy="101000" algn="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39"/>
          <p:cNvSpPr/>
          <p:nvPr userDrawn="1"/>
        </p:nvSpPr>
        <p:spPr>
          <a:xfrm>
            <a:off x="189674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39"/>
          <p:cNvSpPr/>
          <p:nvPr userDrawn="1"/>
        </p:nvSpPr>
        <p:spPr>
          <a:xfrm>
            <a:off x="0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sx="101000" sy="101000" algn="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: 形状 74"/>
          <p:cNvSpPr/>
          <p:nvPr userDrawn="1"/>
        </p:nvSpPr>
        <p:spPr>
          <a:xfrm flipV="1">
            <a:off x="660400" y="3829587"/>
            <a:ext cx="6489382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标题 47"/>
          <p:cNvSpPr>
            <a:spLocks noGrp="1"/>
          </p:cNvSpPr>
          <p:nvPr>
            <p:ph type="title" hasCustomPrompt="1"/>
          </p:nvPr>
        </p:nvSpPr>
        <p:spPr>
          <a:xfrm>
            <a:off x="630418" y="2616692"/>
            <a:ext cx="7055958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13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654709" y="2352090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14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655638" y="4304189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74450" y="318256"/>
            <a:ext cx="1899117" cy="792864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400" b="1" i="0" spc="100" dirty="0">
                <a:solidFill>
                  <a:schemeClr val="accent3"/>
                </a:solidFill>
                <a:latin typeface="+mn-ea"/>
              </a:rPr>
              <a:t>◀ BIT</a:t>
            </a:r>
            <a:r>
              <a:rPr lang="en-US" altLang="zh-CN" sz="2400" b="1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2400" b="1" i="0" spc="100" dirty="0">
                <a:solidFill>
                  <a:schemeClr val="accent3"/>
                </a:solidFill>
                <a:latin typeface="+mn-ea"/>
              </a:rPr>
              <a:t>▶</a:t>
            </a:r>
            <a:endParaRPr lang="zh-CN" altLang="en-US" sz="2400" b="1" i="0" spc="100" dirty="0">
              <a:solidFill>
                <a:schemeClr val="accent3"/>
              </a:solidFill>
              <a:latin typeface="+mn-ea"/>
            </a:endParaRPr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50894" y="-774608"/>
            <a:ext cx="7885491" cy="758838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8250874" y="2196869"/>
            <a:ext cx="3243162" cy="2464261"/>
          </a:xfrm>
          <a:prstGeom prst="rect">
            <a:avLst/>
          </a:prstGeom>
        </p:spPr>
      </p:pic>
      <p:grpSp>
        <p:nvGrpSpPr>
          <p:cNvPr id="24" name="组合 23"/>
          <p:cNvGrpSpPr/>
          <p:nvPr userDrawn="1"/>
        </p:nvGrpSpPr>
        <p:grpSpPr>
          <a:xfrm>
            <a:off x="671368" y="6083135"/>
            <a:ext cx="2542613" cy="276499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25" name="组合 24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3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1" name="组合 4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4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4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6" name="组合 25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27" name="组合 26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3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3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" name="组合 28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3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0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A-矩形 7"/>
          <p:cNvSpPr/>
          <p:nvPr userDrawn="1">
            <p:custDataLst>
              <p:tags r:id="rId1"/>
            </p:custDataLst>
          </p:nvPr>
        </p:nvSpPr>
        <p:spPr>
          <a:xfrm>
            <a:off x="11373037" y="1"/>
            <a:ext cx="818963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37938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137303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2610651" y="161103"/>
            <a:ext cx="6791691" cy="6535792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1504950"/>
            <a:ext cx="12192000" cy="3848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1" name="任意多边形: 形状 30"/>
          <p:cNvSpPr/>
          <p:nvPr userDrawn="1"/>
        </p:nvSpPr>
        <p:spPr>
          <a:xfrm flipV="1">
            <a:off x="5143364" y="3786901"/>
            <a:ext cx="6236023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48" name="标题 47"/>
          <p:cNvSpPr>
            <a:spLocks noGrp="1"/>
          </p:cNvSpPr>
          <p:nvPr>
            <p:ph type="title" hasCustomPrompt="1"/>
          </p:nvPr>
        </p:nvSpPr>
        <p:spPr>
          <a:xfrm>
            <a:off x="5113420" y="2558484"/>
            <a:ext cx="6236023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60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5137014" y="2329801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38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5143364" y="4198880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1111261" y="2359437"/>
            <a:ext cx="2855386" cy="216961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" name="任意多边形: 形状 118"/>
          <p:cNvSpPr/>
          <p:nvPr userDrawn="1"/>
        </p:nvSpPr>
        <p:spPr>
          <a:xfrm rot="1916941">
            <a:off x="-628945" y="-604401"/>
            <a:ext cx="12918999" cy="10347422"/>
          </a:xfrm>
          <a:custGeom>
            <a:avLst/>
            <a:gdLst>
              <a:gd name="connsiteX0" fmla="*/ 3910821 w 12918999"/>
              <a:gd name="connsiteY0" fmla="*/ 3392979 h 10347422"/>
              <a:gd name="connsiteX1" fmla="*/ 10262073 w 12918999"/>
              <a:gd name="connsiteY1" fmla="*/ 135295 h 10347422"/>
              <a:gd name="connsiteX2" fmla="*/ 10593809 w 12918999"/>
              <a:gd name="connsiteY2" fmla="*/ 0 h 10347422"/>
              <a:gd name="connsiteX3" fmla="*/ 12918999 w 12918999"/>
              <a:gd name="connsiteY3" fmla="*/ 3728462 h 10347422"/>
              <a:gd name="connsiteX4" fmla="*/ 11966464 w 12918999"/>
              <a:gd name="connsiteY4" fmla="*/ 4224159 h 10347422"/>
              <a:gd name="connsiteX5" fmla="*/ 3050273 w 12918999"/>
              <a:gd name="connsiteY5" fmla="*/ 10050202 h 10347422"/>
              <a:gd name="connsiteX6" fmla="*/ 2678241 w 12918999"/>
              <a:gd name="connsiteY6" fmla="*/ 10347422 h 10347422"/>
              <a:gd name="connsiteX7" fmla="*/ 0 w 12918999"/>
              <a:gd name="connsiteY7" fmla="*/ 6052840 h 10347422"/>
              <a:gd name="connsiteX8" fmla="*/ 4301 w 12918999"/>
              <a:gd name="connsiteY8" fmla="*/ 6049545 h 10347422"/>
              <a:gd name="connsiteX9" fmla="*/ 3049697 w 12918999"/>
              <a:gd name="connsiteY9" fmla="*/ 3931365 h 10347422"/>
              <a:gd name="connsiteX10" fmla="*/ 3910821 w 12918999"/>
              <a:gd name="connsiteY10" fmla="*/ 3392979 h 10347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918999" h="10347422">
                <a:moveTo>
                  <a:pt x="3910821" y="3392979"/>
                </a:moveTo>
                <a:cubicBezTo>
                  <a:pt x="5934272" y="2157348"/>
                  <a:pt x="8056184" y="1066634"/>
                  <a:pt x="10262073" y="135295"/>
                </a:cubicBezTo>
                <a:lnTo>
                  <a:pt x="10593809" y="0"/>
                </a:lnTo>
                <a:lnTo>
                  <a:pt x="12918999" y="3728462"/>
                </a:lnTo>
                <a:lnTo>
                  <a:pt x="11966464" y="4224159"/>
                </a:lnTo>
                <a:cubicBezTo>
                  <a:pt x="8816355" y="5904658"/>
                  <a:pt x="5833798" y="7857148"/>
                  <a:pt x="3050273" y="10050202"/>
                </a:cubicBezTo>
                <a:lnTo>
                  <a:pt x="2678241" y="10347422"/>
                </a:lnTo>
                <a:lnTo>
                  <a:pt x="0" y="6052840"/>
                </a:lnTo>
                <a:lnTo>
                  <a:pt x="4301" y="6049545"/>
                </a:lnTo>
                <a:cubicBezTo>
                  <a:pt x="990558" y="5305797"/>
                  <a:pt x="2006380" y="4599047"/>
                  <a:pt x="3049697" y="3931365"/>
                </a:cubicBezTo>
                <a:cubicBezTo>
                  <a:pt x="3334701" y="3748973"/>
                  <a:pt x="3621756" y="3569497"/>
                  <a:pt x="3910821" y="3392979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06" name="任意多边形: 形状 105"/>
          <p:cNvSpPr/>
          <p:nvPr userDrawn="1"/>
        </p:nvSpPr>
        <p:spPr>
          <a:xfrm rot="2885786">
            <a:off x="1087929" y="-2969595"/>
            <a:ext cx="10843749" cy="12155155"/>
          </a:xfrm>
          <a:custGeom>
            <a:avLst/>
            <a:gdLst>
              <a:gd name="connsiteX0" fmla="*/ 6051751 w 10843749"/>
              <a:gd name="connsiteY0" fmla="*/ 1433305 h 12155155"/>
              <a:gd name="connsiteX1" fmla="*/ 6837805 w 10843749"/>
              <a:gd name="connsiteY1" fmla="*/ 587393 h 12155155"/>
              <a:gd name="connsiteX2" fmla="*/ 7410328 w 10843749"/>
              <a:gd name="connsiteY2" fmla="*/ 0 h 12155155"/>
              <a:gd name="connsiteX3" fmla="*/ 10843749 w 10843749"/>
              <a:gd name="connsiteY3" fmla="*/ 3081016 h 12155155"/>
              <a:gd name="connsiteX4" fmla="*/ 2700969 w 10843749"/>
              <a:gd name="connsiteY4" fmla="*/ 12155155 h 12155155"/>
              <a:gd name="connsiteX5" fmla="*/ 0 w 10843749"/>
              <a:gd name="connsiteY5" fmla="*/ 9731411 h 12155155"/>
              <a:gd name="connsiteX6" fmla="*/ 261077 w 10843749"/>
              <a:gd name="connsiteY6" fmla="*/ 9278934 h 12155155"/>
              <a:gd name="connsiteX7" fmla="*/ 6051751 w 10843749"/>
              <a:gd name="connsiteY7" fmla="*/ 1433305 h 1215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43749" h="12155155">
                <a:moveTo>
                  <a:pt x="6051751" y="1433305"/>
                </a:moveTo>
                <a:cubicBezTo>
                  <a:pt x="6310424" y="1148193"/>
                  <a:pt x="6572461" y="866201"/>
                  <a:pt x="6837805" y="587393"/>
                </a:cubicBezTo>
                <a:lnTo>
                  <a:pt x="7410328" y="0"/>
                </a:lnTo>
                <a:lnTo>
                  <a:pt x="10843749" y="3081016"/>
                </a:lnTo>
                <a:lnTo>
                  <a:pt x="2700969" y="12155155"/>
                </a:lnTo>
                <a:lnTo>
                  <a:pt x="0" y="9731411"/>
                </a:lnTo>
                <a:lnTo>
                  <a:pt x="261077" y="9278934"/>
                </a:lnTo>
                <a:cubicBezTo>
                  <a:pt x="1926385" y="6466781"/>
                  <a:pt x="3869211" y="3838947"/>
                  <a:pt x="6051751" y="1433305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8" name="任意多边形: 形状 117"/>
          <p:cNvSpPr/>
          <p:nvPr userDrawn="1"/>
        </p:nvSpPr>
        <p:spPr>
          <a:xfrm rot="1846855">
            <a:off x="-307281" y="-539696"/>
            <a:ext cx="12650822" cy="11532482"/>
          </a:xfrm>
          <a:custGeom>
            <a:avLst/>
            <a:gdLst>
              <a:gd name="connsiteX0" fmla="*/ 7956679 w 12650822"/>
              <a:gd name="connsiteY0" fmla="*/ 1195248 h 11532482"/>
              <a:gd name="connsiteX1" fmla="*/ 9978822 w 12650822"/>
              <a:gd name="connsiteY1" fmla="*/ 62012 h 11532482"/>
              <a:gd name="connsiteX2" fmla="*/ 10098991 w 12650822"/>
              <a:gd name="connsiteY2" fmla="*/ 0 h 11532482"/>
              <a:gd name="connsiteX3" fmla="*/ 12650822 w 12650822"/>
              <a:gd name="connsiteY3" fmla="*/ 4283979 h 11532482"/>
              <a:gd name="connsiteX4" fmla="*/ 12245569 w 12650822"/>
              <a:gd name="connsiteY4" fmla="*/ 4531370 h 11532482"/>
              <a:gd name="connsiteX5" fmla="*/ 3166697 w 12650822"/>
              <a:gd name="connsiteY5" fmla="*/ 11321300 h 11532482"/>
              <a:gd name="connsiteX6" fmla="*/ 2933905 w 12650822"/>
              <a:gd name="connsiteY6" fmla="*/ 11532482 h 11532482"/>
              <a:gd name="connsiteX7" fmla="*/ 1718627 w 12650822"/>
              <a:gd name="connsiteY7" fmla="*/ 9865697 h 11532482"/>
              <a:gd name="connsiteX8" fmla="*/ 0 w 12650822"/>
              <a:gd name="connsiteY8" fmla="*/ 6980488 h 11532482"/>
              <a:gd name="connsiteX9" fmla="*/ 22022 w 12650822"/>
              <a:gd name="connsiteY9" fmla="*/ 6960742 h 11532482"/>
              <a:gd name="connsiteX10" fmla="*/ 4718407 w 12650822"/>
              <a:gd name="connsiteY10" fmla="*/ 3273000 h 11532482"/>
              <a:gd name="connsiteX11" fmla="*/ 7956679 w 12650822"/>
              <a:gd name="connsiteY11" fmla="*/ 1195248 h 11532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650822" h="11532482">
                <a:moveTo>
                  <a:pt x="7956679" y="1195248"/>
                </a:moveTo>
                <a:cubicBezTo>
                  <a:pt x="8621077" y="803084"/>
                  <a:pt x="9295272" y="425195"/>
                  <a:pt x="9978822" y="62012"/>
                </a:cubicBezTo>
                <a:lnTo>
                  <a:pt x="10098991" y="0"/>
                </a:lnTo>
                <a:lnTo>
                  <a:pt x="12650822" y="4283979"/>
                </a:lnTo>
                <a:lnTo>
                  <a:pt x="12245569" y="4531370"/>
                </a:lnTo>
                <a:cubicBezTo>
                  <a:pt x="9012618" y="6531229"/>
                  <a:pt x="5974903" y="8805712"/>
                  <a:pt x="3166697" y="11321300"/>
                </a:cubicBezTo>
                <a:lnTo>
                  <a:pt x="2933905" y="11532482"/>
                </a:lnTo>
                <a:lnTo>
                  <a:pt x="1718627" y="9865697"/>
                </a:lnTo>
                <a:lnTo>
                  <a:pt x="0" y="6980488"/>
                </a:lnTo>
                <a:lnTo>
                  <a:pt x="22022" y="6960742"/>
                </a:lnTo>
                <a:cubicBezTo>
                  <a:pt x="1511041" y="5644986"/>
                  <a:pt x="3079104" y="4413194"/>
                  <a:pt x="4718407" y="3273000"/>
                </a:cubicBezTo>
                <a:cubicBezTo>
                  <a:pt x="5769244" y="2542106"/>
                  <a:pt x="6849352" y="1848853"/>
                  <a:pt x="7956679" y="1195248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3000"/>
                </a:schemeClr>
              </a:gs>
              <a:gs pos="100000">
                <a:schemeClr val="accent2">
                  <a:alpha val="1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9" name="任意多边形: 形状 83"/>
          <p:cNvSpPr/>
          <p:nvPr userDrawn="1"/>
        </p:nvSpPr>
        <p:spPr>
          <a:xfrm>
            <a:off x="-1" y="2998308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50" name="任意多边形: 形状 83"/>
          <p:cNvSpPr/>
          <p:nvPr userDrawn="1"/>
        </p:nvSpPr>
        <p:spPr>
          <a:xfrm>
            <a:off x="-2" y="3019587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102" name="任意多边形: 形状 101"/>
          <p:cNvSpPr/>
          <p:nvPr userDrawn="1"/>
        </p:nvSpPr>
        <p:spPr>
          <a:xfrm rot="2676034">
            <a:off x="-1681418" y="5021332"/>
            <a:ext cx="3362838" cy="3410056"/>
          </a:xfrm>
          <a:custGeom>
            <a:avLst/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4" name="任意多边形: 形状 83"/>
          <p:cNvSpPr/>
          <p:nvPr userDrawn="1"/>
        </p:nvSpPr>
        <p:spPr>
          <a:xfrm>
            <a:off x="0" y="3201986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48" name="标题 47"/>
          <p:cNvSpPr>
            <a:spLocks noGrp="1"/>
          </p:cNvSpPr>
          <p:nvPr userDrawn="1">
            <p:ph type="title" hasCustomPrompt="1"/>
          </p:nvPr>
        </p:nvSpPr>
        <p:spPr>
          <a:xfrm>
            <a:off x="515939" y="3758091"/>
            <a:ext cx="11160124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ctr">
              <a:lnSpc>
                <a:spcPct val="100000"/>
              </a:lnSpc>
              <a:defRPr lang="zh-CN" altLang="en-US" sz="4000" b="1" spc="100" dirty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北京理工大学</a:t>
            </a:r>
            <a:br>
              <a:rPr lang="zh-CN" altLang="en-US" dirty="0"/>
            </a:br>
            <a:r>
              <a:rPr lang="zh-CN" altLang="en-US" dirty="0"/>
              <a:t>毕业设计论文答辩模板</a:t>
            </a:r>
          </a:p>
        </p:txBody>
      </p:sp>
      <p:sp>
        <p:nvSpPr>
          <p:cNvPr id="38" name="文本占位符 53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063320" y="5540739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 algn="ctr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2108522" y="5295418"/>
            <a:ext cx="797495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3866200" y="944838"/>
            <a:ext cx="4510874" cy="1262604"/>
          </a:xfrm>
          <a:prstGeom prst="rect">
            <a:avLst/>
          </a:prstGeom>
        </p:spPr>
      </p:pic>
      <p:sp>
        <p:nvSpPr>
          <p:cNvPr id="51" name="文本框 50"/>
          <p:cNvSpPr txBox="1"/>
          <p:nvPr userDrawn="1"/>
        </p:nvSpPr>
        <p:spPr>
          <a:xfrm>
            <a:off x="150844" y="608868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i="0" spc="100" dirty="0">
                <a:solidFill>
                  <a:schemeClr val="accent3"/>
                </a:solidFill>
                <a:latin typeface="+mn-ea"/>
                <a:ea typeface="+mn-ea"/>
              </a:rPr>
              <a:t>BIT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|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SINCE 1940</a:t>
            </a:r>
            <a:endParaRPr lang="zh-CN" altLang="en-US" sz="1400" b="1" i="0" spc="100" dirty="0">
              <a:solidFill>
                <a:schemeClr val="accent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52" name="组合 51"/>
          <p:cNvGrpSpPr/>
          <p:nvPr userDrawn="1"/>
        </p:nvGrpSpPr>
        <p:grpSpPr>
          <a:xfrm>
            <a:off x="10083479" y="6315185"/>
            <a:ext cx="1765866" cy="192031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53" name="组合 5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91" name="组合 9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9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9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4" name="组合 5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55" name="组合 5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8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6" name="组合 5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8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6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5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2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任意多边形: 形状 19"/>
          <p:cNvSpPr/>
          <p:nvPr userDrawn="1"/>
        </p:nvSpPr>
        <p:spPr>
          <a:xfrm flipH="1" flipV="1">
            <a:off x="4442085" y="3759199"/>
            <a:ext cx="3307830" cy="2335892"/>
          </a:xfrm>
          <a:custGeom>
            <a:avLst/>
            <a:gdLst>
              <a:gd name="connsiteX0" fmla="*/ 3162300 w 3162300"/>
              <a:gd name="connsiteY0" fmla="*/ 2147409 h 2147409"/>
              <a:gd name="connsiteX1" fmla="*/ 0 w 3162300"/>
              <a:gd name="connsiteY1" fmla="*/ 2147409 h 2147409"/>
              <a:gd name="connsiteX2" fmla="*/ 0 w 3162300"/>
              <a:gd name="connsiteY2" fmla="*/ 1565265 h 2147409"/>
              <a:gd name="connsiteX3" fmla="*/ 0 w 3162300"/>
              <a:gd name="connsiteY3" fmla="*/ 1544697 h 2147409"/>
              <a:gd name="connsiteX4" fmla="*/ 0 w 3162300"/>
              <a:gd name="connsiteY4" fmla="*/ 0 h 2147409"/>
              <a:gd name="connsiteX5" fmla="*/ 1585774 w 3162300"/>
              <a:gd name="connsiteY5" fmla="*/ 1112898 h 2147409"/>
              <a:gd name="connsiteX6" fmla="*/ 3162300 w 3162300"/>
              <a:gd name="connsiteY6" fmla="*/ 0 h 2147409"/>
              <a:gd name="connsiteX7" fmla="*/ 3162300 w 3162300"/>
              <a:gd name="connsiteY7" fmla="*/ 1544697 h 2147409"/>
              <a:gd name="connsiteX8" fmla="*/ 3162300 w 3162300"/>
              <a:gd name="connsiteY8" fmla="*/ 1565265 h 2147409"/>
              <a:gd name="connsiteX0-1" fmla="*/ 0 w 3162300"/>
              <a:gd name="connsiteY0-2" fmla="*/ 2147409 h 2238849"/>
              <a:gd name="connsiteX1-3" fmla="*/ 0 w 3162300"/>
              <a:gd name="connsiteY1-4" fmla="*/ 1565265 h 2238849"/>
              <a:gd name="connsiteX2-5" fmla="*/ 0 w 3162300"/>
              <a:gd name="connsiteY2-6" fmla="*/ 1544697 h 2238849"/>
              <a:gd name="connsiteX3-7" fmla="*/ 0 w 3162300"/>
              <a:gd name="connsiteY3-8" fmla="*/ 0 h 2238849"/>
              <a:gd name="connsiteX4-9" fmla="*/ 1585774 w 3162300"/>
              <a:gd name="connsiteY4-10" fmla="*/ 1112898 h 2238849"/>
              <a:gd name="connsiteX5-11" fmla="*/ 3162300 w 3162300"/>
              <a:gd name="connsiteY5-12" fmla="*/ 0 h 2238849"/>
              <a:gd name="connsiteX6-13" fmla="*/ 3162300 w 3162300"/>
              <a:gd name="connsiteY6-14" fmla="*/ 1544697 h 2238849"/>
              <a:gd name="connsiteX7-15" fmla="*/ 3162300 w 3162300"/>
              <a:gd name="connsiteY7-16" fmla="*/ 1565265 h 2238849"/>
              <a:gd name="connsiteX8-17" fmla="*/ 3162300 w 3162300"/>
              <a:gd name="connsiteY8-18" fmla="*/ 2147409 h 2238849"/>
              <a:gd name="connsiteX9" fmla="*/ 91440 w 3162300"/>
              <a:gd name="connsiteY9" fmla="*/ 2238849 h 2238849"/>
              <a:gd name="connsiteX0-19" fmla="*/ 0 w 3162300"/>
              <a:gd name="connsiteY0-20" fmla="*/ 2147409 h 2147409"/>
              <a:gd name="connsiteX1-21" fmla="*/ 0 w 3162300"/>
              <a:gd name="connsiteY1-22" fmla="*/ 1565265 h 2147409"/>
              <a:gd name="connsiteX2-23" fmla="*/ 0 w 3162300"/>
              <a:gd name="connsiteY2-24" fmla="*/ 1544697 h 2147409"/>
              <a:gd name="connsiteX3-25" fmla="*/ 0 w 3162300"/>
              <a:gd name="connsiteY3-26" fmla="*/ 0 h 2147409"/>
              <a:gd name="connsiteX4-27" fmla="*/ 1585774 w 3162300"/>
              <a:gd name="connsiteY4-28" fmla="*/ 1112898 h 2147409"/>
              <a:gd name="connsiteX5-29" fmla="*/ 3162300 w 3162300"/>
              <a:gd name="connsiteY5-30" fmla="*/ 0 h 2147409"/>
              <a:gd name="connsiteX6-31" fmla="*/ 3162300 w 3162300"/>
              <a:gd name="connsiteY6-32" fmla="*/ 1544697 h 2147409"/>
              <a:gd name="connsiteX7-33" fmla="*/ 3162300 w 3162300"/>
              <a:gd name="connsiteY7-34" fmla="*/ 1565265 h 2147409"/>
              <a:gd name="connsiteX8-35" fmla="*/ 3162300 w 3162300"/>
              <a:gd name="connsiteY8-36" fmla="*/ 2147409 h 214740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3162300" h="2147409">
                <a:moveTo>
                  <a:pt x="0" y="2147409"/>
                </a:moveTo>
                <a:lnTo>
                  <a:pt x="0" y="1565265"/>
                </a:lnTo>
                <a:lnTo>
                  <a:pt x="0" y="1544697"/>
                </a:lnTo>
                <a:lnTo>
                  <a:pt x="0" y="0"/>
                </a:lnTo>
                <a:lnTo>
                  <a:pt x="1585774" y="1112898"/>
                </a:lnTo>
                <a:lnTo>
                  <a:pt x="3162300" y="0"/>
                </a:lnTo>
                <a:lnTo>
                  <a:pt x="3162300" y="1544697"/>
                </a:lnTo>
                <a:lnTo>
                  <a:pt x="3162300" y="1565265"/>
                </a:lnTo>
                <a:lnTo>
                  <a:pt x="3162300" y="2147409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矩形 3"/>
          <p:cNvSpPr/>
          <p:nvPr userDrawn="1"/>
        </p:nvSpPr>
        <p:spPr>
          <a:xfrm>
            <a:off x="4442085" y="1015093"/>
            <a:ext cx="3307830" cy="1428368"/>
          </a:xfrm>
          <a:custGeom>
            <a:avLst/>
            <a:gdLst>
              <a:gd name="connsiteX0" fmla="*/ 0 w 3162300"/>
              <a:gd name="connsiteY0" fmla="*/ 0 h 1871961"/>
              <a:gd name="connsiteX1" fmla="*/ 3162300 w 3162300"/>
              <a:gd name="connsiteY1" fmla="*/ 0 h 1871961"/>
              <a:gd name="connsiteX2" fmla="*/ 3162300 w 3162300"/>
              <a:gd name="connsiteY2" fmla="*/ 1871961 h 1871961"/>
              <a:gd name="connsiteX3" fmla="*/ 0 w 3162300"/>
              <a:gd name="connsiteY3" fmla="*/ 1871961 h 1871961"/>
              <a:gd name="connsiteX4" fmla="*/ 0 w 3162300"/>
              <a:gd name="connsiteY4" fmla="*/ 0 h 1871961"/>
              <a:gd name="connsiteX0-1" fmla="*/ 0 w 3162300"/>
              <a:gd name="connsiteY0-2" fmla="*/ 1871961 h 1963401"/>
              <a:gd name="connsiteX1-3" fmla="*/ 0 w 3162300"/>
              <a:gd name="connsiteY1-4" fmla="*/ 0 h 1963401"/>
              <a:gd name="connsiteX2-5" fmla="*/ 3162300 w 3162300"/>
              <a:gd name="connsiteY2-6" fmla="*/ 0 h 1963401"/>
              <a:gd name="connsiteX3-7" fmla="*/ 3162300 w 3162300"/>
              <a:gd name="connsiteY3-8" fmla="*/ 1871961 h 1963401"/>
              <a:gd name="connsiteX4-9" fmla="*/ 91440 w 3162300"/>
              <a:gd name="connsiteY4-10" fmla="*/ 1963401 h 1963401"/>
              <a:gd name="connsiteX0-11" fmla="*/ 0 w 3162300"/>
              <a:gd name="connsiteY0-12" fmla="*/ 1871961 h 1871961"/>
              <a:gd name="connsiteX1-13" fmla="*/ 0 w 3162300"/>
              <a:gd name="connsiteY1-14" fmla="*/ 0 h 1871961"/>
              <a:gd name="connsiteX2-15" fmla="*/ 3162300 w 3162300"/>
              <a:gd name="connsiteY2-16" fmla="*/ 0 h 1871961"/>
              <a:gd name="connsiteX3-17" fmla="*/ 3162300 w 3162300"/>
              <a:gd name="connsiteY3-18" fmla="*/ 1871961 h 18719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162300" h="1871961">
                <a:moveTo>
                  <a:pt x="0" y="1871961"/>
                </a:moveTo>
                <a:lnTo>
                  <a:pt x="0" y="0"/>
                </a:lnTo>
                <a:lnTo>
                  <a:pt x="3162300" y="0"/>
                </a:lnTo>
                <a:lnTo>
                  <a:pt x="3162300" y="1871961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flipV="1">
            <a:off x="6007269" y="3832178"/>
            <a:ext cx="177462" cy="152984"/>
          </a:xfrm>
          <a:prstGeom prst="triangle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4974749" y="1401223"/>
            <a:ext cx="2256308" cy="63154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28" r="23340"/>
          <a:stretch>
            <a:fillRect/>
          </a:stretch>
        </p:blipFill>
        <p:spPr>
          <a:xfrm>
            <a:off x="4303956" y="0"/>
            <a:ext cx="7888043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706026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5573" r="198"/>
          <a:stretch>
            <a:fillRect/>
          </a:stretch>
        </p:blipFill>
        <p:spPr>
          <a:xfrm>
            <a:off x="0" y="0"/>
            <a:ext cx="8678174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9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7382858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4768810" y="7452"/>
            <a:ext cx="7423189" cy="6850548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706026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-10414" y="0"/>
            <a:ext cx="8336943" cy="686004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10414" y="0"/>
            <a:ext cx="12202413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7382858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6352" y="0"/>
            <a:ext cx="12198351" cy="5024521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6351" y="0"/>
            <a:ext cx="12198349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0"/>
                </a:schemeClr>
              </a:gs>
              <a:gs pos="66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4550546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7223405" y="2402693"/>
            <a:ext cx="4785100" cy="47749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4" cstate="screen"/>
          <a:srcRect l="6610" b="12305"/>
          <a:stretch>
            <a:fillRect/>
          </a:stretch>
        </p:blipFill>
        <p:spPr>
          <a:xfrm>
            <a:off x="14873" y="5340546"/>
            <a:ext cx="6018099" cy="151836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4" cstate="screen"/>
          <a:srcRect l="6610" b="12305"/>
          <a:stretch>
            <a:fillRect/>
          </a:stretch>
        </p:blipFill>
        <p:spPr>
          <a:xfrm flipH="1">
            <a:off x="6154789" y="5340546"/>
            <a:ext cx="6018099" cy="15183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5018002" y="2568943"/>
            <a:ext cx="2143294" cy="59991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590249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bg1">
                  <a:alpha val="30000"/>
                </a:schemeClr>
              </a:gs>
              <a:gs pos="6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4626145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screen"/>
          <a:srcRect l="6610" b="12305"/>
          <a:stretch>
            <a:fillRect/>
          </a:stretch>
        </p:blipFill>
        <p:spPr>
          <a:xfrm flipV="1">
            <a:off x="14873" y="-15231"/>
            <a:ext cx="6018099" cy="151836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3" cstate="screen"/>
          <a:srcRect l="6610" b="12305"/>
          <a:stretch>
            <a:fillRect/>
          </a:stretch>
        </p:blipFill>
        <p:spPr>
          <a:xfrm flipH="1" flipV="1">
            <a:off x="6154789" y="-15231"/>
            <a:ext cx="6018099" cy="151836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5018002" y="2577573"/>
            <a:ext cx="2143294" cy="599913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3040886" y="5719548"/>
            <a:ext cx="6136451" cy="681262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9000"/>
                </a:schemeClr>
              </a:gs>
              <a:gs pos="0">
                <a:schemeClr val="bg1">
                  <a:alpha val="3000"/>
                </a:schemeClr>
              </a:gs>
            </a:gsLst>
            <a:lin ang="16200000" scaled="1"/>
            <a:tileRect/>
          </a:gradFill>
        </p:grpSpPr>
        <p:grpSp>
          <p:nvGrpSpPr>
            <p:cNvPr id="18" name="组合 17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9" name="组合 18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20" name="组合 19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3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-2924"/>
            <a:ext cx="12193057" cy="3633531"/>
          </a:xfrm>
          <a:prstGeom prst="rect">
            <a:avLst/>
          </a:prstGeom>
        </p:spPr>
      </p:pic>
      <p:sp>
        <p:nvSpPr>
          <p:cNvPr id="37" name="任意形状 36"/>
          <p:cNvSpPr/>
          <p:nvPr userDrawn="1"/>
        </p:nvSpPr>
        <p:spPr>
          <a:xfrm>
            <a:off x="-134112" y="-106934"/>
            <a:ext cx="12468264" cy="3829332"/>
          </a:xfrm>
          <a:custGeom>
            <a:avLst/>
            <a:gdLst>
              <a:gd name="connsiteX0" fmla="*/ 0 w 12192000"/>
              <a:gd name="connsiteY0" fmla="*/ 0 h 3632200"/>
              <a:gd name="connsiteX1" fmla="*/ 12192000 w 12192000"/>
              <a:gd name="connsiteY1" fmla="*/ 0 h 3632200"/>
              <a:gd name="connsiteX2" fmla="*/ 12192000 w 12192000"/>
              <a:gd name="connsiteY2" fmla="*/ 2602097 h 3632200"/>
              <a:gd name="connsiteX3" fmla="*/ 11858362 w 12192000"/>
              <a:gd name="connsiteY3" fmla="*/ 2747371 h 3632200"/>
              <a:gd name="connsiteX4" fmla="*/ 6859519 w 12192000"/>
              <a:gd name="connsiteY4" fmla="*/ 3619648 h 3632200"/>
              <a:gd name="connsiteX5" fmla="*/ 6096062 w 12192000"/>
              <a:gd name="connsiteY5" fmla="*/ 3632200 h 3632200"/>
              <a:gd name="connsiteX6" fmla="*/ 6095939 w 12192000"/>
              <a:gd name="connsiteY6" fmla="*/ 3632200 h 3632200"/>
              <a:gd name="connsiteX7" fmla="*/ 5332482 w 12192000"/>
              <a:gd name="connsiteY7" fmla="*/ 3619648 h 3632200"/>
              <a:gd name="connsiteX8" fmla="*/ 333638 w 12192000"/>
              <a:gd name="connsiteY8" fmla="*/ 2747371 h 3632200"/>
              <a:gd name="connsiteX9" fmla="*/ 0 w 12192000"/>
              <a:gd name="connsiteY9" fmla="*/ 2602097 h 363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32200">
                <a:moveTo>
                  <a:pt x="0" y="0"/>
                </a:moveTo>
                <a:lnTo>
                  <a:pt x="12192000" y="0"/>
                </a:lnTo>
                <a:lnTo>
                  <a:pt x="12192000" y="2602097"/>
                </a:lnTo>
                <a:lnTo>
                  <a:pt x="11858362" y="2747371"/>
                </a:lnTo>
                <a:cubicBezTo>
                  <a:pt x="10640880" y="3227716"/>
                  <a:pt x="8867829" y="3553239"/>
                  <a:pt x="6859519" y="3619648"/>
                </a:cubicBezTo>
                <a:lnTo>
                  <a:pt x="6096062" y="3632200"/>
                </a:lnTo>
                <a:lnTo>
                  <a:pt x="6095939" y="3632200"/>
                </a:lnTo>
                <a:lnTo>
                  <a:pt x="5332482" y="3619648"/>
                </a:lnTo>
                <a:cubicBezTo>
                  <a:pt x="3324171" y="3553239"/>
                  <a:pt x="1551120" y="3227716"/>
                  <a:pt x="333638" y="2747371"/>
                </a:cubicBezTo>
                <a:lnTo>
                  <a:pt x="0" y="2602097"/>
                </a:lnTo>
                <a:close/>
              </a:path>
            </a:pathLst>
          </a:cu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0" y="0"/>
            <a:ext cx="12192000" cy="16328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 fontScale="25000" lnSpcReduction="20000"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502191" y="3048198"/>
            <a:ext cx="1193467" cy="1192626"/>
          </a:xfrm>
          <a:prstGeom prst="rect">
            <a:avLst/>
          </a:prstGeom>
        </p:spPr>
      </p:pic>
      <p:sp>
        <p:nvSpPr>
          <p:cNvPr id="43" name="文本框 42"/>
          <p:cNvSpPr txBox="1"/>
          <p:nvPr userDrawn="1"/>
        </p:nvSpPr>
        <p:spPr>
          <a:xfrm>
            <a:off x="150844" y="617414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i="0" spc="100" dirty="0">
                <a:solidFill>
                  <a:schemeClr val="accent3"/>
                </a:solidFill>
                <a:latin typeface="+mn-ea"/>
                <a:ea typeface="+mn-ea"/>
              </a:rPr>
              <a:t>BIT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|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SINCE 1940</a:t>
            </a:r>
            <a:endParaRPr lang="zh-CN" altLang="en-US" sz="1400" b="1" i="0" spc="100" dirty="0">
              <a:solidFill>
                <a:schemeClr val="accent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44" name="组合 43"/>
          <p:cNvGrpSpPr/>
          <p:nvPr userDrawn="1"/>
        </p:nvGrpSpPr>
        <p:grpSpPr>
          <a:xfrm>
            <a:off x="10083479" y="6400645"/>
            <a:ext cx="1765866" cy="192031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45" name="组合 44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5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61" name="组合 6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6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2" name="组合 6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6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46" name="组合 45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47" name="组合 46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5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5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5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50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7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057" cy="4066384"/>
          </a:xfrm>
          <a:prstGeom prst="rect">
            <a:avLst/>
          </a:prstGeom>
        </p:spPr>
      </p:pic>
      <p:sp>
        <p:nvSpPr>
          <p:cNvPr id="19" name="任意多边形: 形状 20"/>
          <p:cNvSpPr/>
          <p:nvPr userDrawn="1"/>
        </p:nvSpPr>
        <p:spPr>
          <a:xfrm rot="10800000">
            <a:off x="-18" y="0"/>
            <a:ext cx="12192001" cy="4066750"/>
          </a:xfrm>
          <a:custGeom>
            <a:avLst/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任意多边形: 形状 44"/>
          <p:cNvSpPr/>
          <p:nvPr userDrawn="1"/>
        </p:nvSpPr>
        <p:spPr>
          <a:xfrm>
            <a:off x="0" y="2329236"/>
            <a:ext cx="12191985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49"/>
          <p:cNvSpPr/>
          <p:nvPr userDrawn="1"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-1" fmla="*/ 0 w 12208213"/>
              <a:gd name="connsiteY0-2" fmla="*/ 0 h 1605064"/>
              <a:gd name="connsiteX1-3" fmla="*/ 6099243 w 12208213"/>
              <a:gd name="connsiteY1-4" fmla="*/ 1498060 h 1605064"/>
              <a:gd name="connsiteX2-5" fmla="*/ 12198485 w 12208213"/>
              <a:gd name="connsiteY2-6" fmla="*/ 19456 h 1605064"/>
              <a:gd name="connsiteX3-7" fmla="*/ 12208213 w 12208213"/>
              <a:gd name="connsiteY3-8" fmla="*/ 282103 h 1605064"/>
              <a:gd name="connsiteX4-9" fmla="*/ 6108970 w 12208213"/>
              <a:gd name="connsiteY4-10" fmla="*/ 1605064 h 1605064"/>
              <a:gd name="connsiteX5-11" fmla="*/ 0 w 12208213"/>
              <a:gd name="connsiteY5-12" fmla="*/ 544749 h 1605064"/>
              <a:gd name="connsiteX6-13" fmla="*/ 0 w 12208213"/>
              <a:gd name="connsiteY6-14" fmla="*/ 0 h 1605064"/>
              <a:gd name="connsiteX0-15" fmla="*/ 0 w 12198485"/>
              <a:gd name="connsiteY0-16" fmla="*/ 0 h 1605064"/>
              <a:gd name="connsiteX1-17" fmla="*/ 6099243 w 12198485"/>
              <a:gd name="connsiteY1-18" fmla="*/ 1498060 h 1605064"/>
              <a:gd name="connsiteX2-19" fmla="*/ 12198485 w 12198485"/>
              <a:gd name="connsiteY2-20" fmla="*/ 19456 h 1605064"/>
              <a:gd name="connsiteX3-21" fmla="*/ 12198485 w 12198485"/>
              <a:gd name="connsiteY3-22" fmla="*/ 603115 h 1605064"/>
              <a:gd name="connsiteX4-23" fmla="*/ 6108970 w 12198485"/>
              <a:gd name="connsiteY4-24" fmla="*/ 1605064 h 1605064"/>
              <a:gd name="connsiteX5-25" fmla="*/ 0 w 12198485"/>
              <a:gd name="connsiteY5-26" fmla="*/ 544749 h 1605064"/>
              <a:gd name="connsiteX6-27" fmla="*/ 0 w 12198485"/>
              <a:gd name="connsiteY6-28" fmla="*/ 0 h 1605064"/>
              <a:gd name="connsiteX0-29" fmla="*/ 0 w 12198485"/>
              <a:gd name="connsiteY0-30" fmla="*/ 0 h 1605064"/>
              <a:gd name="connsiteX1-31" fmla="*/ 6108970 w 12198485"/>
              <a:gd name="connsiteY1-32" fmla="*/ 1507788 h 1605064"/>
              <a:gd name="connsiteX2-33" fmla="*/ 12198485 w 12198485"/>
              <a:gd name="connsiteY2-34" fmla="*/ 19456 h 1605064"/>
              <a:gd name="connsiteX3-35" fmla="*/ 12198485 w 12198485"/>
              <a:gd name="connsiteY3-36" fmla="*/ 603115 h 1605064"/>
              <a:gd name="connsiteX4-37" fmla="*/ 6108970 w 12198485"/>
              <a:gd name="connsiteY4-38" fmla="*/ 1605064 h 1605064"/>
              <a:gd name="connsiteX5-39" fmla="*/ 0 w 12198485"/>
              <a:gd name="connsiteY5-40" fmla="*/ 544749 h 1605064"/>
              <a:gd name="connsiteX6-41" fmla="*/ 0 w 12198485"/>
              <a:gd name="connsiteY6-42" fmla="*/ 0 h 1605064"/>
              <a:gd name="connsiteX0-43" fmla="*/ 632298 w 12830783"/>
              <a:gd name="connsiteY0-44" fmla="*/ 0 h 1605064"/>
              <a:gd name="connsiteX1-45" fmla="*/ 6741268 w 12830783"/>
              <a:gd name="connsiteY1-46" fmla="*/ 1507788 h 1605064"/>
              <a:gd name="connsiteX2-47" fmla="*/ 12830783 w 12830783"/>
              <a:gd name="connsiteY2-48" fmla="*/ 19456 h 1605064"/>
              <a:gd name="connsiteX3-49" fmla="*/ 12830783 w 12830783"/>
              <a:gd name="connsiteY3-50" fmla="*/ 603115 h 1605064"/>
              <a:gd name="connsiteX4-51" fmla="*/ 6741268 w 12830783"/>
              <a:gd name="connsiteY4-52" fmla="*/ 1605064 h 1605064"/>
              <a:gd name="connsiteX5-53" fmla="*/ 0 w 12830783"/>
              <a:gd name="connsiteY5-54" fmla="*/ 29183 h 1605064"/>
              <a:gd name="connsiteX6-55" fmla="*/ 632298 w 12830783"/>
              <a:gd name="connsiteY6-56" fmla="*/ 0 h 1605064"/>
              <a:gd name="connsiteX0-57" fmla="*/ 836579 w 12830783"/>
              <a:gd name="connsiteY0-58" fmla="*/ 0 h 1634247"/>
              <a:gd name="connsiteX1-59" fmla="*/ 6741268 w 12830783"/>
              <a:gd name="connsiteY1-60" fmla="*/ 1536971 h 1634247"/>
              <a:gd name="connsiteX2-61" fmla="*/ 12830783 w 12830783"/>
              <a:gd name="connsiteY2-62" fmla="*/ 48639 h 1634247"/>
              <a:gd name="connsiteX3-63" fmla="*/ 12830783 w 12830783"/>
              <a:gd name="connsiteY3-64" fmla="*/ 632298 h 1634247"/>
              <a:gd name="connsiteX4-65" fmla="*/ 6741268 w 12830783"/>
              <a:gd name="connsiteY4-66" fmla="*/ 1634247 h 1634247"/>
              <a:gd name="connsiteX5-67" fmla="*/ 0 w 12830783"/>
              <a:gd name="connsiteY5-68" fmla="*/ 58366 h 1634247"/>
              <a:gd name="connsiteX6-69" fmla="*/ 836579 w 12830783"/>
              <a:gd name="connsiteY6-70" fmla="*/ 0 h 1634247"/>
              <a:gd name="connsiteX0-71" fmla="*/ 836579 w 12830783"/>
              <a:gd name="connsiteY0-72" fmla="*/ 0 h 1702340"/>
              <a:gd name="connsiteX1-73" fmla="*/ 6741268 w 12830783"/>
              <a:gd name="connsiteY1-74" fmla="*/ 1536971 h 1702340"/>
              <a:gd name="connsiteX2-75" fmla="*/ 12830783 w 12830783"/>
              <a:gd name="connsiteY2-76" fmla="*/ 48639 h 1702340"/>
              <a:gd name="connsiteX3-77" fmla="*/ 12830783 w 12830783"/>
              <a:gd name="connsiteY3-78" fmla="*/ 632298 h 1702340"/>
              <a:gd name="connsiteX4-79" fmla="*/ 6750996 w 12830783"/>
              <a:gd name="connsiteY4-80" fmla="*/ 1702340 h 1702340"/>
              <a:gd name="connsiteX5-81" fmla="*/ 0 w 12830783"/>
              <a:gd name="connsiteY5-82" fmla="*/ 58366 h 1702340"/>
              <a:gd name="connsiteX6-83" fmla="*/ 836579 w 12830783"/>
              <a:gd name="connsiteY6-84" fmla="*/ 0 h 1702340"/>
              <a:gd name="connsiteX0-85" fmla="*/ 836579 w 12830783"/>
              <a:gd name="connsiteY0-86" fmla="*/ 0 h 1702340"/>
              <a:gd name="connsiteX1-87" fmla="*/ 6741268 w 12830783"/>
              <a:gd name="connsiteY1-88" fmla="*/ 1536971 h 1702340"/>
              <a:gd name="connsiteX2-89" fmla="*/ 12470860 w 12830783"/>
              <a:gd name="connsiteY2-90" fmla="*/ 19456 h 1702340"/>
              <a:gd name="connsiteX3-91" fmla="*/ 12830783 w 12830783"/>
              <a:gd name="connsiteY3-92" fmla="*/ 632298 h 1702340"/>
              <a:gd name="connsiteX4-93" fmla="*/ 6750996 w 12830783"/>
              <a:gd name="connsiteY4-94" fmla="*/ 1702340 h 1702340"/>
              <a:gd name="connsiteX5-95" fmla="*/ 0 w 12830783"/>
              <a:gd name="connsiteY5-96" fmla="*/ 58366 h 1702340"/>
              <a:gd name="connsiteX6-97" fmla="*/ 836579 w 12830783"/>
              <a:gd name="connsiteY6-98" fmla="*/ 0 h 1702340"/>
              <a:gd name="connsiteX0-99" fmla="*/ 836579 w 13239345"/>
              <a:gd name="connsiteY0-100" fmla="*/ 0 h 1702340"/>
              <a:gd name="connsiteX1-101" fmla="*/ 6741268 w 13239345"/>
              <a:gd name="connsiteY1-102" fmla="*/ 1536971 h 1702340"/>
              <a:gd name="connsiteX2-103" fmla="*/ 12470860 w 13239345"/>
              <a:gd name="connsiteY2-104" fmla="*/ 19456 h 1702340"/>
              <a:gd name="connsiteX3-105" fmla="*/ 13239345 w 13239345"/>
              <a:gd name="connsiteY3-106" fmla="*/ 107004 h 1702340"/>
              <a:gd name="connsiteX4-107" fmla="*/ 6750996 w 13239345"/>
              <a:gd name="connsiteY4-108" fmla="*/ 1702340 h 1702340"/>
              <a:gd name="connsiteX5-109" fmla="*/ 0 w 13239345"/>
              <a:gd name="connsiteY5-110" fmla="*/ 58366 h 1702340"/>
              <a:gd name="connsiteX6-111" fmla="*/ 836579 w 13239345"/>
              <a:gd name="connsiteY6-112" fmla="*/ 0 h 1702340"/>
              <a:gd name="connsiteX0-113" fmla="*/ 836579 w 13239345"/>
              <a:gd name="connsiteY0-114" fmla="*/ 107003 h 1809343"/>
              <a:gd name="connsiteX1-115" fmla="*/ 6741268 w 13239345"/>
              <a:gd name="connsiteY1-116" fmla="*/ 1643974 h 1809343"/>
              <a:gd name="connsiteX2-117" fmla="*/ 12169303 w 13239345"/>
              <a:gd name="connsiteY2-118" fmla="*/ 0 h 1809343"/>
              <a:gd name="connsiteX3-119" fmla="*/ 13239345 w 13239345"/>
              <a:gd name="connsiteY3-120" fmla="*/ 214007 h 1809343"/>
              <a:gd name="connsiteX4-121" fmla="*/ 6750996 w 13239345"/>
              <a:gd name="connsiteY4-122" fmla="*/ 1809343 h 1809343"/>
              <a:gd name="connsiteX5-123" fmla="*/ 0 w 13239345"/>
              <a:gd name="connsiteY5-124" fmla="*/ 165369 h 1809343"/>
              <a:gd name="connsiteX6-125" fmla="*/ 836579 w 13239345"/>
              <a:gd name="connsiteY6-126" fmla="*/ 107003 h 1809343"/>
              <a:gd name="connsiteX0-127" fmla="*/ 1342417 w 13239345"/>
              <a:gd name="connsiteY0-128" fmla="*/ 29182 h 1809343"/>
              <a:gd name="connsiteX1-129" fmla="*/ 6741268 w 13239345"/>
              <a:gd name="connsiteY1-130" fmla="*/ 1643974 h 1809343"/>
              <a:gd name="connsiteX2-131" fmla="*/ 12169303 w 13239345"/>
              <a:gd name="connsiteY2-132" fmla="*/ 0 h 1809343"/>
              <a:gd name="connsiteX3-133" fmla="*/ 13239345 w 13239345"/>
              <a:gd name="connsiteY3-134" fmla="*/ 214007 h 1809343"/>
              <a:gd name="connsiteX4-135" fmla="*/ 6750996 w 13239345"/>
              <a:gd name="connsiteY4-136" fmla="*/ 1809343 h 1809343"/>
              <a:gd name="connsiteX5-137" fmla="*/ 0 w 13239345"/>
              <a:gd name="connsiteY5-138" fmla="*/ 165369 h 1809343"/>
              <a:gd name="connsiteX6-139" fmla="*/ 1342417 w 13239345"/>
              <a:gd name="connsiteY6-140" fmla="*/ 29182 h 1809343"/>
              <a:gd name="connsiteX0-141" fmla="*/ 1294792 w 13239345"/>
              <a:gd name="connsiteY0-142" fmla="*/ 607 h 1809343"/>
              <a:gd name="connsiteX1-143" fmla="*/ 6741268 w 13239345"/>
              <a:gd name="connsiteY1-144" fmla="*/ 1643974 h 1809343"/>
              <a:gd name="connsiteX2-145" fmla="*/ 12169303 w 13239345"/>
              <a:gd name="connsiteY2-146" fmla="*/ 0 h 1809343"/>
              <a:gd name="connsiteX3-147" fmla="*/ 13239345 w 13239345"/>
              <a:gd name="connsiteY3-148" fmla="*/ 214007 h 1809343"/>
              <a:gd name="connsiteX4-149" fmla="*/ 6750996 w 13239345"/>
              <a:gd name="connsiteY4-150" fmla="*/ 1809343 h 1809343"/>
              <a:gd name="connsiteX5-151" fmla="*/ 0 w 13239345"/>
              <a:gd name="connsiteY5-152" fmla="*/ 165369 h 1809343"/>
              <a:gd name="connsiteX6-153" fmla="*/ 1294792 w 13239345"/>
              <a:gd name="connsiteY6-154" fmla="*/ 607 h 1809343"/>
              <a:gd name="connsiteX0-155" fmla="*/ 1294792 w 13239345"/>
              <a:gd name="connsiteY0-156" fmla="*/ 607 h 1809343"/>
              <a:gd name="connsiteX1-157" fmla="*/ 6741268 w 13239345"/>
              <a:gd name="connsiteY1-158" fmla="*/ 1643974 h 1809343"/>
              <a:gd name="connsiteX2-159" fmla="*/ 12169303 w 13239345"/>
              <a:gd name="connsiteY2-160" fmla="*/ 0 h 1809343"/>
              <a:gd name="connsiteX3-161" fmla="*/ 13239345 w 13239345"/>
              <a:gd name="connsiteY3-162" fmla="*/ 214007 h 1809343"/>
              <a:gd name="connsiteX4-163" fmla="*/ 6750996 w 13239345"/>
              <a:gd name="connsiteY4-164" fmla="*/ 1809343 h 1809343"/>
              <a:gd name="connsiteX5-165" fmla="*/ 0 w 13239345"/>
              <a:gd name="connsiteY5-166" fmla="*/ 165369 h 1809343"/>
              <a:gd name="connsiteX6-167" fmla="*/ 1294792 w 13239345"/>
              <a:gd name="connsiteY6-168" fmla="*/ 607 h 1809343"/>
              <a:gd name="connsiteX0-169" fmla="*/ 1294792 w 13239345"/>
              <a:gd name="connsiteY0-170" fmla="*/ 607 h 1809343"/>
              <a:gd name="connsiteX1-171" fmla="*/ 6741268 w 13239345"/>
              <a:gd name="connsiteY1-172" fmla="*/ 1643974 h 1809343"/>
              <a:gd name="connsiteX2-173" fmla="*/ 12169303 w 13239345"/>
              <a:gd name="connsiteY2-174" fmla="*/ 0 h 1809343"/>
              <a:gd name="connsiteX3-175" fmla="*/ 13239345 w 13239345"/>
              <a:gd name="connsiteY3-176" fmla="*/ 214007 h 1809343"/>
              <a:gd name="connsiteX4-177" fmla="*/ 6750996 w 13239345"/>
              <a:gd name="connsiteY4-178" fmla="*/ 1809343 h 1809343"/>
              <a:gd name="connsiteX5-179" fmla="*/ 0 w 13239345"/>
              <a:gd name="connsiteY5-180" fmla="*/ 165369 h 1809343"/>
              <a:gd name="connsiteX6-181" fmla="*/ 1294792 w 13239345"/>
              <a:gd name="connsiteY6-182" fmla="*/ 607 h 1809343"/>
              <a:gd name="connsiteX0-183" fmla="*/ 1294792 w 13239345"/>
              <a:gd name="connsiteY0-184" fmla="*/ 607 h 1809343"/>
              <a:gd name="connsiteX1-185" fmla="*/ 6741268 w 13239345"/>
              <a:gd name="connsiteY1-186" fmla="*/ 1643974 h 1809343"/>
              <a:gd name="connsiteX2-187" fmla="*/ 12169303 w 13239345"/>
              <a:gd name="connsiteY2-188" fmla="*/ 0 h 1809343"/>
              <a:gd name="connsiteX3-189" fmla="*/ 13239345 w 13239345"/>
              <a:gd name="connsiteY3-190" fmla="*/ 214007 h 1809343"/>
              <a:gd name="connsiteX4-191" fmla="*/ 6750996 w 13239345"/>
              <a:gd name="connsiteY4-192" fmla="*/ 1809343 h 1809343"/>
              <a:gd name="connsiteX5-193" fmla="*/ 0 w 13239345"/>
              <a:gd name="connsiteY5-194" fmla="*/ 165369 h 1809343"/>
              <a:gd name="connsiteX6-195" fmla="*/ 1294792 w 13239345"/>
              <a:gd name="connsiteY6-196" fmla="*/ 607 h 1809343"/>
              <a:gd name="connsiteX0-197" fmla="*/ 1294792 w 13239345"/>
              <a:gd name="connsiteY0-198" fmla="*/ 607 h 1809343"/>
              <a:gd name="connsiteX1-199" fmla="*/ 6741268 w 13239345"/>
              <a:gd name="connsiteY1-200" fmla="*/ 1643974 h 1809343"/>
              <a:gd name="connsiteX2-201" fmla="*/ 12169303 w 13239345"/>
              <a:gd name="connsiteY2-202" fmla="*/ 0 h 1809343"/>
              <a:gd name="connsiteX3-203" fmla="*/ 13239345 w 13239345"/>
              <a:gd name="connsiteY3-204" fmla="*/ 214007 h 1809343"/>
              <a:gd name="connsiteX4-205" fmla="*/ 6750996 w 13239345"/>
              <a:gd name="connsiteY4-206" fmla="*/ 1809343 h 1809343"/>
              <a:gd name="connsiteX5-207" fmla="*/ 0 w 13239345"/>
              <a:gd name="connsiteY5-208" fmla="*/ 165369 h 1809343"/>
              <a:gd name="connsiteX6-209" fmla="*/ 1294792 w 13239345"/>
              <a:gd name="connsiteY6-210" fmla="*/ 607 h 1809343"/>
              <a:gd name="connsiteX0-211" fmla="*/ 1294792 w 13239345"/>
              <a:gd name="connsiteY0-212" fmla="*/ 607 h 1809343"/>
              <a:gd name="connsiteX1-213" fmla="*/ 6741268 w 13239345"/>
              <a:gd name="connsiteY1-214" fmla="*/ 1643974 h 1809343"/>
              <a:gd name="connsiteX2-215" fmla="*/ 12169303 w 13239345"/>
              <a:gd name="connsiteY2-216" fmla="*/ 0 h 1809343"/>
              <a:gd name="connsiteX3-217" fmla="*/ 13239345 w 13239345"/>
              <a:gd name="connsiteY3-218" fmla="*/ 214007 h 1809343"/>
              <a:gd name="connsiteX4-219" fmla="*/ 6750996 w 13239345"/>
              <a:gd name="connsiteY4-220" fmla="*/ 1809343 h 1809343"/>
              <a:gd name="connsiteX5-221" fmla="*/ 0 w 13239345"/>
              <a:gd name="connsiteY5-222" fmla="*/ 165369 h 1809343"/>
              <a:gd name="connsiteX6-223" fmla="*/ 1294792 w 13239345"/>
              <a:gd name="connsiteY6-224" fmla="*/ 607 h 1809343"/>
              <a:gd name="connsiteX0-225" fmla="*/ 1294792 w 13239345"/>
              <a:gd name="connsiteY0-226" fmla="*/ 607 h 1809343"/>
              <a:gd name="connsiteX1-227" fmla="*/ 6741268 w 13239345"/>
              <a:gd name="connsiteY1-228" fmla="*/ 1643974 h 1809343"/>
              <a:gd name="connsiteX2-229" fmla="*/ 12169303 w 13239345"/>
              <a:gd name="connsiteY2-230" fmla="*/ 0 h 1809343"/>
              <a:gd name="connsiteX3-231" fmla="*/ 13239345 w 13239345"/>
              <a:gd name="connsiteY3-232" fmla="*/ 214007 h 1809343"/>
              <a:gd name="connsiteX4-233" fmla="*/ 6750996 w 13239345"/>
              <a:gd name="connsiteY4-234" fmla="*/ 1809343 h 1809343"/>
              <a:gd name="connsiteX5-235" fmla="*/ 0 w 13239345"/>
              <a:gd name="connsiteY5-236" fmla="*/ 165369 h 1809343"/>
              <a:gd name="connsiteX6-237" fmla="*/ 1294792 w 13239345"/>
              <a:gd name="connsiteY6-238" fmla="*/ 607 h 1809343"/>
              <a:gd name="connsiteX0-239" fmla="*/ 1294792 w 13239345"/>
              <a:gd name="connsiteY0-240" fmla="*/ 607 h 1809343"/>
              <a:gd name="connsiteX1-241" fmla="*/ 6741268 w 13239345"/>
              <a:gd name="connsiteY1-242" fmla="*/ 1643974 h 1809343"/>
              <a:gd name="connsiteX2-243" fmla="*/ 12169303 w 13239345"/>
              <a:gd name="connsiteY2-244" fmla="*/ 0 h 1809343"/>
              <a:gd name="connsiteX3-245" fmla="*/ 13239345 w 13239345"/>
              <a:gd name="connsiteY3-246" fmla="*/ 214007 h 1809343"/>
              <a:gd name="connsiteX4-247" fmla="*/ 6750996 w 13239345"/>
              <a:gd name="connsiteY4-248" fmla="*/ 1809343 h 1809343"/>
              <a:gd name="connsiteX5-249" fmla="*/ 0 w 13239345"/>
              <a:gd name="connsiteY5-250" fmla="*/ 165369 h 1809343"/>
              <a:gd name="connsiteX6-251" fmla="*/ 1294792 w 13239345"/>
              <a:gd name="connsiteY6-252" fmla="*/ 607 h 1809343"/>
              <a:gd name="connsiteX0-253" fmla="*/ 1294792 w 13239345"/>
              <a:gd name="connsiteY0-254" fmla="*/ 607 h 1809343"/>
              <a:gd name="connsiteX1-255" fmla="*/ 6741268 w 13239345"/>
              <a:gd name="connsiteY1-256" fmla="*/ 1643974 h 1809343"/>
              <a:gd name="connsiteX2-257" fmla="*/ 12169303 w 13239345"/>
              <a:gd name="connsiteY2-258" fmla="*/ 0 h 1809343"/>
              <a:gd name="connsiteX3-259" fmla="*/ 13239345 w 13239345"/>
              <a:gd name="connsiteY3-260" fmla="*/ 214007 h 1809343"/>
              <a:gd name="connsiteX4-261" fmla="*/ 6750996 w 13239345"/>
              <a:gd name="connsiteY4-262" fmla="*/ 1809343 h 1809343"/>
              <a:gd name="connsiteX5-263" fmla="*/ 0 w 13239345"/>
              <a:gd name="connsiteY5-264" fmla="*/ 165369 h 1809343"/>
              <a:gd name="connsiteX6-265" fmla="*/ 1294792 w 13239345"/>
              <a:gd name="connsiteY6-266" fmla="*/ 607 h 1809343"/>
              <a:gd name="connsiteX0-267" fmla="*/ 1294792 w 13239345"/>
              <a:gd name="connsiteY0-268" fmla="*/ 607 h 1809343"/>
              <a:gd name="connsiteX1-269" fmla="*/ 6741268 w 13239345"/>
              <a:gd name="connsiteY1-270" fmla="*/ 1643974 h 1809343"/>
              <a:gd name="connsiteX2-271" fmla="*/ 12169303 w 13239345"/>
              <a:gd name="connsiteY2-272" fmla="*/ 0 h 1809343"/>
              <a:gd name="connsiteX3-273" fmla="*/ 13239345 w 13239345"/>
              <a:gd name="connsiteY3-274" fmla="*/ 214007 h 1809343"/>
              <a:gd name="connsiteX4-275" fmla="*/ 6750996 w 13239345"/>
              <a:gd name="connsiteY4-276" fmla="*/ 1809343 h 1809343"/>
              <a:gd name="connsiteX5-277" fmla="*/ 0 w 13239345"/>
              <a:gd name="connsiteY5-278" fmla="*/ 165369 h 1809343"/>
              <a:gd name="connsiteX6-279" fmla="*/ 1294792 w 13239345"/>
              <a:gd name="connsiteY6-280" fmla="*/ 607 h 1809343"/>
              <a:gd name="connsiteX0-281" fmla="*/ 1294792 w 13239345"/>
              <a:gd name="connsiteY0-282" fmla="*/ 607 h 1809343"/>
              <a:gd name="connsiteX1-283" fmla="*/ 6741268 w 13239345"/>
              <a:gd name="connsiteY1-284" fmla="*/ 1643974 h 1809343"/>
              <a:gd name="connsiteX2-285" fmla="*/ 12169303 w 13239345"/>
              <a:gd name="connsiteY2-286" fmla="*/ 0 h 1809343"/>
              <a:gd name="connsiteX3-287" fmla="*/ 13239345 w 13239345"/>
              <a:gd name="connsiteY3-288" fmla="*/ 214007 h 1809343"/>
              <a:gd name="connsiteX4-289" fmla="*/ 6750996 w 13239345"/>
              <a:gd name="connsiteY4-290" fmla="*/ 1809343 h 1809343"/>
              <a:gd name="connsiteX5-291" fmla="*/ 0 w 13239345"/>
              <a:gd name="connsiteY5-292" fmla="*/ 165369 h 1809343"/>
              <a:gd name="connsiteX6-293" fmla="*/ 1294792 w 13239345"/>
              <a:gd name="connsiteY6-294" fmla="*/ 607 h 1809343"/>
              <a:gd name="connsiteX0-295" fmla="*/ 1294792 w 12651516"/>
              <a:gd name="connsiteY0-296" fmla="*/ 607 h 1809343"/>
              <a:gd name="connsiteX1-297" fmla="*/ 6741268 w 12651516"/>
              <a:gd name="connsiteY1-298" fmla="*/ 1643974 h 1809343"/>
              <a:gd name="connsiteX2-299" fmla="*/ 12169303 w 12651516"/>
              <a:gd name="connsiteY2-300" fmla="*/ 0 h 1809343"/>
              <a:gd name="connsiteX3-301" fmla="*/ 12651516 w 12651516"/>
              <a:gd name="connsiteY3-302" fmla="*/ 83379 h 1809343"/>
              <a:gd name="connsiteX4-303" fmla="*/ 6750996 w 12651516"/>
              <a:gd name="connsiteY4-304" fmla="*/ 1809343 h 1809343"/>
              <a:gd name="connsiteX5-305" fmla="*/ 0 w 12651516"/>
              <a:gd name="connsiteY5-306" fmla="*/ 165369 h 1809343"/>
              <a:gd name="connsiteX6-307" fmla="*/ 1294792 w 12651516"/>
              <a:gd name="connsiteY6-308" fmla="*/ 607 h 1809343"/>
              <a:gd name="connsiteX0-309" fmla="*/ 1294792 w 12564431"/>
              <a:gd name="connsiteY0-310" fmla="*/ 607 h 1809343"/>
              <a:gd name="connsiteX1-311" fmla="*/ 6741268 w 12564431"/>
              <a:gd name="connsiteY1-312" fmla="*/ 1643974 h 1809343"/>
              <a:gd name="connsiteX2-313" fmla="*/ 12169303 w 12564431"/>
              <a:gd name="connsiteY2-314" fmla="*/ 0 h 1809343"/>
              <a:gd name="connsiteX3-315" fmla="*/ 12564431 w 12564431"/>
              <a:gd name="connsiteY3-316" fmla="*/ 83379 h 1809343"/>
              <a:gd name="connsiteX4-317" fmla="*/ 6750996 w 12564431"/>
              <a:gd name="connsiteY4-318" fmla="*/ 1809343 h 1809343"/>
              <a:gd name="connsiteX5-319" fmla="*/ 0 w 12564431"/>
              <a:gd name="connsiteY5-320" fmla="*/ 165369 h 1809343"/>
              <a:gd name="connsiteX6-321" fmla="*/ 1294792 w 12564431"/>
              <a:gd name="connsiteY6-322" fmla="*/ 607 h 1809343"/>
              <a:gd name="connsiteX0-323" fmla="*/ 423935 w 11693574"/>
              <a:gd name="connsiteY0-324" fmla="*/ 607 h 1809343"/>
              <a:gd name="connsiteX1-325" fmla="*/ 5870411 w 11693574"/>
              <a:gd name="connsiteY1-326" fmla="*/ 1643974 h 1809343"/>
              <a:gd name="connsiteX2-327" fmla="*/ 11298446 w 11693574"/>
              <a:gd name="connsiteY2-328" fmla="*/ 0 h 1809343"/>
              <a:gd name="connsiteX3-329" fmla="*/ 11693574 w 11693574"/>
              <a:gd name="connsiteY3-330" fmla="*/ 83379 h 1809343"/>
              <a:gd name="connsiteX4-331" fmla="*/ 5880139 w 11693574"/>
              <a:gd name="connsiteY4-332" fmla="*/ 1809343 h 1809343"/>
              <a:gd name="connsiteX5-333" fmla="*/ 0 w 11693574"/>
              <a:gd name="connsiteY5-334" fmla="*/ 45626 h 1809343"/>
              <a:gd name="connsiteX6-335" fmla="*/ 423935 w 11693574"/>
              <a:gd name="connsiteY6-336" fmla="*/ 607 h 1809343"/>
              <a:gd name="connsiteX0-337" fmla="*/ 423935 w 11693574"/>
              <a:gd name="connsiteY0-338" fmla="*/ 607 h 1733143"/>
              <a:gd name="connsiteX1-339" fmla="*/ 5870411 w 11693574"/>
              <a:gd name="connsiteY1-340" fmla="*/ 1643974 h 1733143"/>
              <a:gd name="connsiteX2-341" fmla="*/ 11298446 w 11693574"/>
              <a:gd name="connsiteY2-342" fmla="*/ 0 h 1733143"/>
              <a:gd name="connsiteX3-343" fmla="*/ 11693574 w 11693574"/>
              <a:gd name="connsiteY3-344" fmla="*/ 83379 h 1733143"/>
              <a:gd name="connsiteX4-345" fmla="*/ 5880139 w 11693574"/>
              <a:gd name="connsiteY4-346" fmla="*/ 1733143 h 1733143"/>
              <a:gd name="connsiteX5-347" fmla="*/ 0 w 11693574"/>
              <a:gd name="connsiteY5-348" fmla="*/ 45626 h 1733143"/>
              <a:gd name="connsiteX6-349" fmla="*/ 423935 w 11693574"/>
              <a:gd name="connsiteY6-350" fmla="*/ 607 h 1733143"/>
              <a:gd name="connsiteX0-351" fmla="*/ 423935 w 11709902"/>
              <a:gd name="connsiteY0-352" fmla="*/ 607 h 1733143"/>
              <a:gd name="connsiteX1-353" fmla="*/ 5870411 w 11709902"/>
              <a:gd name="connsiteY1-354" fmla="*/ 1643974 h 1733143"/>
              <a:gd name="connsiteX2-355" fmla="*/ 11298446 w 11709902"/>
              <a:gd name="connsiteY2-356" fmla="*/ 0 h 1733143"/>
              <a:gd name="connsiteX3-357" fmla="*/ 11709902 w 11709902"/>
              <a:gd name="connsiteY3-358" fmla="*/ 83379 h 1733143"/>
              <a:gd name="connsiteX4-359" fmla="*/ 5880139 w 11709902"/>
              <a:gd name="connsiteY4-360" fmla="*/ 1733143 h 1733143"/>
              <a:gd name="connsiteX5-361" fmla="*/ 0 w 11709902"/>
              <a:gd name="connsiteY5-362" fmla="*/ 45626 h 1733143"/>
              <a:gd name="connsiteX6-363" fmla="*/ 423935 w 11709902"/>
              <a:gd name="connsiteY6-364" fmla="*/ 607 h 1733143"/>
              <a:gd name="connsiteX0-365" fmla="*/ 423935 w 11571109"/>
              <a:gd name="connsiteY0-366" fmla="*/ 607 h 1733143"/>
              <a:gd name="connsiteX1-367" fmla="*/ 5870411 w 11571109"/>
              <a:gd name="connsiteY1-368" fmla="*/ 1643974 h 1733143"/>
              <a:gd name="connsiteX2-369" fmla="*/ 11298446 w 11571109"/>
              <a:gd name="connsiteY2-370" fmla="*/ 0 h 1733143"/>
              <a:gd name="connsiteX3-371" fmla="*/ 11571109 w 11571109"/>
              <a:gd name="connsiteY3-372" fmla="*/ 116036 h 1733143"/>
              <a:gd name="connsiteX4-373" fmla="*/ 5880139 w 11571109"/>
              <a:gd name="connsiteY4-374" fmla="*/ 1733143 h 1733143"/>
              <a:gd name="connsiteX5-375" fmla="*/ 0 w 11571109"/>
              <a:gd name="connsiteY5-376" fmla="*/ 45626 h 1733143"/>
              <a:gd name="connsiteX6-377" fmla="*/ 423935 w 11571109"/>
              <a:gd name="connsiteY6-378" fmla="*/ 607 h 1733143"/>
              <a:gd name="connsiteX0-379" fmla="*/ 423935 w 11579274"/>
              <a:gd name="connsiteY0-380" fmla="*/ 607 h 1733143"/>
              <a:gd name="connsiteX1-381" fmla="*/ 5870411 w 11579274"/>
              <a:gd name="connsiteY1-382" fmla="*/ 1643974 h 1733143"/>
              <a:gd name="connsiteX2-383" fmla="*/ 11298446 w 11579274"/>
              <a:gd name="connsiteY2-384" fmla="*/ 0 h 1733143"/>
              <a:gd name="connsiteX3-385" fmla="*/ 11579274 w 11579274"/>
              <a:gd name="connsiteY3-386" fmla="*/ 116036 h 1733143"/>
              <a:gd name="connsiteX4-387" fmla="*/ 5880139 w 11579274"/>
              <a:gd name="connsiteY4-388" fmla="*/ 1733143 h 1733143"/>
              <a:gd name="connsiteX5-389" fmla="*/ 0 w 11579274"/>
              <a:gd name="connsiteY5-390" fmla="*/ 45626 h 1733143"/>
              <a:gd name="connsiteX6-391" fmla="*/ 423935 w 11579274"/>
              <a:gd name="connsiteY6-392" fmla="*/ 607 h 1733143"/>
              <a:gd name="connsiteX0-393" fmla="*/ 423935 w 11579274"/>
              <a:gd name="connsiteY0-394" fmla="*/ 0 h 1732536"/>
              <a:gd name="connsiteX1-395" fmla="*/ 5870411 w 11579274"/>
              <a:gd name="connsiteY1-396" fmla="*/ 1643367 h 1732536"/>
              <a:gd name="connsiteX2-397" fmla="*/ 11233132 w 11579274"/>
              <a:gd name="connsiteY2-398" fmla="*/ 48379 h 1732536"/>
              <a:gd name="connsiteX3-399" fmla="*/ 11579274 w 11579274"/>
              <a:gd name="connsiteY3-400" fmla="*/ 115429 h 1732536"/>
              <a:gd name="connsiteX4-401" fmla="*/ 5880139 w 11579274"/>
              <a:gd name="connsiteY4-402" fmla="*/ 1732536 h 1732536"/>
              <a:gd name="connsiteX5-403" fmla="*/ 0 w 11579274"/>
              <a:gd name="connsiteY5-404" fmla="*/ 45019 h 1732536"/>
              <a:gd name="connsiteX6-405" fmla="*/ 423935 w 11579274"/>
              <a:gd name="connsiteY6-406" fmla="*/ 0 h 1732536"/>
              <a:gd name="connsiteX0-407" fmla="*/ 423935 w 11579274"/>
              <a:gd name="connsiteY0-408" fmla="*/ 0 h 1732536"/>
              <a:gd name="connsiteX1-409" fmla="*/ 5870411 w 11579274"/>
              <a:gd name="connsiteY1-410" fmla="*/ 1643367 h 1732536"/>
              <a:gd name="connsiteX2-411" fmla="*/ 11241297 w 11579274"/>
              <a:gd name="connsiteY2-412" fmla="*/ 32050 h 1732536"/>
              <a:gd name="connsiteX3-413" fmla="*/ 11579274 w 11579274"/>
              <a:gd name="connsiteY3-414" fmla="*/ 115429 h 1732536"/>
              <a:gd name="connsiteX4-415" fmla="*/ 5880139 w 11579274"/>
              <a:gd name="connsiteY4-416" fmla="*/ 1732536 h 1732536"/>
              <a:gd name="connsiteX5-417" fmla="*/ 0 w 11579274"/>
              <a:gd name="connsiteY5-418" fmla="*/ 45019 h 1732536"/>
              <a:gd name="connsiteX6-419" fmla="*/ 423935 w 11579274"/>
              <a:gd name="connsiteY6-420" fmla="*/ 0 h 1732536"/>
              <a:gd name="connsiteX0-421" fmla="*/ 423935 w 11579274"/>
              <a:gd name="connsiteY0-422" fmla="*/ 0 h 1732536"/>
              <a:gd name="connsiteX1-423" fmla="*/ 5870411 w 11579274"/>
              <a:gd name="connsiteY1-424" fmla="*/ 1643367 h 1732536"/>
              <a:gd name="connsiteX2-425" fmla="*/ 11241297 w 11579274"/>
              <a:gd name="connsiteY2-426" fmla="*/ 32050 h 1732536"/>
              <a:gd name="connsiteX3-427" fmla="*/ 11579274 w 11579274"/>
              <a:gd name="connsiteY3-428" fmla="*/ 115429 h 1732536"/>
              <a:gd name="connsiteX4-429" fmla="*/ 5880139 w 11579274"/>
              <a:gd name="connsiteY4-430" fmla="*/ 1732536 h 1732536"/>
              <a:gd name="connsiteX5-431" fmla="*/ 0 w 11579274"/>
              <a:gd name="connsiteY5-432" fmla="*/ 45019 h 1732536"/>
              <a:gd name="connsiteX6-433" fmla="*/ 423935 w 11579274"/>
              <a:gd name="connsiteY6-434" fmla="*/ 0 h 1732536"/>
              <a:gd name="connsiteX0-435" fmla="*/ 423935 w 11579274"/>
              <a:gd name="connsiteY0-436" fmla="*/ 0 h 1732536"/>
              <a:gd name="connsiteX1-437" fmla="*/ 5870411 w 11579274"/>
              <a:gd name="connsiteY1-438" fmla="*/ 1643367 h 1732536"/>
              <a:gd name="connsiteX2-439" fmla="*/ 11224968 w 11579274"/>
              <a:gd name="connsiteY2-440" fmla="*/ 48379 h 1732536"/>
              <a:gd name="connsiteX3-441" fmla="*/ 11579274 w 11579274"/>
              <a:gd name="connsiteY3-442" fmla="*/ 115429 h 1732536"/>
              <a:gd name="connsiteX4-443" fmla="*/ 5880139 w 11579274"/>
              <a:gd name="connsiteY4-444" fmla="*/ 1732536 h 1732536"/>
              <a:gd name="connsiteX5-445" fmla="*/ 0 w 11579274"/>
              <a:gd name="connsiteY5-446" fmla="*/ 45019 h 1732536"/>
              <a:gd name="connsiteX6-447" fmla="*/ 423935 w 11579274"/>
              <a:gd name="connsiteY6-448" fmla="*/ 0 h 1732536"/>
              <a:gd name="connsiteX0-449" fmla="*/ 219828 w 11375167"/>
              <a:gd name="connsiteY0-450" fmla="*/ 0 h 1732536"/>
              <a:gd name="connsiteX1-451" fmla="*/ 5666304 w 11375167"/>
              <a:gd name="connsiteY1-452" fmla="*/ 1643367 h 1732536"/>
              <a:gd name="connsiteX2-453" fmla="*/ 11020861 w 11375167"/>
              <a:gd name="connsiteY2-454" fmla="*/ 48379 h 1732536"/>
              <a:gd name="connsiteX3-455" fmla="*/ 11375167 w 11375167"/>
              <a:gd name="connsiteY3-456" fmla="*/ 115429 h 1732536"/>
              <a:gd name="connsiteX4-457" fmla="*/ 5676032 w 11375167"/>
              <a:gd name="connsiteY4-458" fmla="*/ 1732536 h 1732536"/>
              <a:gd name="connsiteX5-459" fmla="*/ 0 w 11375167"/>
              <a:gd name="connsiteY5-460" fmla="*/ 77676 h 1732536"/>
              <a:gd name="connsiteX6-461" fmla="*/ 219828 w 11375167"/>
              <a:gd name="connsiteY6-462" fmla="*/ 0 h 1732536"/>
              <a:gd name="connsiteX0-463" fmla="*/ 293307 w 11375167"/>
              <a:gd name="connsiteY0-464" fmla="*/ 0 h 1708044"/>
              <a:gd name="connsiteX1-465" fmla="*/ 5666304 w 11375167"/>
              <a:gd name="connsiteY1-466" fmla="*/ 1618875 h 1708044"/>
              <a:gd name="connsiteX2-467" fmla="*/ 11020861 w 11375167"/>
              <a:gd name="connsiteY2-468" fmla="*/ 23887 h 1708044"/>
              <a:gd name="connsiteX3-469" fmla="*/ 11375167 w 11375167"/>
              <a:gd name="connsiteY3-470" fmla="*/ 90937 h 1708044"/>
              <a:gd name="connsiteX4-471" fmla="*/ 5676032 w 11375167"/>
              <a:gd name="connsiteY4-472" fmla="*/ 1708044 h 1708044"/>
              <a:gd name="connsiteX5-473" fmla="*/ 0 w 11375167"/>
              <a:gd name="connsiteY5-474" fmla="*/ 53184 h 1708044"/>
              <a:gd name="connsiteX6-475" fmla="*/ 293307 w 11375167"/>
              <a:gd name="connsiteY6-476" fmla="*/ 0 h 1708044"/>
              <a:gd name="connsiteX0-477" fmla="*/ 317800 w 11375167"/>
              <a:gd name="connsiteY0-478" fmla="*/ 606 h 1684157"/>
              <a:gd name="connsiteX1-479" fmla="*/ 5666304 w 11375167"/>
              <a:gd name="connsiteY1-480" fmla="*/ 1594988 h 1684157"/>
              <a:gd name="connsiteX2-481" fmla="*/ 11020861 w 11375167"/>
              <a:gd name="connsiteY2-482" fmla="*/ 0 h 1684157"/>
              <a:gd name="connsiteX3-483" fmla="*/ 11375167 w 11375167"/>
              <a:gd name="connsiteY3-484" fmla="*/ 67050 h 1684157"/>
              <a:gd name="connsiteX4-485" fmla="*/ 5676032 w 11375167"/>
              <a:gd name="connsiteY4-486" fmla="*/ 1684157 h 1684157"/>
              <a:gd name="connsiteX5-487" fmla="*/ 0 w 11375167"/>
              <a:gd name="connsiteY5-488" fmla="*/ 29297 h 1684157"/>
              <a:gd name="connsiteX6-489" fmla="*/ 317800 w 11375167"/>
              <a:gd name="connsiteY6-490" fmla="*/ 606 h 1684157"/>
              <a:gd name="connsiteX0-491" fmla="*/ 285142 w 11342509"/>
              <a:gd name="connsiteY0-492" fmla="*/ 606 h 1684157"/>
              <a:gd name="connsiteX1-493" fmla="*/ 5633646 w 11342509"/>
              <a:gd name="connsiteY1-494" fmla="*/ 1594988 h 1684157"/>
              <a:gd name="connsiteX2-495" fmla="*/ 10988203 w 11342509"/>
              <a:gd name="connsiteY2-496" fmla="*/ 0 h 1684157"/>
              <a:gd name="connsiteX3-497" fmla="*/ 11342509 w 11342509"/>
              <a:gd name="connsiteY3-498" fmla="*/ 67050 h 1684157"/>
              <a:gd name="connsiteX4-499" fmla="*/ 5643374 w 11342509"/>
              <a:gd name="connsiteY4-500" fmla="*/ 1684157 h 1684157"/>
              <a:gd name="connsiteX5-501" fmla="*/ 0 w 11342509"/>
              <a:gd name="connsiteY5-502" fmla="*/ 29297 h 1684157"/>
              <a:gd name="connsiteX6-503" fmla="*/ 285142 w 11342509"/>
              <a:gd name="connsiteY6-504" fmla="*/ 606 h 1684157"/>
              <a:gd name="connsiteX0-505" fmla="*/ 276977 w 11342509"/>
              <a:gd name="connsiteY0-506" fmla="*/ 0 h 1691715"/>
              <a:gd name="connsiteX1-507" fmla="*/ 5633646 w 11342509"/>
              <a:gd name="connsiteY1-508" fmla="*/ 1602546 h 1691715"/>
              <a:gd name="connsiteX2-509" fmla="*/ 10988203 w 11342509"/>
              <a:gd name="connsiteY2-510" fmla="*/ 7558 h 1691715"/>
              <a:gd name="connsiteX3-511" fmla="*/ 11342509 w 11342509"/>
              <a:gd name="connsiteY3-512" fmla="*/ 74608 h 1691715"/>
              <a:gd name="connsiteX4-513" fmla="*/ 5643374 w 11342509"/>
              <a:gd name="connsiteY4-514" fmla="*/ 1691715 h 1691715"/>
              <a:gd name="connsiteX5-515" fmla="*/ 0 w 11342509"/>
              <a:gd name="connsiteY5-516" fmla="*/ 36855 h 1691715"/>
              <a:gd name="connsiteX6-517" fmla="*/ 276977 w 11342509"/>
              <a:gd name="connsiteY6-518" fmla="*/ 0 h 1691715"/>
              <a:gd name="connsiteX0-519" fmla="*/ 276977 w 11342509"/>
              <a:gd name="connsiteY0-520" fmla="*/ 0 h 1691715"/>
              <a:gd name="connsiteX1-521" fmla="*/ 5633646 w 11342509"/>
              <a:gd name="connsiteY1-522" fmla="*/ 1602546 h 1691715"/>
              <a:gd name="connsiteX2-523" fmla="*/ 11018020 w 11342509"/>
              <a:gd name="connsiteY2-524" fmla="*/ 17498 h 1691715"/>
              <a:gd name="connsiteX3-525" fmla="*/ 11342509 w 11342509"/>
              <a:gd name="connsiteY3-526" fmla="*/ 74608 h 1691715"/>
              <a:gd name="connsiteX4-527" fmla="*/ 5643374 w 11342509"/>
              <a:gd name="connsiteY4-528" fmla="*/ 1691715 h 1691715"/>
              <a:gd name="connsiteX5-529" fmla="*/ 0 w 11342509"/>
              <a:gd name="connsiteY5-530" fmla="*/ 36855 h 1691715"/>
              <a:gd name="connsiteX6-531" fmla="*/ 276977 w 11342509"/>
              <a:gd name="connsiteY6-532" fmla="*/ 0 h 1691715"/>
              <a:gd name="connsiteX0-533" fmla="*/ 276977 w 11342509"/>
              <a:gd name="connsiteY0-534" fmla="*/ 0 h 1691715"/>
              <a:gd name="connsiteX1-535" fmla="*/ 5633646 w 11342509"/>
              <a:gd name="connsiteY1-536" fmla="*/ 1602546 h 1691715"/>
              <a:gd name="connsiteX2-537" fmla="*/ 11018020 w 11342509"/>
              <a:gd name="connsiteY2-538" fmla="*/ 17498 h 1691715"/>
              <a:gd name="connsiteX3-539" fmla="*/ 11342509 w 11342509"/>
              <a:gd name="connsiteY3-540" fmla="*/ 74608 h 1691715"/>
              <a:gd name="connsiteX4-541" fmla="*/ 5643374 w 11342509"/>
              <a:gd name="connsiteY4-542" fmla="*/ 1691715 h 1691715"/>
              <a:gd name="connsiteX5-543" fmla="*/ 0 w 11342509"/>
              <a:gd name="connsiteY5-544" fmla="*/ 36855 h 1691715"/>
              <a:gd name="connsiteX6-545" fmla="*/ 276977 w 11342509"/>
              <a:gd name="connsiteY6-546" fmla="*/ 0 h 1691715"/>
              <a:gd name="connsiteX0-547" fmla="*/ 276977 w 11342509"/>
              <a:gd name="connsiteY0-548" fmla="*/ 0 h 1691715"/>
              <a:gd name="connsiteX1-549" fmla="*/ 5633646 w 11342509"/>
              <a:gd name="connsiteY1-550" fmla="*/ 1602546 h 1691715"/>
              <a:gd name="connsiteX2-551" fmla="*/ 11047837 w 11342509"/>
              <a:gd name="connsiteY2-552" fmla="*/ 17498 h 1691715"/>
              <a:gd name="connsiteX3-553" fmla="*/ 11342509 w 11342509"/>
              <a:gd name="connsiteY3-554" fmla="*/ 74608 h 1691715"/>
              <a:gd name="connsiteX4-555" fmla="*/ 5643374 w 11342509"/>
              <a:gd name="connsiteY4-556" fmla="*/ 1691715 h 1691715"/>
              <a:gd name="connsiteX5-557" fmla="*/ 0 w 11342509"/>
              <a:gd name="connsiteY5-558" fmla="*/ 36855 h 1691715"/>
              <a:gd name="connsiteX6-559" fmla="*/ 276977 w 11342509"/>
              <a:gd name="connsiteY6-560" fmla="*/ 0 h 1691715"/>
              <a:gd name="connsiteX0-561" fmla="*/ 276977 w 11342509"/>
              <a:gd name="connsiteY0-562" fmla="*/ 0 h 1691715"/>
              <a:gd name="connsiteX1-563" fmla="*/ 5633646 w 11342509"/>
              <a:gd name="connsiteY1-564" fmla="*/ 1602546 h 1691715"/>
              <a:gd name="connsiteX2-565" fmla="*/ 11080494 w 11342509"/>
              <a:gd name="connsiteY2-566" fmla="*/ 17498 h 1691715"/>
              <a:gd name="connsiteX3-567" fmla="*/ 11342509 w 11342509"/>
              <a:gd name="connsiteY3-568" fmla="*/ 74608 h 1691715"/>
              <a:gd name="connsiteX4-569" fmla="*/ 5643374 w 11342509"/>
              <a:gd name="connsiteY4-570" fmla="*/ 1691715 h 1691715"/>
              <a:gd name="connsiteX5-571" fmla="*/ 0 w 11342509"/>
              <a:gd name="connsiteY5-572" fmla="*/ 36855 h 1691715"/>
              <a:gd name="connsiteX6-573" fmla="*/ 276977 w 11342509"/>
              <a:gd name="connsiteY6-574" fmla="*/ 0 h 1691715"/>
              <a:gd name="connsiteX0-575" fmla="*/ 276977 w 11342509"/>
              <a:gd name="connsiteY0-576" fmla="*/ 0 h 1691715"/>
              <a:gd name="connsiteX1-577" fmla="*/ 5633646 w 11342509"/>
              <a:gd name="connsiteY1-578" fmla="*/ 1602546 h 1691715"/>
              <a:gd name="connsiteX2-579" fmla="*/ 11080494 w 11342509"/>
              <a:gd name="connsiteY2-580" fmla="*/ 17498 h 1691715"/>
              <a:gd name="connsiteX3-581" fmla="*/ 11342509 w 11342509"/>
              <a:gd name="connsiteY3-582" fmla="*/ 74608 h 1691715"/>
              <a:gd name="connsiteX4-583" fmla="*/ 5643374 w 11342509"/>
              <a:gd name="connsiteY4-584" fmla="*/ 1691715 h 1691715"/>
              <a:gd name="connsiteX5-585" fmla="*/ 0 w 11342509"/>
              <a:gd name="connsiteY5-586" fmla="*/ 36855 h 1691715"/>
              <a:gd name="connsiteX6-587" fmla="*/ 276977 w 11342509"/>
              <a:gd name="connsiteY6-588" fmla="*/ 0 h 1691715"/>
              <a:gd name="connsiteX0-589" fmla="*/ 276977 w 11342509"/>
              <a:gd name="connsiteY0-590" fmla="*/ 0 h 1691715"/>
              <a:gd name="connsiteX1-591" fmla="*/ 5633646 w 11342509"/>
              <a:gd name="connsiteY1-592" fmla="*/ 1602546 h 1691715"/>
              <a:gd name="connsiteX2-593" fmla="*/ 11080494 w 11342509"/>
              <a:gd name="connsiteY2-594" fmla="*/ 17498 h 1691715"/>
              <a:gd name="connsiteX3-595" fmla="*/ 11342509 w 11342509"/>
              <a:gd name="connsiteY3-596" fmla="*/ 74608 h 1691715"/>
              <a:gd name="connsiteX4-597" fmla="*/ 5643374 w 11342509"/>
              <a:gd name="connsiteY4-598" fmla="*/ 1691715 h 1691715"/>
              <a:gd name="connsiteX5-599" fmla="*/ 0 w 11342509"/>
              <a:gd name="connsiteY5-600" fmla="*/ 36855 h 1691715"/>
              <a:gd name="connsiteX6-601" fmla="*/ 276977 w 11342509"/>
              <a:gd name="connsiteY6-602" fmla="*/ 0 h 1691715"/>
              <a:gd name="connsiteX0-603" fmla="*/ 276977 w 11342509"/>
              <a:gd name="connsiteY0-604" fmla="*/ 0 h 1691715"/>
              <a:gd name="connsiteX1-605" fmla="*/ 5643806 w 11342509"/>
              <a:gd name="connsiteY1-606" fmla="*/ 1602546 h 1691715"/>
              <a:gd name="connsiteX2-607" fmla="*/ 11080494 w 11342509"/>
              <a:gd name="connsiteY2-608" fmla="*/ 17498 h 1691715"/>
              <a:gd name="connsiteX3-609" fmla="*/ 11342509 w 11342509"/>
              <a:gd name="connsiteY3-610" fmla="*/ 74608 h 1691715"/>
              <a:gd name="connsiteX4-611" fmla="*/ 5643374 w 11342509"/>
              <a:gd name="connsiteY4-612" fmla="*/ 1691715 h 1691715"/>
              <a:gd name="connsiteX5-613" fmla="*/ 0 w 11342509"/>
              <a:gd name="connsiteY5-614" fmla="*/ 36855 h 1691715"/>
              <a:gd name="connsiteX6-615" fmla="*/ 276977 w 11342509"/>
              <a:gd name="connsiteY6-616" fmla="*/ 0 h 16917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222990" y="1401505"/>
            <a:ext cx="3746000" cy="104851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7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057" cy="4066384"/>
          </a:xfrm>
          <a:prstGeom prst="rect">
            <a:avLst/>
          </a:prstGeom>
        </p:spPr>
      </p:pic>
      <p:sp>
        <p:nvSpPr>
          <p:cNvPr id="19" name="任意多边形: 形状 20"/>
          <p:cNvSpPr/>
          <p:nvPr userDrawn="1"/>
        </p:nvSpPr>
        <p:spPr>
          <a:xfrm rot="10800000">
            <a:off x="-18" y="0"/>
            <a:ext cx="12192001" cy="4066750"/>
          </a:xfrm>
          <a:custGeom>
            <a:avLst/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任意多边形: 形状 44"/>
          <p:cNvSpPr/>
          <p:nvPr userDrawn="1"/>
        </p:nvSpPr>
        <p:spPr>
          <a:xfrm>
            <a:off x="0" y="2329236"/>
            <a:ext cx="12191985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49"/>
          <p:cNvSpPr/>
          <p:nvPr userDrawn="1"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-1" fmla="*/ 0 w 12208213"/>
              <a:gd name="connsiteY0-2" fmla="*/ 0 h 1605064"/>
              <a:gd name="connsiteX1-3" fmla="*/ 6099243 w 12208213"/>
              <a:gd name="connsiteY1-4" fmla="*/ 1498060 h 1605064"/>
              <a:gd name="connsiteX2-5" fmla="*/ 12198485 w 12208213"/>
              <a:gd name="connsiteY2-6" fmla="*/ 19456 h 1605064"/>
              <a:gd name="connsiteX3-7" fmla="*/ 12208213 w 12208213"/>
              <a:gd name="connsiteY3-8" fmla="*/ 282103 h 1605064"/>
              <a:gd name="connsiteX4-9" fmla="*/ 6108970 w 12208213"/>
              <a:gd name="connsiteY4-10" fmla="*/ 1605064 h 1605064"/>
              <a:gd name="connsiteX5-11" fmla="*/ 0 w 12208213"/>
              <a:gd name="connsiteY5-12" fmla="*/ 544749 h 1605064"/>
              <a:gd name="connsiteX6-13" fmla="*/ 0 w 12208213"/>
              <a:gd name="connsiteY6-14" fmla="*/ 0 h 1605064"/>
              <a:gd name="connsiteX0-15" fmla="*/ 0 w 12198485"/>
              <a:gd name="connsiteY0-16" fmla="*/ 0 h 1605064"/>
              <a:gd name="connsiteX1-17" fmla="*/ 6099243 w 12198485"/>
              <a:gd name="connsiteY1-18" fmla="*/ 1498060 h 1605064"/>
              <a:gd name="connsiteX2-19" fmla="*/ 12198485 w 12198485"/>
              <a:gd name="connsiteY2-20" fmla="*/ 19456 h 1605064"/>
              <a:gd name="connsiteX3-21" fmla="*/ 12198485 w 12198485"/>
              <a:gd name="connsiteY3-22" fmla="*/ 603115 h 1605064"/>
              <a:gd name="connsiteX4-23" fmla="*/ 6108970 w 12198485"/>
              <a:gd name="connsiteY4-24" fmla="*/ 1605064 h 1605064"/>
              <a:gd name="connsiteX5-25" fmla="*/ 0 w 12198485"/>
              <a:gd name="connsiteY5-26" fmla="*/ 544749 h 1605064"/>
              <a:gd name="connsiteX6-27" fmla="*/ 0 w 12198485"/>
              <a:gd name="connsiteY6-28" fmla="*/ 0 h 1605064"/>
              <a:gd name="connsiteX0-29" fmla="*/ 0 w 12198485"/>
              <a:gd name="connsiteY0-30" fmla="*/ 0 h 1605064"/>
              <a:gd name="connsiteX1-31" fmla="*/ 6108970 w 12198485"/>
              <a:gd name="connsiteY1-32" fmla="*/ 1507788 h 1605064"/>
              <a:gd name="connsiteX2-33" fmla="*/ 12198485 w 12198485"/>
              <a:gd name="connsiteY2-34" fmla="*/ 19456 h 1605064"/>
              <a:gd name="connsiteX3-35" fmla="*/ 12198485 w 12198485"/>
              <a:gd name="connsiteY3-36" fmla="*/ 603115 h 1605064"/>
              <a:gd name="connsiteX4-37" fmla="*/ 6108970 w 12198485"/>
              <a:gd name="connsiteY4-38" fmla="*/ 1605064 h 1605064"/>
              <a:gd name="connsiteX5-39" fmla="*/ 0 w 12198485"/>
              <a:gd name="connsiteY5-40" fmla="*/ 544749 h 1605064"/>
              <a:gd name="connsiteX6-41" fmla="*/ 0 w 12198485"/>
              <a:gd name="connsiteY6-42" fmla="*/ 0 h 1605064"/>
              <a:gd name="connsiteX0-43" fmla="*/ 632298 w 12830783"/>
              <a:gd name="connsiteY0-44" fmla="*/ 0 h 1605064"/>
              <a:gd name="connsiteX1-45" fmla="*/ 6741268 w 12830783"/>
              <a:gd name="connsiteY1-46" fmla="*/ 1507788 h 1605064"/>
              <a:gd name="connsiteX2-47" fmla="*/ 12830783 w 12830783"/>
              <a:gd name="connsiteY2-48" fmla="*/ 19456 h 1605064"/>
              <a:gd name="connsiteX3-49" fmla="*/ 12830783 w 12830783"/>
              <a:gd name="connsiteY3-50" fmla="*/ 603115 h 1605064"/>
              <a:gd name="connsiteX4-51" fmla="*/ 6741268 w 12830783"/>
              <a:gd name="connsiteY4-52" fmla="*/ 1605064 h 1605064"/>
              <a:gd name="connsiteX5-53" fmla="*/ 0 w 12830783"/>
              <a:gd name="connsiteY5-54" fmla="*/ 29183 h 1605064"/>
              <a:gd name="connsiteX6-55" fmla="*/ 632298 w 12830783"/>
              <a:gd name="connsiteY6-56" fmla="*/ 0 h 1605064"/>
              <a:gd name="connsiteX0-57" fmla="*/ 836579 w 12830783"/>
              <a:gd name="connsiteY0-58" fmla="*/ 0 h 1634247"/>
              <a:gd name="connsiteX1-59" fmla="*/ 6741268 w 12830783"/>
              <a:gd name="connsiteY1-60" fmla="*/ 1536971 h 1634247"/>
              <a:gd name="connsiteX2-61" fmla="*/ 12830783 w 12830783"/>
              <a:gd name="connsiteY2-62" fmla="*/ 48639 h 1634247"/>
              <a:gd name="connsiteX3-63" fmla="*/ 12830783 w 12830783"/>
              <a:gd name="connsiteY3-64" fmla="*/ 632298 h 1634247"/>
              <a:gd name="connsiteX4-65" fmla="*/ 6741268 w 12830783"/>
              <a:gd name="connsiteY4-66" fmla="*/ 1634247 h 1634247"/>
              <a:gd name="connsiteX5-67" fmla="*/ 0 w 12830783"/>
              <a:gd name="connsiteY5-68" fmla="*/ 58366 h 1634247"/>
              <a:gd name="connsiteX6-69" fmla="*/ 836579 w 12830783"/>
              <a:gd name="connsiteY6-70" fmla="*/ 0 h 1634247"/>
              <a:gd name="connsiteX0-71" fmla="*/ 836579 w 12830783"/>
              <a:gd name="connsiteY0-72" fmla="*/ 0 h 1702340"/>
              <a:gd name="connsiteX1-73" fmla="*/ 6741268 w 12830783"/>
              <a:gd name="connsiteY1-74" fmla="*/ 1536971 h 1702340"/>
              <a:gd name="connsiteX2-75" fmla="*/ 12830783 w 12830783"/>
              <a:gd name="connsiteY2-76" fmla="*/ 48639 h 1702340"/>
              <a:gd name="connsiteX3-77" fmla="*/ 12830783 w 12830783"/>
              <a:gd name="connsiteY3-78" fmla="*/ 632298 h 1702340"/>
              <a:gd name="connsiteX4-79" fmla="*/ 6750996 w 12830783"/>
              <a:gd name="connsiteY4-80" fmla="*/ 1702340 h 1702340"/>
              <a:gd name="connsiteX5-81" fmla="*/ 0 w 12830783"/>
              <a:gd name="connsiteY5-82" fmla="*/ 58366 h 1702340"/>
              <a:gd name="connsiteX6-83" fmla="*/ 836579 w 12830783"/>
              <a:gd name="connsiteY6-84" fmla="*/ 0 h 1702340"/>
              <a:gd name="connsiteX0-85" fmla="*/ 836579 w 12830783"/>
              <a:gd name="connsiteY0-86" fmla="*/ 0 h 1702340"/>
              <a:gd name="connsiteX1-87" fmla="*/ 6741268 w 12830783"/>
              <a:gd name="connsiteY1-88" fmla="*/ 1536971 h 1702340"/>
              <a:gd name="connsiteX2-89" fmla="*/ 12470860 w 12830783"/>
              <a:gd name="connsiteY2-90" fmla="*/ 19456 h 1702340"/>
              <a:gd name="connsiteX3-91" fmla="*/ 12830783 w 12830783"/>
              <a:gd name="connsiteY3-92" fmla="*/ 632298 h 1702340"/>
              <a:gd name="connsiteX4-93" fmla="*/ 6750996 w 12830783"/>
              <a:gd name="connsiteY4-94" fmla="*/ 1702340 h 1702340"/>
              <a:gd name="connsiteX5-95" fmla="*/ 0 w 12830783"/>
              <a:gd name="connsiteY5-96" fmla="*/ 58366 h 1702340"/>
              <a:gd name="connsiteX6-97" fmla="*/ 836579 w 12830783"/>
              <a:gd name="connsiteY6-98" fmla="*/ 0 h 1702340"/>
              <a:gd name="connsiteX0-99" fmla="*/ 836579 w 13239345"/>
              <a:gd name="connsiteY0-100" fmla="*/ 0 h 1702340"/>
              <a:gd name="connsiteX1-101" fmla="*/ 6741268 w 13239345"/>
              <a:gd name="connsiteY1-102" fmla="*/ 1536971 h 1702340"/>
              <a:gd name="connsiteX2-103" fmla="*/ 12470860 w 13239345"/>
              <a:gd name="connsiteY2-104" fmla="*/ 19456 h 1702340"/>
              <a:gd name="connsiteX3-105" fmla="*/ 13239345 w 13239345"/>
              <a:gd name="connsiteY3-106" fmla="*/ 107004 h 1702340"/>
              <a:gd name="connsiteX4-107" fmla="*/ 6750996 w 13239345"/>
              <a:gd name="connsiteY4-108" fmla="*/ 1702340 h 1702340"/>
              <a:gd name="connsiteX5-109" fmla="*/ 0 w 13239345"/>
              <a:gd name="connsiteY5-110" fmla="*/ 58366 h 1702340"/>
              <a:gd name="connsiteX6-111" fmla="*/ 836579 w 13239345"/>
              <a:gd name="connsiteY6-112" fmla="*/ 0 h 1702340"/>
              <a:gd name="connsiteX0-113" fmla="*/ 836579 w 13239345"/>
              <a:gd name="connsiteY0-114" fmla="*/ 107003 h 1809343"/>
              <a:gd name="connsiteX1-115" fmla="*/ 6741268 w 13239345"/>
              <a:gd name="connsiteY1-116" fmla="*/ 1643974 h 1809343"/>
              <a:gd name="connsiteX2-117" fmla="*/ 12169303 w 13239345"/>
              <a:gd name="connsiteY2-118" fmla="*/ 0 h 1809343"/>
              <a:gd name="connsiteX3-119" fmla="*/ 13239345 w 13239345"/>
              <a:gd name="connsiteY3-120" fmla="*/ 214007 h 1809343"/>
              <a:gd name="connsiteX4-121" fmla="*/ 6750996 w 13239345"/>
              <a:gd name="connsiteY4-122" fmla="*/ 1809343 h 1809343"/>
              <a:gd name="connsiteX5-123" fmla="*/ 0 w 13239345"/>
              <a:gd name="connsiteY5-124" fmla="*/ 165369 h 1809343"/>
              <a:gd name="connsiteX6-125" fmla="*/ 836579 w 13239345"/>
              <a:gd name="connsiteY6-126" fmla="*/ 107003 h 1809343"/>
              <a:gd name="connsiteX0-127" fmla="*/ 1342417 w 13239345"/>
              <a:gd name="connsiteY0-128" fmla="*/ 29182 h 1809343"/>
              <a:gd name="connsiteX1-129" fmla="*/ 6741268 w 13239345"/>
              <a:gd name="connsiteY1-130" fmla="*/ 1643974 h 1809343"/>
              <a:gd name="connsiteX2-131" fmla="*/ 12169303 w 13239345"/>
              <a:gd name="connsiteY2-132" fmla="*/ 0 h 1809343"/>
              <a:gd name="connsiteX3-133" fmla="*/ 13239345 w 13239345"/>
              <a:gd name="connsiteY3-134" fmla="*/ 214007 h 1809343"/>
              <a:gd name="connsiteX4-135" fmla="*/ 6750996 w 13239345"/>
              <a:gd name="connsiteY4-136" fmla="*/ 1809343 h 1809343"/>
              <a:gd name="connsiteX5-137" fmla="*/ 0 w 13239345"/>
              <a:gd name="connsiteY5-138" fmla="*/ 165369 h 1809343"/>
              <a:gd name="connsiteX6-139" fmla="*/ 1342417 w 13239345"/>
              <a:gd name="connsiteY6-140" fmla="*/ 29182 h 1809343"/>
              <a:gd name="connsiteX0-141" fmla="*/ 1294792 w 13239345"/>
              <a:gd name="connsiteY0-142" fmla="*/ 607 h 1809343"/>
              <a:gd name="connsiteX1-143" fmla="*/ 6741268 w 13239345"/>
              <a:gd name="connsiteY1-144" fmla="*/ 1643974 h 1809343"/>
              <a:gd name="connsiteX2-145" fmla="*/ 12169303 w 13239345"/>
              <a:gd name="connsiteY2-146" fmla="*/ 0 h 1809343"/>
              <a:gd name="connsiteX3-147" fmla="*/ 13239345 w 13239345"/>
              <a:gd name="connsiteY3-148" fmla="*/ 214007 h 1809343"/>
              <a:gd name="connsiteX4-149" fmla="*/ 6750996 w 13239345"/>
              <a:gd name="connsiteY4-150" fmla="*/ 1809343 h 1809343"/>
              <a:gd name="connsiteX5-151" fmla="*/ 0 w 13239345"/>
              <a:gd name="connsiteY5-152" fmla="*/ 165369 h 1809343"/>
              <a:gd name="connsiteX6-153" fmla="*/ 1294792 w 13239345"/>
              <a:gd name="connsiteY6-154" fmla="*/ 607 h 1809343"/>
              <a:gd name="connsiteX0-155" fmla="*/ 1294792 w 13239345"/>
              <a:gd name="connsiteY0-156" fmla="*/ 607 h 1809343"/>
              <a:gd name="connsiteX1-157" fmla="*/ 6741268 w 13239345"/>
              <a:gd name="connsiteY1-158" fmla="*/ 1643974 h 1809343"/>
              <a:gd name="connsiteX2-159" fmla="*/ 12169303 w 13239345"/>
              <a:gd name="connsiteY2-160" fmla="*/ 0 h 1809343"/>
              <a:gd name="connsiteX3-161" fmla="*/ 13239345 w 13239345"/>
              <a:gd name="connsiteY3-162" fmla="*/ 214007 h 1809343"/>
              <a:gd name="connsiteX4-163" fmla="*/ 6750996 w 13239345"/>
              <a:gd name="connsiteY4-164" fmla="*/ 1809343 h 1809343"/>
              <a:gd name="connsiteX5-165" fmla="*/ 0 w 13239345"/>
              <a:gd name="connsiteY5-166" fmla="*/ 165369 h 1809343"/>
              <a:gd name="connsiteX6-167" fmla="*/ 1294792 w 13239345"/>
              <a:gd name="connsiteY6-168" fmla="*/ 607 h 1809343"/>
              <a:gd name="connsiteX0-169" fmla="*/ 1294792 w 13239345"/>
              <a:gd name="connsiteY0-170" fmla="*/ 607 h 1809343"/>
              <a:gd name="connsiteX1-171" fmla="*/ 6741268 w 13239345"/>
              <a:gd name="connsiteY1-172" fmla="*/ 1643974 h 1809343"/>
              <a:gd name="connsiteX2-173" fmla="*/ 12169303 w 13239345"/>
              <a:gd name="connsiteY2-174" fmla="*/ 0 h 1809343"/>
              <a:gd name="connsiteX3-175" fmla="*/ 13239345 w 13239345"/>
              <a:gd name="connsiteY3-176" fmla="*/ 214007 h 1809343"/>
              <a:gd name="connsiteX4-177" fmla="*/ 6750996 w 13239345"/>
              <a:gd name="connsiteY4-178" fmla="*/ 1809343 h 1809343"/>
              <a:gd name="connsiteX5-179" fmla="*/ 0 w 13239345"/>
              <a:gd name="connsiteY5-180" fmla="*/ 165369 h 1809343"/>
              <a:gd name="connsiteX6-181" fmla="*/ 1294792 w 13239345"/>
              <a:gd name="connsiteY6-182" fmla="*/ 607 h 1809343"/>
              <a:gd name="connsiteX0-183" fmla="*/ 1294792 w 13239345"/>
              <a:gd name="connsiteY0-184" fmla="*/ 607 h 1809343"/>
              <a:gd name="connsiteX1-185" fmla="*/ 6741268 w 13239345"/>
              <a:gd name="connsiteY1-186" fmla="*/ 1643974 h 1809343"/>
              <a:gd name="connsiteX2-187" fmla="*/ 12169303 w 13239345"/>
              <a:gd name="connsiteY2-188" fmla="*/ 0 h 1809343"/>
              <a:gd name="connsiteX3-189" fmla="*/ 13239345 w 13239345"/>
              <a:gd name="connsiteY3-190" fmla="*/ 214007 h 1809343"/>
              <a:gd name="connsiteX4-191" fmla="*/ 6750996 w 13239345"/>
              <a:gd name="connsiteY4-192" fmla="*/ 1809343 h 1809343"/>
              <a:gd name="connsiteX5-193" fmla="*/ 0 w 13239345"/>
              <a:gd name="connsiteY5-194" fmla="*/ 165369 h 1809343"/>
              <a:gd name="connsiteX6-195" fmla="*/ 1294792 w 13239345"/>
              <a:gd name="connsiteY6-196" fmla="*/ 607 h 1809343"/>
              <a:gd name="connsiteX0-197" fmla="*/ 1294792 w 13239345"/>
              <a:gd name="connsiteY0-198" fmla="*/ 607 h 1809343"/>
              <a:gd name="connsiteX1-199" fmla="*/ 6741268 w 13239345"/>
              <a:gd name="connsiteY1-200" fmla="*/ 1643974 h 1809343"/>
              <a:gd name="connsiteX2-201" fmla="*/ 12169303 w 13239345"/>
              <a:gd name="connsiteY2-202" fmla="*/ 0 h 1809343"/>
              <a:gd name="connsiteX3-203" fmla="*/ 13239345 w 13239345"/>
              <a:gd name="connsiteY3-204" fmla="*/ 214007 h 1809343"/>
              <a:gd name="connsiteX4-205" fmla="*/ 6750996 w 13239345"/>
              <a:gd name="connsiteY4-206" fmla="*/ 1809343 h 1809343"/>
              <a:gd name="connsiteX5-207" fmla="*/ 0 w 13239345"/>
              <a:gd name="connsiteY5-208" fmla="*/ 165369 h 1809343"/>
              <a:gd name="connsiteX6-209" fmla="*/ 1294792 w 13239345"/>
              <a:gd name="connsiteY6-210" fmla="*/ 607 h 1809343"/>
              <a:gd name="connsiteX0-211" fmla="*/ 1294792 w 13239345"/>
              <a:gd name="connsiteY0-212" fmla="*/ 607 h 1809343"/>
              <a:gd name="connsiteX1-213" fmla="*/ 6741268 w 13239345"/>
              <a:gd name="connsiteY1-214" fmla="*/ 1643974 h 1809343"/>
              <a:gd name="connsiteX2-215" fmla="*/ 12169303 w 13239345"/>
              <a:gd name="connsiteY2-216" fmla="*/ 0 h 1809343"/>
              <a:gd name="connsiteX3-217" fmla="*/ 13239345 w 13239345"/>
              <a:gd name="connsiteY3-218" fmla="*/ 214007 h 1809343"/>
              <a:gd name="connsiteX4-219" fmla="*/ 6750996 w 13239345"/>
              <a:gd name="connsiteY4-220" fmla="*/ 1809343 h 1809343"/>
              <a:gd name="connsiteX5-221" fmla="*/ 0 w 13239345"/>
              <a:gd name="connsiteY5-222" fmla="*/ 165369 h 1809343"/>
              <a:gd name="connsiteX6-223" fmla="*/ 1294792 w 13239345"/>
              <a:gd name="connsiteY6-224" fmla="*/ 607 h 1809343"/>
              <a:gd name="connsiteX0-225" fmla="*/ 1294792 w 13239345"/>
              <a:gd name="connsiteY0-226" fmla="*/ 607 h 1809343"/>
              <a:gd name="connsiteX1-227" fmla="*/ 6741268 w 13239345"/>
              <a:gd name="connsiteY1-228" fmla="*/ 1643974 h 1809343"/>
              <a:gd name="connsiteX2-229" fmla="*/ 12169303 w 13239345"/>
              <a:gd name="connsiteY2-230" fmla="*/ 0 h 1809343"/>
              <a:gd name="connsiteX3-231" fmla="*/ 13239345 w 13239345"/>
              <a:gd name="connsiteY3-232" fmla="*/ 214007 h 1809343"/>
              <a:gd name="connsiteX4-233" fmla="*/ 6750996 w 13239345"/>
              <a:gd name="connsiteY4-234" fmla="*/ 1809343 h 1809343"/>
              <a:gd name="connsiteX5-235" fmla="*/ 0 w 13239345"/>
              <a:gd name="connsiteY5-236" fmla="*/ 165369 h 1809343"/>
              <a:gd name="connsiteX6-237" fmla="*/ 1294792 w 13239345"/>
              <a:gd name="connsiteY6-238" fmla="*/ 607 h 1809343"/>
              <a:gd name="connsiteX0-239" fmla="*/ 1294792 w 13239345"/>
              <a:gd name="connsiteY0-240" fmla="*/ 607 h 1809343"/>
              <a:gd name="connsiteX1-241" fmla="*/ 6741268 w 13239345"/>
              <a:gd name="connsiteY1-242" fmla="*/ 1643974 h 1809343"/>
              <a:gd name="connsiteX2-243" fmla="*/ 12169303 w 13239345"/>
              <a:gd name="connsiteY2-244" fmla="*/ 0 h 1809343"/>
              <a:gd name="connsiteX3-245" fmla="*/ 13239345 w 13239345"/>
              <a:gd name="connsiteY3-246" fmla="*/ 214007 h 1809343"/>
              <a:gd name="connsiteX4-247" fmla="*/ 6750996 w 13239345"/>
              <a:gd name="connsiteY4-248" fmla="*/ 1809343 h 1809343"/>
              <a:gd name="connsiteX5-249" fmla="*/ 0 w 13239345"/>
              <a:gd name="connsiteY5-250" fmla="*/ 165369 h 1809343"/>
              <a:gd name="connsiteX6-251" fmla="*/ 1294792 w 13239345"/>
              <a:gd name="connsiteY6-252" fmla="*/ 607 h 1809343"/>
              <a:gd name="connsiteX0-253" fmla="*/ 1294792 w 13239345"/>
              <a:gd name="connsiteY0-254" fmla="*/ 607 h 1809343"/>
              <a:gd name="connsiteX1-255" fmla="*/ 6741268 w 13239345"/>
              <a:gd name="connsiteY1-256" fmla="*/ 1643974 h 1809343"/>
              <a:gd name="connsiteX2-257" fmla="*/ 12169303 w 13239345"/>
              <a:gd name="connsiteY2-258" fmla="*/ 0 h 1809343"/>
              <a:gd name="connsiteX3-259" fmla="*/ 13239345 w 13239345"/>
              <a:gd name="connsiteY3-260" fmla="*/ 214007 h 1809343"/>
              <a:gd name="connsiteX4-261" fmla="*/ 6750996 w 13239345"/>
              <a:gd name="connsiteY4-262" fmla="*/ 1809343 h 1809343"/>
              <a:gd name="connsiteX5-263" fmla="*/ 0 w 13239345"/>
              <a:gd name="connsiteY5-264" fmla="*/ 165369 h 1809343"/>
              <a:gd name="connsiteX6-265" fmla="*/ 1294792 w 13239345"/>
              <a:gd name="connsiteY6-266" fmla="*/ 607 h 1809343"/>
              <a:gd name="connsiteX0-267" fmla="*/ 1294792 w 13239345"/>
              <a:gd name="connsiteY0-268" fmla="*/ 607 h 1809343"/>
              <a:gd name="connsiteX1-269" fmla="*/ 6741268 w 13239345"/>
              <a:gd name="connsiteY1-270" fmla="*/ 1643974 h 1809343"/>
              <a:gd name="connsiteX2-271" fmla="*/ 12169303 w 13239345"/>
              <a:gd name="connsiteY2-272" fmla="*/ 0 h 1809343"/>
              <a:gd name="connsiteX3-273" fmla="*/ 13239345 w 13239345"/>
              <a:gd name="connsiteY3-274" fmla="*/ 214007 h 1809343"/>
              <a:gd name="connsiteX4-275" fmla="*/ 6750996 w 13239345"/>
              <a:gd name="connsiteY4-276" fmla="*/ 1809343 h 1809343"/>
              <a:gd name="connsiteX5-277" fmla="*/ 0 w 13239345"/>
              <a:gd name="connsiteY5-278" fmla="*/ 165369 h 1809343"/>
              <a:gd name="connsiteX6-279" fmla="*/ 1294792 w 13239345"/>
              <a:gd name="connsiteY6-280" fmla="*/ 607 h 1809343"/>
              <a:gd name="connsiteX0-281" fmla="*/ 1294792 w 13239345"/>
              <a:gd name="connsiteY0-282" fmla="*/ 607 h 1809343"/>
              <a:gd name="connsiteX1-283" fmla="*/ 6741268 w 13239345"/>
              <a:gd name="connsiteY1-284" fmla="*/ 1643974 h 1809343"/>
              <a:gd name="connsiteX2-285" fmla="*/ 12169303 w 13239345"/>
              <a:gd name="connsiteY2-286" fmla="*/ 0 h 1809343"/>
              <a:gd name="connsiteX3-287" fmla="*/ 13239345 w 13239345"/>
              <a:gd name="connsiteY3-288" fmla="*/ 214007 h 1809343"/>
              <a:gd name="connsiteX4-289" fmla="*/ 6750996 w 13239345"/>
              <a:gd name="connsiteY4-290" fmla="*/ 1809343 h 1809343"/>
              <a:gd name="connsiteX5-291" fmla="*/ 0 w 13239345"/>
              <a:gd name="connsiteY5-292" fmla="*/ 165369 h 1809343"/>
              <a:gd name="connsiteX6-293" fmla="*/ 1294792 w 13239345"/>
              <a:gd name="connsiteY6-294" fmla="*/ 607 h 1809343"/>
              <a:gd name="connsiteX0-295" fmla="*/ 1294792 w 12651516"/>
              <a:gd name="connsiteY0-296" fmla="*/ 607 h 1809343"/>
              <a:gd name="connsiteX1-297" fmla="*/ 6741268 w 12651516"/>
              <a:gd name="connsiteY1-298" fmla="*/ 1643974 h 1809343"/>
              <a:gd name="connsiteX2-299" fmla="*/ 12169303 w 12651516"/>
              <a:gd name="connsiteY2-300" fmla="*/ 0 h 1809343"/>
              <a:gd name="connsiteX3-301" fmla="*/ 12651516 w 12651516"/>
              <a:gd name="connsiteY3-302" fmla="*/ 83379 h 1809343"/>
              <a:gd name="connsiteX4-303" fmla="*/ 6750996 w 12651516"/>
              <a:gd name="connsiteY4-304" fmla="*/ 1809343 h 1809343"/>
              <a:gd name="connsiteX5-305" fmla="*/ 0 w 12651516"/>
              <a:gd name="connsiteY5-306" fmla="*/ 165369 h 1809343"/>
              <a:gd name="connsiteX6-307" fmla="*/ 1294792 w 12651516"/>
              <a:gd name="connsiteY6-308" fmla="*/ 607 h 1809343"/>
              <a:gd name="connsiteX0-309" fmla="*/ 1294792 w 12564431"/>
              <a:gd name="connsiteY0-310" fmla="*/ 607 h 1809343"/>
              <a:gd name="connsiteX1-311" fmla="*/ 6741268 w 12564431"/>
              <a:gd name="connsiteY1-312" fmla="*/ 1643974 h 1809343"/>
              <a:gd name="connsiteX2-313" fmla="*/ 12169303 w 12564431"/>
              <a:gd name="connsiteY2-314" fmla="*/ 0 h 1809343"/>
              <a:gd name="connsiteX3-315" fmla="*/ 12564431 w 12564431"/>
              <a:gd name="connsiteY3-316" fmla="*/ 83379 h 1809343"/>
              <a:gd name="connsiteX4-317" fmla="*/ 6750996 w 12564431"/>
              <a:gd name="connsiteY4-318" fmla="*/ 1809343 h 1809343"/>
              <a:gd name="connsiteX5-319" fmla="*/ 0 w 12564431"/>
              <a:gd name="connsiteY5-320" fmla="*/ 165369 h 1809343"/>
              <a:gd name="connsiteX6-321" fmla="*/ 1294792 w 12564431"/>
              <a:gd name="connsiteY6-322" fmla="*/ 607 h 1809343"/>
              <a:gd name="connsiteX0-323" fmla="*/ 423935 w 11693574"/>
              <a:gd name="connsiteY0-324" fmla="*/ 607 h 1809343"/>
              <a:gd name="connsiteX1-325" fmla="*/ 5870411 w 11693574"/>
              <a:gd name="connsiteY1-326" fmla="*/ 1643974 h 1809343"/>
              <a:gd name="connsiteX2-327" fmla="*/ 11298446 w 11693574"/>
              <a:gd name="connsiteY2-328" fmla="*/ 0 h 1809343"/>
              <a:gd name="connsiteX3-329" fmla="*/ 11693574 w 11693574"/>
              <a:gd name="connsiteY3-330" fmla="*/ 83379 h 1809343"/>
              <a:gd name="connsiteX4-331" fmla="*/ 5880139 w 11693574"/>
              <a:gd name="connsiteY4-332" fmla="*/ 1809343 h 1809343"/>
              <a:gd name="connsiteX5-333" fmla="*/ 0 w 11693574"/>
              <a:gd name="connsiteY5-334" fmla="*/ 45626 h 1809343"/>
              <a:gd name="connsiteX6-335" fmla="*/ 423935 w 11693574"/>
              <a:gd name="connsiteY6-336" fmla="*/ 607 h 1809343"/>
              <a:gd name="connsiteX0-337" fmla="*/ 423935 w 11693574"/>
              <a:gd name="connsiteY0-338" fmla="*/ 607 h 1733143"/>
              <a:gd name="connsiteX1-339" fmla="*/ 5870411 w 11693574"/>
              <a:gd name="connsiteY1-340" fmla="*/ 1643974 h 1733143"/>
              <a:gd name="connsiteX2-341" fmla="*/ 11298446 w 11693574"/>
              <a:gd name="connsiteY2-342" fmla="*/ 0 h 1733143"/>
              <a:gd name="connsiteX3-343" fmla="*/ 11693574 w 11693574"/>
              <a:gd name="connsiteY3-344" fmla="*/ 83379 h 1733143"/>
              <a:gd name="connsiteX4-345" fmla="*/ 5880139 w 11693574"/>
              <a:gd name="connsiteY4-346" fmla="*/ 1733143 h 1733143"/>
              <a:gd name="connsiteX5-347" fmla="*/ 0 w 11693574"/>
              <a:gd name="connsiteY5-348" fmla="*/ 45626 h 1733143"/>
              <a:gd name="connsiteX6-349" fmla="*/ 423935 w 11693574"/>
              <a:gd name="connsiteY6-350" fmla="*/ 607 h 1733143"/>
              <a:gd name="connsiteX0-351" fmla="*/ 423935 w 11709902"/>
              <a:gd name="connsiteY0-352" fmla="*/ 607 h 1733143"/>
              <a:gd name="connsiteX1-353" fmla="*/ 5870411 w 11709902"/>
              <a:gd name="connsiteY1-354" fmla="*/ 1643974 h 1733143"/>
              <a:gd name="connsiteX2-355" fmla="*/ 11298446 w 11709902"/>
              <a:gd name="connsiteY2-356" fmla="*/ 0 h 1733143"/>
              <a:gd name="connsiteX3-357" fmla="*/ 11709902 w 11709902"/>
              <a:gd name="connsiteY3-358" fmla="*/ 83379 h 1733143"/>
              <a:gd name="connsiteX4-359" fmla="*/ 5880139 w 11709902"/>
              <a:gd name="connsiteY4-360" fmla="*/ 1733143 h 1733143"/>
              <a:gd name="connsiteX5-361" fmla="*/ 0 w 11709902"/>
              <a:gd name="connsiteY5-362" fmla="*/ 45626 h 1733143"/>
              <a:gd name="connsiteX6-363" fmla="*/ 423935 w 11709902"/>
              <a:gd name="connsiteY6-364" fmla="*/ 607 h 1733143"/>
              <a:gd name="connsiteX0-365" fmla="*/ 423935 w 11571109"/>
              <a:gd name="connsiteY0-366" fmla="*/ 607 h 1733143"/>
              <a:gd name="connsiteX1-367" fmla="*/ 5870411 w 11571109"/>
              <a:gd name="connsiteY1-368" fmla="*/ 1643974 h 1733143"/>
              <a:gd name="connsiteX2-369" fmla="*/ 11298446 w 11571109"/>
              <a:gd name="connsiteY2-370" fmla="*/ 0 h 1733143"/>
              <a:gd name="connsiteX3-371" fmla="*/ 11571109 w 11571109"/>
              <a:gd name="connsiteY3-372" fmla="*/ 116036 h 1733143"/>
              <a:gd name="connsiteX4-373" fmla="*/ 5880139 w 11571109"/>
              <a:gd name="connsiteY4-374" fmla="*/ 1733143 h 1733143"/>
              <a:gd name="connsiteX5-375" fmla="*/ 0 w 11571109"/>
              <a:gd name="connsiteY5-376" fmla="*/ 45626 h 1733143"/>
              <a:gd name="connsiteX6-377" fmla="*/ 423935 w 11571109"/>
              <a:gd name="connsiteY6-378" fmla="*/ 607 h 1733143"/>
              <a:gd name="connsiteX0-379" fmla="*/ 423935 w 11579274"/>
              <a:gd name="connsiteY0-380" fmla="*/ 607 h 1733143"/>
              <a:gd name="connsiteX1-381" fmla="*/ 5870411 w 11579274"/>
              <a:gd name="connsiteY1-382" fmla="*/ 1643974 h 1733143"/>
              <a:gd name="connsiteX2-383" fmla="*/ 11298446 w 11579274"/>
              <a:gd name="connsiteY2-384" fmla="*/ 0 h 1733143"/>
              <a:gd name="connsiteX3-385" fmla="*/ 11579274 w 11579274"/>
              <a:gd name="connsiteY3-386" fmla="*/ 116036 h 1733143"/>
              <a:gd name="connsiteX4-387" fmla="*/ 5880139 w 11579274"/>
              <a:gd name="connsiteY4-388" fmla="*/ 1733143 h 1733143"/>
              <a:gd name="connsiteX5-389" fmla="*/ 0 w 11579274"/>
              <a:gd name="connsiteY5-390" fmla="*/ 45626 h 1733143"/>
              <a:gd name="connsiteX6-391" fmla="*/ 423935 w 11579274"/>
              <a:gd name="connsiteY6-392" fmla="*/ 607 h 1733143"/>
              <a:gd name="connsiteX0-393" fmla="*/ 423935 w 11579274"/>
              <a:gd name="connsiteY0-394" fmla="*/ 0 h 1732536"/>
              <a:gd name="connsiteX1-395" fmla="*/ 5870411 w 11579274"/>
              <a:gd name="connsiteY1-396" fmla="*/ 1643367 h 1732536"/>
              <a:gd name="connsiteX2-397" fmla="*/ 11233132 w 11579274"/>
              <a:gd name="connsiteY2-398" fmla="*/ 48379 h 1732536"/>
              <a:gd name="connsiteX3-399" fmla="*/ 11579274 w 11579274"/>
              <a:gd name="connsiteY3-400" fmla="*/ 115429 h 1732536"/>
              <a:gd name="connsiteX4-401" fmla="*/ 5880139 w 11579274"/>
              <a:gd name="connsiteY4-402" fmla="*/ 1732536 h 1732536"/>
              <a:gd name="connsiteX5-403" fmla="*/ 0 w 11579274"/>
              <a:gd name="connsiteY5-404" fmla="*/ 45019 h 1732536"/>
              <a:gd name="connsiteX6-405" fmla="*/ 423935 w 11579274"/>
              <a:gd name="connsiteY6-406" fmla="*/ 0 h 1732536"/>
              <a:gd name="connsiteX0-407" fmla="*/ 423935 w 11579274"/>
              <a:gd name="connsiteY0-408" fmla="*/ 0 h 1732536"/>
              <a:gd name="connsiteX1-409" fmla="*/ 5870411 w 11579274"/>
              <a:gd name="connsiteY1-410" fmla="*/ 1643367 h 1732536"/>
              <a:gd name="connsiteX2-411" fmla="*/ 11241297 w 11579274"/>
              <a:gd name="connsiteY2-412" fmla="*/ 32050 h 1732536"/>
              <a:gd name="connsiteX3-413" fmla="*/ 11579274 w 11579274"/>
              <a:gd name="connsiteY3-414" fmla="*/ 115429 h 1732536"/>
              <a:gd name="connsiteX4-415" fmla="*/ 5880139 w 11579274"/>
              <a:gd name="connsiteY4-416" fmla="*/ 1732536 h 1732536"/>
              <a:gd name="connsiteX5-417" fmla="*/ 0 w 11579274"/>
              <a:gd name="connsiteY5-418" fmla="*/ 45019 h 1732536"/>
              <a:gd name="connsiteX6-419" fmla="*/ 423935 w 11579274"/>
              <a:gd name="connsiteY6-420" fmla="*/ 0 h 1732536"/>
              <a:gd name="connsiteX0-421" fmla="*/ 423935 w 11579274"/>
              <a:gd name="connsiteY0-422" fmla="*/ 0 h 1732536"/>
              <a:gd name="connsiteX1-423" fmla="*/ 5870411 w 11579274"/>
              <a:gd name="connsiteY1-424" fmla="*/ 1643367 h 1732536"/>
              <a:gd name="connsiteX2-425" fmla="*/ 11241297 w 11579274"/>
              <a:gd name="connsiteY2-426" fmla="*/ 32050 h 1732536"/>
              <a:gd name="connsiteX3-427" fmla="*/ 11579274 w 11579274"/>
              <a:gd name="connsiteY3-428" fmla="*/ 115429 h 1732536"/>
              <a:gd name="connsiteX4-429" fmla="*/ 5880139 w 11579274"/>
              <a:gd name="connsiteY4-430" fmla="*/ 1732536 h 1732536"/>
              <a:gd name="connsiteX5-431" fmla="*/ 0 w 11579274"/>
              <a:gd name="connsiteY5-432" fmla="*/ 45019 h 1732536"/>
              <a:gd name="connsiteX6-433" fmla="*/ 423935 w 11579274"/>
              <a:gd name="connsiteY6-434" fmla="*/ 0 h 1732536"/>
              <a:gd name="connsiteX0-435" fmla="*/ 423935 w 11579274"/>
              <a:gd name="connsiteY0-436" fmla="*/ 0 h 1732536"/>
              <a:gd name="connsiteX1-437" fmla="*/ 5870411 w 11579274"/>
              <a:gd name="connsiteY1-438" fmla="*/ 1643367 h 1732536"/>
              <a:gd name="connsiteX2-439" fmla="*/ 11224968 w 11579274"/>
              <a:gd name="connsiteY2-440" fmla="*/ 48379 h 1732536"/>
              <a:gd name="connsiteX3-441" fmla="*/ 11579274 w 11579274"/>
              <a:gd name="connsiteY3-442" fmla="*/ 115429 h 1732536"/>
              <a:gd name="connsiteX4-443" fmla="*/ 5880139 w 11579274"/>
              <a:gd name="connsiteY4-444" fmla="*/ 1732536 h 1732536"/>
              <a:gd name="connsiteX5-445" fmla="*/ 0 w 11579274"/>
              <a:gd name="connsiteY5-446" fmla="*/ 45019 h 1732536"/>
              <a:gd name="connsiteX6-447" fmla="*/ 423935 w 11579274"/>
              <a:gd name="connsiteY6-448" fmla="*/ 0 h 1732536"/>
              <a:gd name="connsiteX0-449" fmla="*/ 219828 w 11375167"/>
              <a:gd name="connsiteY0-450" fmla="*/ 0 h 1732536"/>
              <a:gd name="connsiteX1-451" fmla="*/ 5666304 w 11375167"/>
              <a:gd name="connsiteY1-452" fmla="*/ 1643367 h 1732536"/>
              <a:gd name="connsiteX2-453" fmla="*/ 11020861 w 11375167"/>
              <a:gd name="connsiteY2-454" fmla="*/ 48379 h 1732536"/>
              <a:gd name="connsiteX3-455" fmla="*/ 11375167 w 11375167"/>
              <a:gd name="connsiteY3-456" fmla="*/ 115429 h 1732536"/>
              <a:gd name="connsiteX4-457" fmla="*/ 5676032 w 11375167"/>
              <a:gd name="connsiteY4-458" fmla="*/ 1732536 h 1732536"/>
              <a:gd name="connsiteX5-459" fmla="*/ 0 w 11375167"/>
              <a:gd name="connsiteY5-460" fmla="*/ 77676 h 1732536"/>
              <a:gd name="connsiteX6-461" fmla="*/ 219828 w 11375167"/>
              <a:gd name="connsiteY6-462" fmla="*/ 0 h 1732536"/>
              <a:gd name="connsiteX0-463" fmla="*/ 293307 w 11375167"/>
              <a:gd name="connsiteY0-464" fmla="*/ 0 h 1708044"/>
              <a:gd name="connsiteX1-465" fmla="*/ 5666304 w 11375167"/>
              <a:gd name="connsiteY1-466" fmla="*/ 1618875 h 1708044"/>
              <a:gd name="connsiteX2-467" fmla="*/ 11020861 w 11375167"/>
              <a:gd name="connsiteY2-468" fmla="*/ 23887 h 1708044"/>
              <a:gd name="connsiteX3-469" fmla="*/ 11375167 w 11375167"/>
              <a:gd name="connsiteY3-470" fmla="*/ 90937 h 1708044"/>
              <a:gd name="connsiteX4-471" fmla="*/ 5676032 w 11375167"/>
              <a:gd name="connsiteY4-472" fmla="*/ 1708044 h 1708044"/>
              <a:gd name="connsiteX5-473" fmla="*/ 0 w 11375167"/>
              <a:gd name="connsiteY5-474" fmla="*/ 53184 h 1708044"/>
              <a:gd name="connsiteX6-475" fmla="*/ 293307 w 11375167"/>
              <a:gd name="connsiteY6-476" fmla="*/ 0 h 1708044"/>
              <a:gd name="connsiteX0-477" fmla="*/ 317800 w 11375167"/>
              <a:gd name="connsiteY0-478" fmla="*/ 606 h 1684157"/>
              <a:gd name="connsiteX1-479" fmla="*/ 5666304 w 11375167"/>
              <a:gd name="connsiteY1-480" fmla="*/ 1594988 h 1684157"/>
              <a:gd name="connsiteX2-481" fmla="*/ 11020861 w 11375167"/>
              <a:gd name="connsiteY2-482" fmla="*/ 0 h 1684157"/>
              <a:gd name="connsiteX3-483" fmla="*/ 11375167 w 11375167"/>
              <a:gd name="connsiteY3-484" fmla="*/ 67050 h 1684157"/>
              <a:gd name="connsiteX4-485" fmla="*/ 5676032 w 11375167"/>
              <a:gd name="connsiteY4-486" fmla="*/ 1684157 h 1684157"/>
              <a:gd name="connsiteX5-487" fmla="*/ 0 w 11375167"/>
              <a:gd name="connsiteY5-488" fmla="*/ 29297 h 1684157"/>
              <a:gd name="connsiteX6-489" fmla="*/ 317800 w 11375167"/>
              <a:gd name="connsiteY6-490" fmla="*/ 606 h 1684157"/>
              <a:gd name="connsiteX0-491" fmla="*/ 285142 w 11342509"/>
              <a:gd name="connsiteY0-492" fmla="*/ 606 h 1684157"/>
              <a:gd name="connsiteX1-493" fmla="*/ 5633646 w 11342509"/>
              <a:gd name="connsiteY1-494" fmla="*/ 1594988 h 1684157"/>
              <a:gd name="connsiteX2-495" fmla="*/ 10988203 w 11342509"/>
              <a:gd name="connsiteY2-496" fmla="*/ 0 h 1684157"/>
              <a:gd name="connsiteX3-497" fmla="*/ 11342509 w 11342509"/>
              <a:gd name="connsiteY3-498" fmla="*/ 67050 h 1684157"/>
              <a:gd name="connsiteX4-499" fmla="*/ 5643374 w 11342509"/>
              <a:gd name="connsiteY4-500" fmla="*/ 1684157 h 1684157"/>
              <a:gd name="connsiteX5-501" fmla="*/ 0 w 11342509"/>
              <a:gd name="connsiteY5-502" fmla="*/ 29297 h 1684157"/>
              <a:gd name="connsiteX6-503" fmla="*/ 285142 w 11342509"/>
              <a:gd name="connsiteY6-504" fmla="*/ 606 h 1684157"/>
              <a:gd name="connsiteX0-505" fmla="*/ 276977 w 11342509"/>
              <a:gd name="connsiteY0-506" fmla="*/ 0 h 1691715"/>
              <a:gd name="connsiteX1-507" fmla="*/ 5633646 w 11342509"/>
              <a:gd name="connsiteY1-508" fmla="*/ 1602546 h 1691715"/>
              <a:gd name="connsiteX2-509" fmla="*/ 10988203 w 11342509"/>
              <a:gd name="connsiteY2-510" fmla="*/ 7558 h 1691715"/>
              <a:gd name="connsiteX3-511" fmla="*/ 11342509 w 11342509"/>
              <a:gd name="connsiteY3-512" fmla="*/ 74608 h 1691715"/>
              <a:gd name="connsiteX4-513" fmla="*/ 5643374 w 11342509"/>
              <a:gd name="connsiteY4-514" fmla="*/ 1691715 h 1691715"/>
              <a:gd name="connsiteX5-515" fmla="*/ 0 w 11342509"/>
              <a:gd name="connsiteY5-516" fmla="*/ 36855 h 1691715"/>
              <a:gd name="connsiteX6-517" fmla="*/ 276977 w 11342509"/>
              <a:gd name="connsiteY6-518" fmla="*/ 0 h 1691715"/>
              <a:gd name="connsiteX0-519" fmla="*/ 276977 w 11342509"/>
              <a:gd name="connsiteY0-520" fmla="*/ 0 h 1691715"/>
              <a:gd name="connsiteX1-521" fmla="*/ 5633646 w 11342509"/>
              <a:gd name="connsiteY1-522" fmla="*/ 1602546 h 1691715"/>
              <a:gd name="connsiteX2-523" fmla="*/ 11018020 w 11342509"/>
              <a:gd name="connsiteY2-524" fmla="*/ 17498 h 1691715"/>
              <a:gd name="connsiteX3-525" fmla="*/ 11342509 w 11342509"/>
              <a:gd name="connsiteY3-526" fmla="*/ 74608 h 1691715"/>
              <a:gd name="connsiteX4-527" fmla="*/ 5643374 w 11342509"/>
              <a:gd name="connsiteY4-528" fmla="*/ 1691715 h 1691715"/>
              <a:gd name="connsiteX5-529" fmla="*/ 0 w 11342509"/>
              <a:gd name="connsiteY5-530" fmla="*/ 36855 h 1691715"/>
              <a:gd name="connsiteX6-531" fmla="*/ 276977 w 11342509"/>
              <a:gd name="connsiteY6-532" fmla="*/ 0 h 1691715"/>
              <a:gd name="connsiteX0-533" fmla="*/ 276977 w 11342509"/>
              <a:gd name="connsiteY0-534" fmla="*/ 0 h 1691715"/>
              <a:gd name="connsiteX1-535" fmla="*/ 5633646 w 11342509"/>
              <a:gd name="connsiteY1-536" fmla="*/ 1602546 h 1691715"/>
              <a:gd name="connsiteX2-537" fmla="*/ 11018020 w 11342509"/>
              <a:gd name="connsiteY2-538" fmla="*/ 17498 h 1691715"/>
              <a:gd name="connsiteX3-539" fmla="*/ 11342509 w 11342509"/>
              <a:gd name="connsiteY3-540" fmla="*/ 74608 h 1691715"/>
              <a:gd name="connsiteX4-541" fmla="*/ 5643374 w 11342509"/>
              <a:gd name="connsiteY4-542" fmla="*/ 1691715 h 1691715"/>
              <a:gd name="connsiteX5-543" fmla="*/ 0 w 11342509"/>
              <a:gd name="connsiteY5-544" fmla="*/ 36855 h 1691715"/>
              <a:gd name="connsiteX6-545" fmla="*/ 276977 w 11342509"/>
              <a:gd name="connsiteY6-546" fmla="*/ 0 h 1691715"/>
              <a:gd name="connsiteX0-547" fmla="*/ 276977 w 11342509"/>
              <a:gd name="connsiteY0-548" fmla="*/ 0 h 1691715"/>
              <a:gd name="connsiteX1-549" fmla="*/ 5633646 w 11342509"/>
              <a:gd name="connsiteY1-550" fmla="*/ 1602546 h 1691715"/>
              <a:gd name="connsiteX2-551" fmla="*/ 11047837 w 11342509"/>
              <a:gd name="connsiteY2-552" fmla="*/ 17498 h 1691715"/>
              <a:gd name="connsiteX3-553" fmla="*/ 11342509 w 11342509"/>
              <a:gd name="connsiteY3-554" fmla="*/ 74608 h 1691715"/>
              <a:gd name="connsiteX4-555" fmla="*/ 5643374 w 11342509"/>
              <a:gd name="connsiteY4-556" fmla="*/ 1691715 h 1691715"/>
              <a:gd name="connsiteX5-557" fmla="*/ 0 w 11342509"/>
              <a:gd name="connsiteY5-558" fmla="*/ 36855 h 1691715"/>
              <a:gd name="connsiteX6-559" fmla="*/ 276977 w 11342509"/>
              <a:gd name="connsiteY6-560" fmla="*/ 0 h 1691715"/>
              <a:gd name="connsiteX0-561" fmla="*/ 276977 w 11342509"/>
              <a:gd name="connsiteY0-562" fmla="*/ 0 h 1691715"/>
              <a:gd name="connsiteX1-563" fmla="*/ 5633646 w 11342509"/>
              <a:gd name="connsiteY1-564" fmla="*/ 1602546 h 1691715"/>
              <a:gd name="connsiteX2-565" fmla="*/ 11080494 w 11342509"/>
              <a:gd name="connsiteY2-566" fmla="*/ 17498 h 1691715"/>
              <a:gd name="connsiteX3-567" fmla="*/ 11342509 w 11342509"/>
              <a:gd name="connsiteY3-568" fmla="*/ 74608 h 1691715"/>
              <a:gd name="connsiteX4-569" fmla="*/ 5643374 w 11342509"/>
              <a:gd name="connsiteY4-570" fmla="*/ 1691715 h 1691715"/>
              <a:gd name="connsiteX5-571" fmla="*/ 0 w 11342509"/>
              <a:gd name="connsiteY5-572" fmla="*/ 36855 h 1691715"/>
              <a:gd name="connsiteX6-573" fmla="*/ 276977 w 11342509"/>
              <a:gd name="connsiteY6-574" fmla="*/ 0 h 1691715"/>
              <a:gd name="connsiteX0-575" fmla="*/ 276977 w 11342509"/>
              <a:gd name="connsiteY0-576" fmla="*/ 0 h 1691715"/>
              <a:gd name="connsiteX1-577" fmla="*/ 5633646 w 11342509"/>
              <a:gd name="connsiteY1-578" fmla="*/ 1602546 h 1691715"/>
              <a:gd name="connsiteX2-579" fmla="*/ 11080494 w 11342509"/>
              <a:gd name="connsiteY2-580" fmla="*/ 17498 h 1691715"/>
              <a:gd name="connsiteX3-581" fmla="*/ 11342509 w 11342509"/>
              <a:gd name="connsiteY3-582" fmla="*/ 74608 h 1691715"/>
              <a:gd name="connsiteX4-583" fmla="*/ 5643374 w 11342509"/>
              <a:gd name="connsiteY4-584" fmla="*/ 1691715 h 1691715"/>
              <a:gd name="connsiteX5-585" fmla="*/ 0 w 11342509"/>
              <a:gd name="connsiteY5-586" fmla="*/ 36855 h 1691715"/>
              <a:gd name="connsiteX6-587" fmla="*/ 276977 w 11342509"/>
              <a:gd name="connsiteY6-588" fmla="*/ 0 h 1691715"/>
              <a:gd name="connsiteX0-589" fmla="*/ 276977 w 11342509"/>
              <a:gd name="connsiteY0-590" fmla="*/ 0 h 1691715"/>
              <a:gd name="connsiteX1-591" fmla="*/ 5633646 w 11342509"/>
              <a:gd name="connsiteY1-592" fmla="*/ 1602546 h 1691715"/>
              <a:gd name="connsiteX2-593" fmla="*/ 11080494 w 11342509"/>
              <a:gd name="connsiteY2-594" fmla="*/ 17498 h 1691715"/>
              <a:gd name="connsiteX3-595" fmla="*/ 11342509 w 11342509"/>
              <a:gd name="connsiteY3-596" fmla="*/ 74608 h 1691715"/>
              <a:gd name="connsiteX4-597" fmla="*/ 5643374 w 11342509"/>
              <a:gd name="connsiteY4-598" fmla="*/ 1691715 h 1691715"/>
              <a:gd name="connsiteX5-599" fmla="*/ 0 w 11342509"/>
              <a:gd name="connsiteY5-600" fmla="*/ 36855 h 1691715"/>
              <a:gd name="connsiteX6-601" fmla="*/ 276977 w 11342509"/>
              <a:gd name="connsiteY6-602" fmla="*/ 0 h 1691715"/>
              <a:gd name="connsiteX0-603" fmla="*/ 276977 w 11342509"/>
              <a:gd name="connsiteY0-604" fmla="*/ 0 h 1691715"/>
              <a:gd name="connsiteX1-605" fmla="*/ 5643806 w 11342509"/>
              <a:gd name="connsiteY1-606" fmla="*/ 1602546 h 1691715"/>
              <a:gd name="connsiteX2-607" fmla="*/ 11080494 w 11342509"/>
              <a:gd name="connsiteY2-608" fmla="*/ 17498 h 1691715"/>
              <a:gd name="connsiteX3-609" fmla="*/ 11342509 w 11342509"/>
              <a:gd name="connsiteY3-610" fmla="*/ 74608 h 1691715"/>
              <a:gd name="connsiteX4-611" fmla="*/ 5643374 w 11342509"/>
              <a:gd name="connsiteY4-612" fmla="*/ 1691715 h 1691715"/>
              <a:gd name="connsiteX5-613" fmla="*/ 0 w 11342509"/>
              <a:gd name="connsiteY5-614" fmla="*/ 36855 h 1691715"/>
              <a:gd name="connsiteX6-615" fmla="*/ 276977 w 11342509"/>
              <a:gd name="connsiteY6-616" fmla="*/ 0 h 16917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453730" y="4619682"/>
            <a:ext cx="3284503" cy="72219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b="7394"/>
          <a:stretch>
            <a:fillRect/>
          </a:stretch>
        </p:blipFill>
        <p:spPr>
          <a:xfrm>
            <a:off x="-3165" y="0"/>
            <a:ext cx="1219198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10" y="1"/>
            <a:ext cx="12191980" cy="6857994"/>
          </a:xfrm>
          <a:prstGeom prst="rect">
            <a:avLst/>
          </a:prstGeom>
          <a:gradFill>
            <a:gsLst>
              <a:gs pos="0">
                <a:schemeClr val="accent1">
                  <a:alpha val="90000"/>
                  <a:lumMod val="85000"/>
                </a:schemeClr>
              </a:gs>
              <a:gs pos="50000">
                <a:schemeClr val="accent1">
                  <a:alpha val="90000"/>
                  <a:lumMod val="85000"/>
                </a:schemeClr>
              </a:gs>
              <a:gs pos="100000">
                <a:schemeClr val="accent1">
                  <a:alpha val="90000"/>
                  <a:lumMod val="8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  <a:buFontTx/>
              <a:buNone/>
            </a:pPr>
            <a:endParaRPr lang="zh-CN" altLang="en-US"/>
          </a:p>
        </p:txBody>
      </p:sp>
      <p:sp>
        <p:nvSpPr>
          <p:cNvPr id="6" name="文本占位符 10"/>
          <p:cNvSpPr>
            <a:spLocks noGrp="1"/>
          </p:cNvSpPr>
          <p:nvPr>
            <p:ph type="body" sz="quarter" idx="11" hasCustomPrompt="1"/>
          </p:nvPr>
        </p:nvSpPr>
        <p:spPr>
          <a:xfrm>
            <a:off x="1572100" y="3028371"/>
            <a:ext cx="9041450" cy="911074"/>
          </a:xfrm>
        </p:spPr>
        <p:txBody>
          <a:bodyPr/>
          <a:lstStyle>
            <a:lvl1pPr marL="0" indent="0" algn="ctr">
              <a:buFontTx/>
              <a:buNone/>
              <a:defRPr sz="48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北京理工大学毕业答辩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3767417" y="1018488"/>
            <a:ext cx="4650816" cy="1301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9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81566"/>
            <a:ext cx="12192000" cy="3244934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3317875"/>
            <a:ext cx="12192000" cy="3540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66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 bwMode="auto">
          <a:xfrm>
            <a:off x="9790632" y="109143"/>
            <a:ext cx="2286546" cy="2975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224285" y="-494144"/>
            <a:ext cx="3165893" cy="412436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9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0"/>
            <a:ext cx="12192000" cy="5089582"/>
            <a:chOff x="0" y="0"/>
            <a:chExt cx="12192000" cy="5089582"/>
          </a:xfrm>
          <a:solidFill>
            <a:schemeClr val="accent1"/>
          </a:solidFill>
        </p:grpSpPr>
        <p:sp>
          <p:nvSpPr>
            <p:cNvPr id="3" name="等腰三角形 2"/>
            <p:cNvSpPr/>
            <p:nvPr/>
          </p:nvSpPr>
          <p:spPr>
            <a:xfrm flipV="1">
              <a:off x="0" y="4123423"/>
              <a:ext cx="12192000" cy="966159"/>
            </a:xfrm>
            <a:prstGeom prst="triangle">
              <a:avLst/>
            </a:prstGeom>
            <a:grpFill/>
            <a:ln>
              <a:noFill/>
            </a:ln>
            <a:effectLst>
              <a:outerShdw blurRad="76200" dist="12700" dir="5400000" sx="103000" sy="103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0" y="0"/>
              <a:ext cx="12192000" cy="412342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 userDrawn="1"/>
        </p:nvGrpSpPr>
        <p:grpSpPr>
          <a:xfrm>
            <a:off x="1866428" y="1872369"/>
            <a:ext cx="8481919" cy="863927"/>
            <a:chOff x="1797415" y="1328902"/>
            <a:chExt cx="8481919" cy="863927"/>
          </a:xfrm>
        </p:grpSpPr>
        <p:grpSp>
          <p:nvGrpSpPr>
            <p:cNvPr id="6" name="组合 5"/>
            <p:cNvGrpSpPr/>
            <p:nvPr/>
          </p:nvGrpSpPr>
          <p:grpSpPr>
            <a:xfrm>
              <a:off x="6886532" y="1337094"/>
              <a:ext cx="3392802" cy="846135"/>
              <a:chOff x="10340336" y="2247899"/>
              <a:chExt cx="2724438" cy="679451"/>
            </a:xfrm>
          </p:grpSpPr>
          <p:sp>
            <p:nvSpPr>
              <p:cNvPr id="2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solidFill>
                <a:schemeClr val="bg1"/>
              </a:solidFill>
            </p:grpSpPr>
            <p:sp>
              <p:nvSpPr>
                <p:cNvPr id="2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" name="组合 2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solidFill>
                <a:schemeClr val="bg1"/>
              </a:solidFill>
            </p:grpSpPr>
            <p:sp>
              <p:nvSpPr>
                <p:cNvPr id="2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" name="组合 6"/>
            <p:cNvGrpSpPr/>
            <p:nvPr/>
          </p:nvGrpSpPr>
          <p:grpSpPr>
            <a:xfrm>
              <a:off x="1797415" y="1328902"/>
              <a:ext cx="3445163" cy="863927"/>
              <a:chOff x="6738929" y="2270918"/>
              <a:chExt cx="2766486" cy="693738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solidFill>
                <a:schemeClr val="bg1"/>
              </a:solidFill>
            </p:grpSpPr>
            <p:sp>
              <p:nvSpPr>
                <p:cNvPr id="1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" name="组合 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solidFill>
                <a:schemeClr val="bg1"/>
              </a:solidFill>
            </p:grpSpPr>
            <p:sp>
              <p:nvSpPr>
                <p:cNvPr id="1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" name="组合 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solidFill>
                <a:schemeClr val="bg1"/>
              </a:solidFill>
            </p:grpSpPr>
            <p:sp>
              <p:nvSpPr>
                <p:cNvPr id="1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样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67"/>
            <a:ext cx="5022689" cy="6857433"/>
          </a:xfrm>
          <a:prstGeom prst="rect">
            <a:avLst/>
          </a:prstGeom>
        </p:spPr>
      </p:pic>
      <p:sp>
        <p:nvSpPr>
          <p:cNvPr id="3" name="矩形 白1"/>
          <p:cNvSpPr/>
          <p:nvPr userDrawn="1"/>
        </p:nvSpPr>
        <p:spPr>
          <a:xfrm rot="5400000">
            <a:off x="-917658" y="918223"/>
            <a:ext cx="6858002" cy="5022690"/>
          </a:xfrm>
          <a:prstGeom prst="rect">
            <a:avLst/>
          </a:prstGeom>
          <a:gradFill flip="none" rotWithShape="1">
            <a:gsLst>
              <a:gs pos="50000">
                <a:schemeClr val="bg1">
                  <a:alpha val="50000"/>
                </a:schemeClr>
              </a:gs>
              <a:gs pos="0">
                <a:schemeClr val="bg1"/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2289050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15558" b="38705"/>
          <a:stretch>
            <a:fillRect/>
          </a:stretch>
        </p:blipFill>
        <p:spPr>
          <a:xfrm>
            <a:off x="1" y="0"/>
            <a:ext cx="12192000" cy="2290219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-1" y="-7884"/>
            <a:ext cx="12192001" cy="2298103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024353" y="841210"/>
            <a:ext cx="2143294" cy="5999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-81481" y="2289050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723340" y="1294827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723340" y="5613415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4" cstate="screen"/>
          <a:srcRect l="49471"/>
          <a:stretch>
            <a:fillRect/>
          </a:stretch>
        </p:blipFill>
        <p:spPr>
          <a:xfrm>
            <a:off x="-34506" y="163259"/>
            <a:ext cx="3298317" cy="653148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4" cstate="screen"/>
          <a:srcRect r="49912"/>
          <a:stretch>
            <a:fillRect/>
          </a:stretch>
        </p:blipFill>
        <p:spPr>
          <a:xfrm>
            <a:off x="8928190" y="163258"/>
            <a:ext cx="3269562" cy="65314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 rot="16200000">
            <a:off x="-1538864" y="2653429"/>
            <a:ext cx="522963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b="1" spc="5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Contents</a:t>
            </a:r>
            <a:r>
              <a:rPr lang="en-US" altLang="zh-CN" sz="4400" b="1" spc="50" dirty="0">
                <a:solidFill>
                  <a:schemeClr val="accent4"/>
                </a:solidFill>
                <a:latin typeface="+mj-lt"/>
              </a:rPr>
              <a:t>■</a:t>
            </a:r>
            <a:endParaRPr lang="zh-CN" altLang="en-US" sz="4400" b="1" spc="5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1116549" y="3752395"/>
            <a:ext cx="738664" cy="224676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3600" b="1" spc="600" dirty="0">
                <a:solidFill>
                  <a:schemeClr val="accent1"/>
                </a:solidFill>
              </a:rPr>
              <a:t>结构大纲</a:t>
            </a: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9519824" y="6600901"/>
            <a:ext cx="25234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000" spc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BEIJING</a:t>
            </a:r>
            <a:r>
              <a:rPr lang="en-US" altLang="zh-CN" sz="1000" spc="0" baseline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INSTITUTE OF TECHNOLOGY</a:t>
            </a:r>
            <a:endParaRPr lang="zh-CN" altLang="en-US" sz="1000" spc="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041148" y="78493"/>
            <a:ext cx="2025400" cy="566914"/>
          </a:xfrm>
          <a:prstGeom prst="rect">
            <a:avLst/>
          </a:prstGeom>
        </p:spPr>
      </p:pic>
      <p:sp>
        <p:nvSpPr>
          <p:cNvPr id="82" name="任意多边形: 形状 59"/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83" name="图片 8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793498" y="249943"/>
            <a:ext cx="2025400" cy="566914"/>
          </a:xfrm>
          <a:prstGeom prst="rect">
            <a:avLst/>
          </a:prstGeom>
        </p:spPr>
      </p:pic>
      <p:sp>
        <p:nvSpPr>
          <p:cNvPr id="84" name="矩形 83"/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5" name="组合 84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86" name="组合 85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10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02" name="组合 10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10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10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7" name="组合 86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88" name="组合 8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9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9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9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9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r="20215"/>
          <a:stretch>
            <a:fillRect/>
          </a:stretch>
        </p:blipFill>
        <p:spPr>
          <a:xfrm>
            <a:off x="6592525" y="0"/>
            <a:ext cx="5609371" cy="6765696"/>
          </a:xfrm>
          <a:prstGeom prst="rect">
            <a:avLst/>
          </a:prstGeom>
        </p:spPr>
      </p:pic>
      <p:sp>
        <p:nvSpPr>
          <p:cNvPr id="63" name="任意多边形: 形状 59"/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4" name="图片 6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793498" y="249943"/>
            <a:ext cx="2025400" cy="566914"/>
          </a:xfrm>
          <a:prstGeom prst="rect">
            <a:avLst/>
          </a:prstGeom>
        </p:spPr>
      </p:pic>
      <p:sp>
        <p:nvSpPr>
          <p:cNvPr id="65" name="矩形 64"/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6" name="组合 65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67" name="组合 66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1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83" name="组合 82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88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9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4" name="组合 83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85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7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8" name="组合 67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69" name="组合 68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79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0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0" name="组合 69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77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8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1" name="组合 70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74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5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6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72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 r="30571" b="46397"/>
          <a:stretch>
            <a:fillRect/>
          </a:stretch>
        </p:blipFill>
        <p:spPr>
          <a:xfrm>
            <a:off x="9019185" y="4400550"/>
            <a:ext cx="3194586" cy="24693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screen"/>
          <a:srcRect t="-74" b="12515"/>
          <a:stretch>
            <a:fillRect/>
          </a:stretch>
        </p:blipFill>
        <p:spPr>
          <a:xfrm>
            <a:off x="0" y="0"/>
            <a:ext cx="12191999" cy="440055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4398806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63500" dir="540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0" y="0"/>
            <a:ext cx="12192001" cy="440055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9701847" y="142154"/>
            <a:ext cx="2242503" cy="62768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screen"/>
          <a:srcRect t="-74" b="12515"/>
          <a:stretch>
            <a:fillRect/>
          </a:stretch>
        </p:blipFill>
        <p:spPr>
          <a:xfrm>
            <a:off x="0" y="0"/>
            <a:ext cx="12191999" cy="4400550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0"/>
            <a:ext cx="12192001" cy="440055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-71956" y="4398806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9701847" y="142154"/>
            <a:ext cx="2242503" cy="627682"/>
          </a:xfrm>
          <a:prstGeom prst="rect">
            <a:avLst/>
          </a:prstGeom>
        </p:spPr>
      </p:pic>
      <p:sp>
        <p:nvSpPr>
          <p:cNvPr id="18" name="矩形: 圆角 162"/>
          <p:cNvSpPr/>
          <p:nvPr userDrawn="1"/>
        </p:nvSpPr>
        <p:spPr>
          <a:xfrm>
            <a:off x="1664486" y="3107981"/>
            <a:ext cx="8945408" cy="3014890"/>
          </a:xfrm>
          <a:prstGeom prst="roundRect">
            <a:avLst>
              <a:gd name="adj" fmla="val 3205"/>
            </a:avLst>
          </a:prstGeom>
          <a:solidFill>
            <a:sysClr val="window" lastClr="FFFFFF">
              <a:alpha val="8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矩形: 圆角 163"/>
          <p:cNvSpPr/>
          <p:nvPr userDrawn="1"/>
        </p:nvSpPr>
        <p:spPr>
          <a:xfrm>
            <a:off x="1463942" y="3222979"/>
            <a:ext cx="9346497" cy="2899892"/>
          </a:xfrm>
          <a:prstGeom prst="roundRect">
            <a:avLst>
              <a:gd name="adj" fmla="val 3205"/>
            </a:avLst>
          </a:prstGeom>
          <a:solidFill>
            <a:sysClr val="window" lastClr="FFFFFF">
              <a:alpha val="94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矩形: 圆角 164"/>
          <p:cNvSpPr/>
          <p:nvPr userDrawn="1"/>
        </p:nvSpPr>
        <p:spPr>
          <a:xfrm>
            <a:off x="1200150" y="3365257"/>
            <a:ext cx="9791700" cy="2757614"/>
          </a:xfrm>
          <a:prstGeom prst="roundRect">
            <a:avLst>
              <a:gd name="adj" fmla="val 3205"/>
            </a:avLst>
          </a:prstGeom>
          <a:gradFill flip="none" rotWithShape="1">
            <a:gsLst>
              <a:gs pos="0">
                <a:sysClr val="window" lastClr="FFFFFF"/>
              </a:gs>
              <a:gs pos="100000">
                <a:srgbClr val="F8F8F8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17500" sx="102000" sy="102000" algn="ctr" rotWithShape="0">
              <a:sysClr val="window" lastClr="FFFFFF">
                <a:lumMod val="75000"/>
                <a:alpha val="40000"/>
              </a:sysClr>
            </a:outerShdw>
          </a:effectLst>
        </p:spPr>
        <p:txBody>
          <a:bodyPr rot="0" spcFirstLastPara="0" vertOverflow="overflow" horzOverflow="overflow" vert="horz" wrap="square" lIns="540000" tIns="72000" rIns="540000" bIns="72000" numCol="1" spcCol="0" rtlCol="0" fromWordArt="0" anchor="ctr" anchorCtr="0" forceAA="0" compatLnSpc="1">
            <a:noAutofit/>
          </a:bodyPr>
          <a:lstStyle/>
          <a:p>
            <a:pPr marL="0" marR="0" lvl="0" indent="45720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6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 l="29063" r="32938"/>
          <a:stretch>
            <a:fillRect/>
          </a:stretch>
        </p:blipFill>
        <p:spPr>
          <a:xfrm>
            <a:off x="0" y="0"/>
            <a:ext cx="3914775" cy="6857999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0" y="1"/>
            <a:ext cx="3914775" cy="6857999"/>
          </a:xfrm>
          <a:prstGeom prst="rect">
            <a:avLst/>
          </a:prstGeom>
          <a:solidFill>
            <a:schemeClr val="accent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0" y="0"/>
            <a:ext cx="3914774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3960456" y="0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 userDrawn="1"/>
        </p:nvGrpSpPr>
        <p:grpSpPr>
          <a:xfrm>
            <a:off x="3961505" y="2797003"/>
            <a:ext cx="122686" cy="1263995"/>
            <a:chOff x="4630742" y="2258287"/>
            <a:chExt cx="122686" cy="1263995"/>
          </a:xfrm>
          <a:solidFill>
            <a:schemeClr val="accent4"/>
          </a:solidFill>
        </p:grpSpPr>
        <p:sp>
          <p:nvSpPr>
            <p:cNvPr id="22" name="等腰三角形 21"/>
            <p:cNvSpPr/>
            <p:nvPr/>
          </p:nvSpPr>
          <p:spPr>
            <a:xfrm rot="5400000">
              <a:off x="4620926" y="2839164"/>
              <a:ext cx="142318" cy="122686"/>
            </a:xfrm>
            <a:prstGeom prst="triangle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4630742" y="2258287"/>
              <a:ext cx="0" cy="1263995"/>
            </a:xfrm>
            <a:prstGeom prst="line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直接连接符 41"/>
          <p:cNvCxnSpPr/>
          <p:nvPr userDrawn="1"/>
        </p:nvCxnSpPr>
        <p:spPr>
          <a:xfrm>
            <a:off x="1053541" y="2793542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 userDrawn="1"/>
        </p:nvSpPr>
        <p:spPr>
          <a:xfrm>
            <a:off x="846867" y="2752385"/>
            <a:ext cx="21971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/>
            <a:r>
              <a:rPr lang="zh-CN" altLang="en-US" sz="5400" spc="600" dirty="0">
                <a:solidFill>
                  <a:schemeClr val="bg1"/>
                </a:solidFill>
                <a:latin typeface="+mn-ea"/>
                <a:ea typeface="+mn-ea"/>
              </a:rPr>
              <a:t>目录</a:t>
            </a:r>
          </a:p>
        </p:txBody>
      </p:sp>
      <p:sp>
        <p:nvSpPr>
          <p:cNvPr id="44" name="矩形 43"/>
          <p:cNvSpPr/>
          <p:nvPr userDrawn="1"/>
        </p:nvSpPr>
        <p:spPr>
          <a:xfrm>
            <a:off x="963806" y="3595872"/>
            <a:ext cx="1906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/>
            <a:r>
              <a:rPr lang="en-US" altLang="zh-CN" sz="2400" dirty="0">
                <a:solidFill>
                  <a:schemeClr val="bg1"/>
                </a:solidFill>
              </a:rPr>
              <a:t>CONTENTS</a:t>
            </a:r>
          </a:p>
        </p:txBody>
      </p:sp>
      <p:cxnSp>
        <p:nvCxnSpPr>
          <p:cNvPr id="45" name="直接连接符 44"/>
          <p:cNvCxnSpPr/>
          <p:nvPr userDrawn="1"/>
        </p:nvCxnSpPr>
        <p:spPr>
          <a:xfrm>
            <a:off x="1053541" y="4060998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64854" y="2218510"/>
            <a:ext cx="1715719" cy="48023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4" cstate="screen"/>
          <a:srcRect r="15912" b="16285"/>
          <a:stretch>
            <a:fillRect/>
          </a:stretch>
        </p:blipFill>
        <p:spPr>
          <a:xfrm>
            <a:off x="7258050" y="1942165"/>
            <a:ext cx="4949784" cy="493364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6-2">
    <p:bg>
      <p:bgPr>
        <a:gradFill>
          <a:gsLst>
            <a:gs pos="25000">
              <a:schemeClr val="accent1">
                <a:alpha val="0"/>
              </a:schemeClr>
            </a:gs>
            <a:gs pos="100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493231"/>
            <a:ext cx="5251028" cy="5254131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6943725" y="0"/>
            <a:ext cx="5248273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/>
          <p:cNvSpPr/>
          <p:nvPr userDrawn="1"/>
        </p:nvSpPr>
        <p:spPr>
          <a:xfrm>
            <a:off x="660400" y="6054314"/>
            <a:ext cx="2014538" cy="1438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510342" y="982400"/>
            <a:ext cx="3551237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spc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第几部分 ▶</a:t>
            </a:r>
          </a:p>
        </p:txBody>
      </p:sp>
      <p:sp>
        <p:nvSpPr>
          <p:cNvPr id="122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510342" y="2742089"/>
            <a:ext cx="7197752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spc="1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请在此处添加你的标题</a:t>
            </a:r>
          </a:p>
        </p:txBody>
      </p:sp>
      <p:sp>
        <p:nvSpPr>
          <p:cNvPr id="123" name="文本占位符 15"/>
          <p:cNvSpPr>
            <a:spLocks noGrp="1"/>
          </p:cNvSpPr>
          <p:nvPr>
            <p:ph type="body" sz="quarter" idx="14" hasCustomPrompt="1"/>
          </p:nvPr>
        </p:nvSpPr>
        <p:spPr>
          <a:xfrm>
            <a:off x="561172" y="3837713"/>
            <a:ext cx="7146922" cy="152291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spc="10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这里可以写一点点文字，介绍此章节主要内容</a:t>
            </a:r>
            <a:endParaRPr lang="en-US" altLang="zh-CN" dirty="0"/>
          </a:p>
          <a:p>
            <a:pPr lvl="0"/>
            <a:r>
              <a:rPr lang="zh-CN" altLang="en-US" dirty="0"/>
              <a:t>国外现状</a:t>
            </a:r>
            <a:endParaRPr lang="en-US" altLang="zh-CN" dirty="0"/>
          </a:p>
          <a:p>
            <a:pPr lvl="0"/>
            <a:r>
              <a:rPr lang="zh-CN" altLang="en-US" dirty="0"/>
              <a:t>国内现状</a:t>
            </a:r>
            <a:endParaRPr lang="en-US" altLang="zh-CN" dirty="0"/>
          </a:p>
          <a:p>
            <a:pPr lvl="0"/>
            <a:r>
              <a:rPr lang="en-US" altLang="zh-CN" dirty="0"/>
              <a:t>…</a:t>
            </a:r>
          </a:p>
          <a:p>
            <a:pPr lvl="0"/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6167300"/>
            <a:ext cx="12192000" cy="6907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grpSp>
        <p:nvGrpSpPr>
          <p:cNvPr id="115" name="组合 114"/>
          <p:cNvGrpSpPr/>
          <p:nvPr userDrawn="1"/>
        </p:nvGrpSpPr>
        <p:grpSpPr>
          <a:xfrm>
            <a:off x="684666" y="6423435"/>
            <a:ext cx="1915659" cy="208321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117" name="组合 116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134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5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36" name="组合 135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141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2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7" name="组合 136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138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9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0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18" name="组合 117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9" name="组合 118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132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3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1" name="组合 120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30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1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4" name="组合 123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27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8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9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25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6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143" name="图片 14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203766" y="6386257"/>
            <a:ext cx="1257421" cy="2764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-74" b="196"/>
          <a:stretch>
            <a:fillRect/>
          </a:stretch>
        </p:blipFill>
        <p:spPr>
          <a:xfrm>
            <a:off x="0" y="-1"/>
            <a:ext cx="12191999" cy="501967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5019674"/>
            <a:ext cx="12192001" cy="18383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5019674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461" y="5009909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2041996" y="3927615"/>
            <a:ext cx="8108006" cy="216458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1532412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-74" b="196"/>
          <a:stretch>
            <a:fillRect/>
          </a:stretch>
        </p:blipFill>
        <p:spPr>
          <a:xfrm>
            <a:off x="0" y="-1"/>
            <a:ext cx="12191999" cy="501967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5019674"/>
            <a:ext cx="12192001" cy="18383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5019674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461" y="5009909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1473992" y="3927615"/>
            <a:ext cx="9244014" cy="216458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1532412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l="1" t="13078" r="-1" b="115"/>
          <a:stretch>
            <a:fillRect/>
          </a:stretch>
        </p:blipFill>
        <p:spPr>
          <a:xfrm>
            <a:off x="0" y="-1"/>
            <a:ext cx="12191999" cy="4362681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4346687"/>
            <a:ext cx="12192001" cy="2511313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4346687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936" y="4346687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1828800" y="2524126"/>
            <a:ext cx="8494006" cy="356807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69" name="图片 68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861200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1087685"/>
            <a:ext cx="5251028" cy="5254131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7423183" y="0"/>
            <a:ext cx="4768815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 userDrawn="1"/>
        </p:nvSpPr>
        <p:spPr>
          <a:xfrm>
            <a:off x="6873734" y="3188524"/>
            <a:ext cx="5318266" cy="1205346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6873734" y="3188522"/>
            <a:ext cx="549449" cy="1205348"/>
          </a:xfrm>
          <a:prstGeom prst="rect">
            <a:avLst/>
          </a:prstGeom>
          <a:solidFill>
            <a:schemeClr val="accent4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5" name="文本框 44"/>
          <p:cNvSpPr txBox="1"/>
          <p:nvPr userDrawn="1"/>
        </p:nvSpPr>
        <p:spPr>
          <a:xfrm>
            <a:off x="-2647787" y="-2281727"/>
            <a:ext cx="6031920" cy="11172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0" dirty="0">
                <a:solidFill>
                  <a:schemeClr val="bg1">
                    <a:alpha val="40000"/>
                  </a:schemeClr>
                </a:solidFill>
              </a:rPr>
              <a:t>0</a:t>
            </a:r>
            <a:endParaRPr lang="zh-CN" altLang="en-US" sz="72000" dirty="0">
              <a:solidFill>
                <a:schemeClr val="bg1">
                  <a:alpha val="40000"/>
                </a:schemeClr>
              </a:solidFill>
            </a:endParaRPr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85140" y="203173"/>
            <a:ext cx="2510452" cy="7026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1087685"/>
            <a:ext cx="5251028" cy="5254131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6870981" y="0"/>
            <a:ext cx="5321017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 userDrawn="1"/>
        </p:nvSpPr>
        <p:spPr>
          <a:xfrm>
            <a:off x="6873734" y="3188524"/>
            <a:ext cx="5318266" cy="1205346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6873734" y="3188522"/>
            <a:ext cx="549449" cy="1205348"/>
          </a:xfrm>
          <a:prstGeom prst="rect">
            <a:avLst/>
          </a:prstGeom>
          <a:solidFill>
            <a:schemeClr val="accent4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85140" y="203173"/>
            <a:ext cx="2510452" cy="702681"/>
          </a:xfrm>
          <a:prstGeom prst="rect">
            <a:avLst/>
          </a:prstGeom>
        </p:spPr>
      </p:pic>
      <p:grpSp>
        <p:nvGrpSpPr>
          <p:cNvPr id="9" name="Group 6"/>
          <p:cNvGrpSpPr/>
          <p:nvPr userDrawn="1"/>
        </p:nvGrpSpPr>
        <p:grpSpPr bwMode="auto">
          <a:xfrm>
            <a:off x="778934" y="687917"/>
            <a:ext cx="3299884" cy="5425016"/>
            <a:chOff x="0" y="0"/>
            <a:chExt cx="2476153" cy="4069266"/>
          </a:xfrm>
          <a:solidFill>
            <a:schemeClr val="bg1">
              <a:alpha val="25000"/>
            </a:schemeClr>
          </a:solidFill>
        </p:grpSpPr>
        <p:sp>
          <p:nvSpPr>
            <p:cNvPr id="10" name="矩形 3"/>
            <p:cNvSpPr>
              <a:spLocks noChangeArrowheads="1"/>
            </p:cNvSpPr>
            <p:nvPr/>
          </p:nvSpPr>
          <p:spPr bwMode="auto">
            <a:xfrm>
              <a:off x="0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" name="矩形 4"/>
            <p:cNvSpPr>
              <a:spLocks noChangeArrowheads="1"/>
            </p:cNvSpPr>
            <p:nvPr/>
          </p:nvSpPr>
          <p:spPr bwMode="auto">
            <a:xfrm>
              <a:off x="437624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4" name="矩形 5"/>
            <p:cNvSpPr>
              <a:spLocks noChangeArrowheads="1"/>
            </p:cNvSpPr>
            <p:nvPr/>
          </p:nvSpPr>
          <p:spPr bwMode="auto">
            <a:xfrm>
              <a:off x="875248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5" name="矩形 6"/>
            <p:cNvSpPr>
              <a:spLocks noChangeArrowheads="1"/>
            </p:cNvSpPr>
            <p:nvPr/>
          </p:nvSpPr>
          <p:spPr bwMode="auto">
            <a:xfrm>
              <a:off x="1312872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" name="矩形 7"/>
            <p:cNvSpPr>
              <a:spLocks noChangeArrowheads="1"/>
            </p:cNvSpPr>
            <p:nvPr/>
          </p:nvSpPr>
          <p:spPr bwMode="auto">
            <a:xfrm>
              <a:off x="1750496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7" name="矩形 8"/>
            <p:cNvSpPr>
              <a:spLocks noChangeArrowheads="1"/>
            </p:cNvSpPr>
            <p:nvPr/>
          </p:nvSpPr>
          <p:spPr bwMode="auto">
            <a:xfrm>
              <a:off x="2188121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矩形 59"/>
            <p:cNvSpPr>
              <a:spLocks noChangeArrowheads="1"/>
            </p:cNvSpPr>
            <p:nvPr/>
          </p:nvSpPr>
          <p:spPr bwMode="auto">
            <a:xfrm>
              <a:off x="0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9" name="矩形 60"/>
            <p:cNvSpPr>
              <a:spLocks noChangeArrowheads="1"/>
            </p:cNvSpPr>
            <p:nvPr/>
          </p:nvSpPr>
          <p:spPr bwMode="auto">
            <a:xfrm>
              <a:off x="437624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" name="矩形 61"/>
            <p:cNvSpPr>
              <a:spLocks noChangeArrowheads="1"/>
            </p:cNvSpPr>
            <p:nvPr/>
          </p:nvSpPr>
          <p:spPr bwMode="auto">
            <a:xfrm>
              <a:off x="875248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1" name="矩形 62"/>
            <p:cNvSpPr>
              <a:spLocks noChangeArrowheads="1"/>
            </p:cNvSpPr>
            <p:nvPr/>
          </p:nvSpPr>
          <p:spPr bwMode="auto">
            <a:xfrm>
              <a:off x="1312872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矩形 63"/>
            <p:cNvSpPr>
              <a:spLocks noChangeArrowheads="1"/>
            </p:cNvSpPr>
            <p:nvPr/>
          </p:nvSpPr>
          <p:spPr bwMode="auto">
            <a:xfrm>
              <a:off x="1750496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矩形 64"/>
            <p:cNvSpPr>
              <a:spLocks noChangeArrowheads="1"/>
            </p:cNvSpPr>
            <p:nvPr/>
          </p:nvSpPr>
          <p:spPr bwMode="auto">
            <a:xfrm>
              <a:off x="2188121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矩形 66"/>
            <p:cNvSpPr>
              <a:spLocks noChangeArrowheads="1"/>
            </p:cNvSpPr>
            <p:nvPr/>
          </p:nvSpPr>
          <p:spPr bwMode="auto">
            <a:xfrm>
              <a:off x="0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矩形 67"/>
            <p:cNvSpPr>
              <a:spLocks noChangeArrowheads="1"/>
            </p:cNvSpPr>
            <p:nvPr/>
          </p:nvSpPr>
          <p:spPr bwMode="auto">
            <a:xfrm>
              <a:off x="437624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矩形 68"/>
            <p:cNvSpPr>
              <a:spLocks noChangeArrowheads="1"/>
            </p:cNvSpPr>
            <p:nvPr/>
          </p:nvSpPr>
          <p:spPr bwMode="auto">
            <a:xfrm>
              <a:off x="875248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矩形 69"/>
            <p:cNvSpPr>
              <a:spLocks noChangeArrowheads="1"/>
            </p:cNvSpPr>
            <p:nvPr/>
          </p:nvSpPr>
          <p:spPr bwMode="auto">
            <a:xfrm>
              <a:off x="1312872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矩形 70"/>
            <p:cNvSpPr>
              <a:spLocks noChangeArrowheads="1"/>
            </p:cNvSpPr>
            <p:nvPr/>
          </p:nvSpPr>
          <p:spPr bwMode="auto">
            <a:xfrm>
              <a:off x="1750496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矩形 71"/>
            <p:cNvSpPr>
              <a:spLocks noChangeArrowheads="1"/>
            </p:cNvSpPr>
            <p:nvPr/>
          </p:nvSpPr>
          <p:spPr bwMode="auto">
            <a:xfrm>
              <a:off x="2188121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矩形 73"/>
            <p:cNvSpPr>
              <a:spLocks noChangeArrowheads="1"/>
            </p:cNvSpPr>
            <p:nvPr/>
          </p:nvSpPr>
          <p:spPr bwMode="auto">
            <a:xfrm>
              <a:off x="0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矩形 74"/>
            <p:cNvSpPr>
              <a:spLocks noChangeArrowheads="1"/>
            </p:cNvSpPr>
            <p:nvPr/>
          </p:nvSpPr>
          <p:spPr bwMode="auto">
            <a:xfrm>
              <a:off x="437624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矩形 75"/>
            <p:cNvSpPr>
              <a:spLocks noChangeArrowheads="1"/>
            </p:cNvSpPr>
            <p:nvPr/>
          </p:nvSpPr>
          <p:spPr bwMode="auto">
            <a:xfrm>
              <a:off x="875248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矩形 76"/>
            <p:cNvSpPr>
              <a:spLocks noChangeArrowheads="1"/>
            </p:cNvSpPr>
            <p:nvPr/>
          </p:nvSpPr>
          <p:spPr bwMode="auto">
            <a:xfrm>
              <a:off x="1312872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矩形 77"/>
            <p:cNvSpPr>
              <a:spLocks noChangeArrowheads="1"/>
            </p:cNvSpPr>
            <p:nvPr/>
          </p:nvSpPr>
          <p:spPr bwMode="auto">
            <a:xfrm>
              <a:off x="1750496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矩形 78"/>
            <p:cNvSpPr>
              <a:spLocks noChangeArrowheads="1"/>
            </p:cNvSpPr>
            <p:nvPr/>
          </p:nvSpPr>
          <p:spPr bwMode="auto">
            <a:xfrm>
              <a:off x="2188121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矩形 80"/>
            <p:cNvSpPr>
              <a:spLocks noChangeArrowheads="1"/>
            </p:cNvSpPr>
            <p:nvPr/>
          </p:nvSpPr>
          <p:spPr bwMode="auto">
            <a:xfrm>
              <a:off x="0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矩形 81"/>
            <p:cNvSpPr>
              <a:spLocks noChangeArrowheads="1"/>
            </p:cNvSpPr>
            <p:nvPr/>
          </p:nvSpPr>
          <p:spPr bwMode="auto">
            <a:xfrm>
              <a:off x="437624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矩形 82"/>
            <p:cNvSpPr>
              <a:spLocks noChangeArrowheads="1"/>
            </p:cNvSpPr>
            <p:nvPr/>
          </p:nvSpPr>
          <p:spPr bwMode="auto">
            <a:xfrm>
              <a:off x="875248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矩形 83"/>
            <p:cNvSpPr>
              <a:spLocks noChangeArrowheads="1"/>
            </p:cNvSpPr>
            <p:nvPr/>
          </p:nvSpPr>
          <p:spPr bwMode="auto">
            <a:xfrm>
              <a:off x="1312872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矩形 84"/>
            <p:cNvSpPr>
              <a:spLocks noChangeArrowheads="1"/>
            </p:cNvSpPr>
            <p:nvPr/>
          </p:nvSpPr>
          <p:spPr bwMode="auto">
            <a:xfrm>
              <a:off x="1750496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矩形 85"/>
            <p:cNvSpPr>
              <a:spLocks noChangeArrowheads="1"/>
            </p:cNvSpPr>
            <p:nvPr/>
          </p:nvSpPr>
          <p:spPr bwMode="auto">
            <a:xfrm>
              <a:off x="2188121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矩形 87"/>
            <p:cNvSpPr>
              <a:spLocks noChangeArrowheads="1"/>
            </p:cNvSpPr>
            <p:nvPr/>
          </p:nvSpPr>
          <p:spPr bwMode="auto">
            <a:xfrm>
              <a:off x="0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7" name="矩形 88"/>
            <p:cNvSpPr>
              <a:spLocks noChangeArrowheads="1"/>
            </p:cNvSpPr>
            <p:nvPr/>
          </p:nvSpPr>
          <p:spPr bwMode="auto">
            <a:xfrm>
              <a:off x="437624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8" name="矩形 89"/>
            <p:cNvSpPr>
              <a:spLocks noChangeArrowheads="1"/>
            </p:cNvSpPr>
            <p:nvPr/>
          </p:nvSpPr>
          <p:spPr bwMode="auto">
            <a:xfrm>
              <a:off x="875248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9" name="矩形 90"/>
            <p:cNvSpPr>
              <a:spLocks noChangeArrowheads="1"/>
            </p:cNvSpPr>
            <p:nvPr/>
          </p:nvSpPr>
          <p:spPr bwMode="auto">
            <a:xfrm>
              <a:off x="1312872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0" name="矩形 91"/>
            <p:cNvSpPr>
              <a:spLocks noChangeArrowheads="1"/>
            </p:cNvSpPr>
            <p:nvPr/>
          </p:nvSpPr>
          <p:spPr bwMode="auto">
            <a:xfrm>
              <a:off x="1750496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1" name="矩形 92"/>
            <p:cNvSpPr>
              <a:spLocks noChangeArrowheads="1"/>
            </p:cNvSpPr>
            <p:nvPr/>
          </p:nvSpPr>
          <p:spPr bwMode="auto">
            <a:xfrm>
              <a:off x="2188121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2" name="矩形 94"/>
            <p:cNvSpPr>
              <a:spLocks noChangeArrowheads="1"/>
            </p:cNvSpPr>
            <p:nvPr/>
          </p:nvSpPr>
          <p:spPr bwMode="auto">
            <a:xfrm>
              <a:off x="0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3" name="矩形 95"/>
            <p:cNvSpPr>
              <a:spLocks noChangeArrowheads="1"/>
            </p:cNvSpPr>
            <p:nvPr/>
          </p:nvSpPr>
          <p:spPr bwMode="auto">
            <a:xfrm>
              <a:off x="437624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4" name="矩形 96"/>
            <p:cNvSpPr>
              <a:spLocks noChangeArrowheads="1"/>
            </p:cNvSpPr>
            <p:nvPr/>
          </p:nvSpPr>
          <p:spPr bwMode="auto">
            <a:xfrm>
              <a:off x="875248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5" name="矩形 97"/>
            <p:cNvSpPr>
              <a:spLocks noChangeArrowheads="1"/>
            </p:cNvSpPr>
            <p:nvPr/>
          </p:nvSpPr>
          <p:spPr bwMode="auto">
            <a:xfrm>
              <a:off x="1312872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6" name="矩形 98"/>
            <p:cNvSpPr>
              <a:spLocks noChangeArrowheads="1"/>
            </p:cNvSpPr>
            <p:nvPr/>
          </p:nvSpPr>
          <p:spPr bwMode="auto">
            <a:xfrm>
              <a:off x="1750496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7" name="矩形 99"/>
            <p:cNvSpPr>
              <a:spLocks noChangeArrowheads="1"/>
            </p:cNvSpPr>
            <p:nvPr/>
          </p:nvSpPr>
          <p:spPr bwMode="auto">
            <a:xfrm>
              <a:off x="2188121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8" name="矩形 101"/>
            <p:cNvSpPr>
              <a:spLocks noChangeArrowheads="1"/>
            </p:cNvSpPr>
            <p:nvPr/>
          </p:nvSpPr>
          <p:spPr bwMode="auto">
            <a:xfrm>
              <a:off x="0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9" name="矩形 102"/>
            <p:cNvSpPr>
              <a:spLocks noChangeArrowheads="1"/>
            </p:cNvSpPr>
            <p:nvPr/>
          </p:nvSpPr>
          <p:spPr bwMode="auto">
            <a:xfrm>
              <a:off x="437624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0" name="矩形 103"/>
            <p:cNvSpPr>
              <a:spLocks noChangeArrowheads="1"/>
            </p:cNvSpPr>
            <p:nvPr/>
          </p:nvSpPr>
          <p:spPr bwMode="auto">
            <a:xfrm>
              <a:off x="875248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1" name="矩形 104"/>
            <p:cNvSpPr>
              <a:spLocks noChangeArrowheads="1"/>
            </p:cNvSpPr>
            <p:nvPr/>
          </p:nvSpPr>
          <p:spPr bwMode="auto">
            <a:xfrm>
              <a:off x="1312872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2" name="矩形 105"/>
            <p:cNvSpPr>
              <a:spLocks noChangeArrowheads="1"/>
            </p:cNvSpPr>
            <p:nvPr/>
          </p:nvSpPr>
          <p:spPr bwMode="auto">
            <a:xfrm>
              <a:off x="1750496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3" name="矩形 106"/>
            <p:cNvSpPr>
              <a:spLocks noChangeArrowheads="1"/>
            </p:cNvSpPr>
            <p:nvPr/>
          </p:nvSpPr>
          <p:spPr bwMode="auto">
            <a:xfrm>
              <a:off x="2188121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4" name="矩形 108"/>
            <p:cNvSpPr>
              <a:spLocks noChangeArrowheads="1"/>
            </p:cNvSpPr>
            <p:nvPr/>
          </p:nvSpPr>
          <p:spPr bwMode="auto">
            <a:xfrm>
              <a:off x="0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5" name="矩形 109"/>
            <p:cNvSpPr>
              <a:spLocks noChangeArrowheads="1"/>
            </p:cNvSpPr>
            <p:nvPr/>
          </p:nvSpPr>
          <p:spPr bwMode="auto">
            <a:xfrm>
              <a:off x="437624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6" name="矩形 110"/>
            <p:cNvSpPr>
              <a:spLocks noChangeArrowheads="1"/>
            </p:cNvSpPr>
            <p:nvPr/>
          </p:nvSpPr>
          <p:spPr bwMode="auto">
            <a:xfrm>
              <a:off x="875248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7" name="矩形 111"/>
            <p:cNvSpPr>
              <a:spLocks noChangeArrowheads="1"/>
            </p:cNvSpPr>
            <p:nvPr/>
          </p:nvSpPr>
          <p:spPr bwMode="auto">
            <a:xfrm>
              <a:off x="1312872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8" name="矩形 112"/>
            <p:cNvSpPr>
              <a:spLocks noChangeArrowheads="1"/>
            </p:cNvSpPr>
            <p:nvPr/>
          </p:nvSpPr>
          <p:spPr bwMode="auto">
            <a:xfrm>
              <a:off x="1750496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9" name="矩形 113"/>
            <p:cNvSpPr>
              <a:spLocks noChangeArrowheads="1"/>
            </p:cNvSpPr>
            <p:nvPr/>
          </p:nvSpPr>
          <p:spPr bwMode="auto">
            <a:xfrm>
              <a:off x="2188121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0" name="矩形 115"/>
            <p:cNvSpPr>
              <a:spLocks noChangeArrowheads="1"/>
            </p:cNvSpPr>
            <p:nvPr/>
          </p:nvSpPr>
          <p:spPr bwMode="auto">
            <a:xfrm>
              <a:off x="0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" name="矩形 116"/>
            <p:cNvSpPr>
              <a:spLocks noChangeArrowheads="1"/>
            </p:cNvSpPr>
            <p:nvPr/>
          </p:nvSpPr>
          <p:spPr bwMode="auto">
            <a:xfrm>
              <a:off x="437624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2" name="矩形 117"/>
            <p:cNvSpPr>
              <a:spLocks noChangeArrowheads="1"/>
            </p:cNvSpPr>
            <p:nvPr/>
          </p:nvSpPr>
          <p:spPr bwMode="auto">
            <a:xfrm>
              <a:off x="875248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3" name="矩形 118"/>
            <p:cNvSpPr>
              <a:spLocks noChangeArrowheads="1"/>
            </p:cNvSpPr>
            <p:nvPr/>
          </p:nvSpPr>
          <p:spPr bwMode="auto">
            <a:xfrm>
              <a:off x="1312872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4" name="矩形 119"/>
            <p:cNvSpPr>
              <a:spLocks noChangeArrowheads="1"/>
            </p:cNvSpPr>
            <p:nvPr/>
          </p:nvSpPr>
          <p:spPr bwMode="auto">
            <a:xfrm>
              <a:off x="1750496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5" name="矩形 120"/>
            <p:cNvSpPr>
              <a:spLocks noChangeArrowheads="1"/>
            </p:cNvSpPr>
            <p:nvPr/>
          </p:nvSpPr>
          <p:spPr bwMode="auto">
            <a:xfrm>
              <a:off x="2188121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56" name="组合 55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33" name="组合 3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4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9" name="组合 4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5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5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4" name="组合 3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35" name="组合 3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4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4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4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11155416" y="6133167"/>
            <a:ext cx="0" cy="75617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17309" y="362097"/>
            <a:ext cx="8643848" cy="5909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36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cxnSp>
        <p:nvCxnSpPr>
          <p:cNvPr id="87" name="直接连接符 86"/>
          <p:cNvCxnSpPr/>
          <p:nvPr userDrawn="1"/>
        </p:nvCxnSpPr>
        <p:spPr>
          <a:xfrm>
            <a:off x="442913" y="957831"/>
            <a:ext cx="11306175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77585" y="334397"/>
            <a:ext cx="1871503" cy="561768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447254" y="957831"/>
            <a:ext cx="7808986" cy="94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11792769" y="56260"/>
            <a:ext cx="36322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>
              <a:defRPr/>
            </a:pPr>
            <a:fld id="{ED856349-79DF-4269-BEE4-3014BAD1A95F}" type="slidenum">
              <a:rPr lang="en-US" altLang="zh-CN" sz="1400" b="1" smtClean="0">
                <a:solidFill>
                  <a:srgbClr val="404040"/>
                </a:solidFill>
              </a:rPr>
              <a:t>‹#›</a:t>
            </a:fld>
            <a:endParaRPr lang="zh-CN" altLang="en-US" sz="1400" b="1" dirty="0">
              <a:solidFill>
                <a:srgbClr val="40404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矩形 87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/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平行四边形 3"/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72" name="组合 71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73" name="组合 7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89" name="组合 8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9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9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4" name="组合 7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75" name="组合 7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8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6" name="组合 7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8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7" name="组合 7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8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7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96" name="直接连接符 95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949325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/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366474" y="863157"/>
            <a:ext cx="1050223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368806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0185149" y="863157"/>
            <a:ext cx="168356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49863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56" name="组合 55"/>
          <p:cNvGrpSpPr/>
          <p:nvPr userDrawn="1"/>
        </p:nvGrpSpPr>
        <p:grpSpPr>
          <a:xfrm>
            <a:off x="5227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33" name="组合 3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4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9" name="组合 4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5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5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4" name="组合 3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35" name="组合 3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4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4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4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57" name="图片 56"/>
          <p:cNvPicPr>
            <a:picLocks noChangeAspect="1"/>
          </p:cNvPicPr>
          <p:nvPr userDrawn="1"/>
        </p:nvPicPr>
        <p:blipFill rotWithShape="1">
          <a:blip r:embed="rId2" cstate="screen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  <p:cxnSp>
        <p:nvCxnSpPr>
          <p:cNvPr id="87" name="直接连接符 86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-511603" y="253621"/>
            <a:ext cx="1221064" cy="438825"/>
            <a:chOff x="-529708" y="381991"/>
            <a:chExt cx="1221064" cy="438825"/>
          </a:xfrm>
        </p:grpSpPr>
        <p:sp>
          <p:nvSpPr>
            <p:cNvPr id="58" name="梯形 57"/>
            <p:cNvSpPr/>
            <p:nvPr userDrawn="1"/>
          </p:nvSpPr>
          <p:spPr>
            <a:xfrm rot="16200000">
              <a:off x="-107121" y="-40596"/>
              <a:ext cx="375890" cy="1221064"/>
            </a:xfrm>
            <a:prstGeom prst="trapezoid">
              <a:avLst>
                <a:gd name="adj" fmla="val 723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梯形 58"/>
            <p:cNvSpPr/>
            <p:nvPr userDrawn="1"/>
          </p:nvSpPr>
          <p:spPr>
            <a:xfrm rot="16200000">
              <a:off x="-79397" y="146495"/>
              <a:ext cx="267255" cy="1058332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梯形 59"/>
            <p:cNvSpPr/>
            <p:nvPr userDrawn="1"/>
          </p:nvSpPr>
          <p:spPr>
            <a:xfrm rot="16200000">
              <a:off x="-95133" y="158023"/>
              <a:ext cx="267255" cy="1058332"/>
            </a:xfrm>
            <a:prstGeom prst="trapezoid">
              <a:avLst>
                <a:gd name="adj" fmla="val 7230"/>
              </a:avLst>
            </a:prstGeom>
            <a:gradFill flip="none" rotWithShape="1">
              <a:gsLst>
                <a:gs pos="100000">
                  <a:schemeClr val="accent4"/>
                </a:gs>
                <a:gs pos="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 6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 userDrawn="1"/>
        </p:nvPicPr>
        <p:blipFill rotWithShape="1">
          <a:blip r:embed="rId2" cstate="screen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9" name="组合 8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3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0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27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" name="组合 10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1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9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6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4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9402184" y="-82800"/>
            <a:ext cx="2346903" cy="90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9402184" y="0"/>
            <a:ext cx="2346904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 userDrawn="1"/>
        </p:nvSpPr>
        <p:spPr>
          <a:xfrm>
            <a:off x="658714" y="482300"/>
            <a:ext cx="748201" cy="484094"/>
          </a:xfrm>
          <a:prstGeom prst="parallelogram">
            <a:avLst>
              <a:gd name="adj" fmla="val 71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 userDrawn="1"/>
        </p:nvSpPr>
        <p:spPr>
          <a:xfrm>
            <a:off x="442912" y="-82800"/>
            <a:ext cx="11306175" cy="84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1855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9" name="组合 8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3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0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27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" name="组合 10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1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9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6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4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  <p:sp>
        <p:nvSpPr>
          <p:cNvPr id="43" name="矩形 42"/>
          <p:cNvSpPr/>
          <p:nvPr userDrawn="1"/>
        </p:nvSpPr>
        <p:spPr>
          <a:xfrm>
            <a:off x="648385" y="0"/>
            <a:ext cx="413819" cy="966395"/>
          </a:xfrm>
          <a:prstGeom prst="rect">
            <a:avLst/>
          </a:prstGeom>
          <a:ln>
            <a:noFill/>
          </a:ln>
          <a:effectLst>
            <a:outerShdw blurRad="127000" dist="25400" dir="5400000" sx="102000" sy="102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385300" y="-82550"/>
            <a:ext cx="2363787" cy="845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385300" y="0"/>
            <a:ext cx="2363788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318632" y="0"/>
            <a:ext cx="11550080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标题 11"/>
          <p:cNvSpPr>
            <a:spLocks noGrp="1"/>
          </p:cNvSpPr>
          <p:nvPr>
            <p:ph type="title"/>
          </p:nvPr>
        </p:nvSpPr>
        <p:spPr>
          <a:xfrm>
            <a:off x="541539" y="247495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14" name="组合 13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8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0" name="组合 29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5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" name="组合 30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2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3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4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5" name="组合 14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6" name="组合 15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6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" name="组合 16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4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1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9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1144922" y="6188075"/>
            <a:ext cx="72379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488246" y="0"/>
            <a:ext cx="2380466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ïşlíḓè"/>
          <p:cNvSpPr/>
          <p:nvPr userDrawn="1"/>
        </p:nvSpPr>
        <p:spPr>
          <a:xfrm>
            <a:off x="-3560" y="2387600"/>
            <a:ext cx="9581785" cy="44704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1" name="iśļïḓê"/>
          <p:cNvSpPr/>
          <p:nvPr userDrawn="1"/>
        </p:nvSpPr>
        <p:spPr bwMode="auto">
          <a:xfrm flipH="1">
            <a:off x="-1" y="-4989"/>
            <a:ext cx="9581785" cy="6865116"/>
          </a:xfrm>
          <a:custGeom>
            <a:avLst/>
            <a:gdLst>
              <a:gd name="connsiteX0" fmla="*/ 9581785 w 9581785"/>
              <a:gd name="connsiteY0" fmla="*/ 0 h 6865116"/>
              <a:gd name="connsiteX1" fmla="*/ 6463 w 9581785"/>
              <a:gd name="connsiteY1" fmla="*/ 0 h 6865116"/>
              <a:gd name="connsiteX2" fmla="*/ 0 w 9581785"/>
              <a:gd name="connsiteY2" fmla="*/ 6865116 h 6865116"/>
              <a:gd name="connsiteX3" fmla="*/ 9435691 w 9581785"/>
              <a:gd name="connsiteY3" fmla="*/ 3424381 h 6865116"/>
              <a:gd name="connsiteX4" fmla="*/ 9581785 w 9581785"/>
              <a:gd name="connsiteY4" fmla="*/ 3311401 h 6865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81785" h="6865116">
                <a:moveTo>
                  <a:pt x="9581785" y="0"/>
                </a:moveTo>
                <a:lnTo>
                  <a:pt x="6463" y="0"/>
                </a:lnTo>
                <a:lnTo>
                  <a:pt x="0" y="6865116"/>
                </a:lnTo>
                <a:cubicBezTo>
                  <a:pt x="5057128" y="5756514"/>
                  <a:pt x="7899338" y="4547950"/>
                  <a:pt x="9435691" y="3424381"/>
                </a:cubicBezTo>
                <a:lnTo>
                  <a:pt x="9581785" y="33114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34" name="ïSļîḑè"/>
          <p:cNvSpPr/>
          <p:nvPr userDrawn="1"/>
        </p:nvSpPr>
        <p:spPr bwMode="auto">
          <a:xfrm flipH="1">
            <a:off x="3558" y="44794"/>
            <a:ext cx="9578226" cy="6590321"/>
          </a:xfrm>
          <a:custGeom>
            <a:avLst/>
            <a:gdLst>
              <a:gd name="connsiteX0" fmla="*/ 9578226 w 9578226"/>
              <a:gd name="connsiteY0" fmla="*/ 0 h 6590321"/>
              <a:gd name="connsiteX1" fmla="*/ 6205 w 9578226"/>
              <a:gd name="connsiteY1" fmla="*/ 0 h 6590321"/>
              <a:gd name="connsiteX2" fmla="*/ 0 w 9578226"/>
              <a:gd name="connsiteY2" fmla="*/ 6590321 h 6590321"/>
              <a:gd name="connsiteX3" fmla="*/ 9493338 w 9578226"/>
              <a:gd name="connsiteY3" fmla="*/ 2984432 h 6590321"/>
              <a:gd name="connsiteX4" fmla="*/ 9578226 w 9578226"/>
              <a:gd name="connsiteY4" fmla="*/ 2908618 h 6590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8226" h="6590321">
                <a:moveTo>
                  <a:pt x="9578226" y="0"/>
                </a:moveTo>
                <a:lnTo>
                  <a:pt x="6205" y="0"/>
                </a:lnTo>
                <a:lnTo>
                  <a:pt x="0" y="6590321"/>
                </a:lnTo>
                <a:cubicBezTo>
                  <a:pt x="5310859" y="5426098"/>
                  <a:pt x="8101833" y="4148147"/>
                  <a:pt x="9493338" y="2984432"/>
                </a:cubicBezTo>
                <a:lnTo>
                  <a:pt x="9578226" y="2908618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8000">
                <a:schemeClr val="bg1"/>
              </a:gs>
            </a:gsLst>
            <a:lin ang="108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27" name="iṣľiḋé"/>
          <p:cNvSpPr/>
          <p:nvPr userDrawn="1"/>
        </p:nvSpPr>
        <p:spPr bwMode="auto">
          <a:xfrm flipH="1">
            <a:off x="-13714" y="-4989"/>
            <a:ext cx="9621936" cy="6367328"/>
          </a:xfrm>
          <a:custGeom>
            <a:avLst/>
            <a:gdLst>
              <a:gd name="connsiteX0" fmla="*/ 9580005 w 9580005"/>
              <a:gd name="connsiteY0" fmla="*/ 0 h 6339580"/>
              <a:gd name="connsiteX1" fmla="*/ 5969 w 9580005"/>
              <a:gd name="connsiteY1" fmla="*/ 0 h 6339580"/>
              <a:gd name="connsiteX2" fmla="*/ 0 w 9580005"/>
              <a:gd name="connsiteY2" fmla="*/ 6339580 h 6339580"/>
              <a:gd name="connsiteX3" fmla="*/ 9549201 w 9580005"/>
              <a:gd name="connsiteY3" fmla="*/ 2491289 h 6339580"/>
              <a:gd name="connsiteX4" fmla="*/ 9580005 w 9580005"/>
              <a:gd name="connsiteY4" fmla="*/ 2457799 h 6339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80005" h="6339580">
                <a:moveTo>
                  <a:pt x="9580005" y="0"/>
                </a:moveTo>
                <a:lnTo>
                  <a:pt x="5969" y="0"/>
                </a:lnTo>
                <a:lnTo>
                  <a:pt x="0" y="6339580"/>
                </a:lnTo>
                <a:cubicBezTo>
                  <a:pt x="5692847" y="5091619"/>
                  <a:pt x="8380317" y="3708020"/>
                  <a:pt x="9549201" y="2491289"/>
                </a:cubicBezTo>
                <a:lnTo>
                  <a:pt x="9580005" y="245779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3" name="标题 12"/>
          <p:cNvSpPr>
            <a:spLocks noGrp="1"/>
          </p:cNvSpPr>
          <p:nvPr userDrawn="1">
            <p:ph type="ctrTitle" hasCustomPrompt="1"/>
          </p:nvPr>
        </p:nvSpPr>
        <p:spPr>
          <a:xfrm>
            <a:off x="669925" y="1822450"/>
            <a:ext cx="10850564" cy="160655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669925" y="4017660"/>
            <a:ext cx="10850564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1" hasCustomPrompt="1"/>
          </p:nvPr>
        </p:nvSpPr>
        <p:spPr>
          <a:xfrm>
            <a:off x="669925" y="4329937"/>
            <a:ext cx="10850564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62403" y="502903"/>
            <a:ext cx="2658086" cy="71329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9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68.xml"/><Relationship Id="rId19" Type="http://schemas.openxmlformats.org/officeDocument/2006/relationships/slideLayout" Target="../slideLayouts/slideLayout69.xml"/><Relationship Id="rId20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71.xml"/><Relationship Id="rId22" Type="http://schemas.openxmlformats.org/officeDocument/2006/relationships/slideLayout" Target="../slideLayouts/slideLayout72.xml"/><Relationship Id="rId23" Type="http://schemas.openxmlformats.org/officeDocument/2006/relationships/slideLayout" Target="../slideLayouts/slideLayout73.xml"/><Relationship Id="rId24" Type="http://schemas.openxmlformats.org/officeDocument/2006/relationships/slideLayout" Target="../slideLayouts/slideLayout74.xml"/><Relationship Id="rId25" Type="http://schemas.openxmlformats.org/officeDocument/2006/relationships/slideLayout" Target="../slideLayouts/slideLayout75.xml"/><Relationship Id="rId26" Type="http://schemas.openxmlformats.org/officeDocument/2006/relationships/slideLayout" Target="../slideLayouts/slideLayout76.xml"/><Relationship Id="rId27" Type="http://schemas.openxmlformats.org/officeDocument/2006/relationships/slideLayout" Target="../slideLayouts/slideLayout77.xml"/><Relationship Id="rId28" Type="http://schemas.openxmlformats.org/officeDocument/2006/relationships/slideLayout" Target="../slideLayouts/slideLayout78.xml"/><Relationship Id="rId29" Type="http://schemas.openxmlformats.org/officeDocument/2006/relationships/slideLayout" Target="../slideLayouts/slideLayout79.xml"/><Relationship Id="rId30" Type="http://schemas.openxmlformats.org/officeDocument/2006/relationships/slideLayout" Target="../slideLayouts/slideLayout80.xml"/><Relationship Id="rId31" Type="http://schemas.openxmlformats.org/officeDocument/2006/relationships/slideLayout" Target="../slideLayouts/slideLayout81.xml"/><Relationship Id="rId32" Type="http://schemas.openxmlformats.org/officeDocument/2006/relationships/slideLayout" Target="../slideLayouts/slideLayout82.xml"/><Relationship Id="rId33" Type="http://schemas.openxmlformats.org/officeDocument/2006/relationships/slideLayout" Target="../slideLayouts/slideLayout83.xml"/><Relationship Id="rId34" Type="http://schemas.openxmlformats.org/officeDocument/2006/relationships/slideLayout" Target="../slideLayouts/slideLayout84.xml"/><Relationship Id="rId35" Type="http://schemas.openxmlformats.org/officeDocument/2006/relationships/slideLayout" Target="../slideLayouts/slideLayout85.xml"/><Relationship Id="rId36" Type="http://schemas.openxmlformats.org/officeDocument/2006/relationships/slideLayout" Target="../slideLayouts/slideLayout86.xml"/><Relationship Id="rId37" Type="http://schemas.openxmlformats.org/officeDocument/2006/relationships/slideLayout" Target="../slideLayouts/slideLayout87.xml"/><Relationship Id="rId38" Type="http://schemas.openxmlformats.org/officeDocument/2006/relationships/slideLayout" Target="../slideLayouts/slideLayout88.xml"/><Relationship Id="rId39" Type="http://schemas.openxmlformats.org/officeDocument/2006/relationships/slideLayout" Target="../slideLayouts/slideLayout89.xml"/><Relationship Id="rId40" Type="http://schemas.openxmlformats.org/officeDocument/2006/relationships/slideLayout" Target="../slideLayouts/slideLayout90.xml"/><Relationship Id="rId41" Type="http://schemas.openxmlformats.org/officeDocument/2006/relationships/slideLayout" Target="../slideLayouts/slideLayout91.xml"/><Relationship Id="rId42" Type="http://schemas.openxmlformats.org/officeDocument/2006/relationships/slideLayout" Target="../slideLayouts/slideLayout92.xml"/><Relationship Id="rId43" Type="http://schemas.openxmlformats.org/officeDocument/2006/relationships/slideLayout" Target="../slideLayouts/slideLayout93.xml"/><Relationship Id="rId44" Type="http://schemas.openxmlformats.org/officeDocument/2006/relationships/slideLayout" Target="../slideLayouts/slideLayout94.xml"/><Relationship Id="rId45" Type="http://schemas.openxmlformats.org/officeDocument/2006/relationships/slideLayout" Target="../slideLayouts/slideLayout95.xml"/><Relationship Id="rId46" Type="http://schemas.openxmlformats.org/officeDocument/2006/relationships/slideLayout" Target="../slideLayouts/slideLayout96.xml"/><Relationship Id="rId47" Type="http://schemas.openxmlformats.org/officeDocument/2006/relationships/slideLayout" Target="../slideLayouts/slideLayout97.xml"/><Relationship Id="rId48" Type="http://schemas.openxmlformats.org/officeDocument/2006/relationships/slideLayout" Target="../slideLayouts/slideLayout98.xml"/><Relationship Id="rId4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0B3BC9-7090-482A-AB63-1945A9C9F1E4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</p:sldLayoutIdLst>
  <p:transition spd="med">
    <p:fade/>
  </p:transition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0B3BC9-7090-482A-AB63-1945A9C9F1E4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  <p:sldLayoutId id="2147483717" r:id="rId18"/>
    <p:sldLayoutId id="2147483718" r:id="rId19"/>
    <p:sldLayoutId id="2147483719" r:id="rId20"/>
    <p:sldLayoutId id="2147483720" r:id="rId21"/>
    <p:sldLayoutId id="2147483721" r:id="rId22"/>
    <p:sldLayoutId id="2147483722" r:id="rId23"/>
    <p:sldLayoutId id="2147483723" r:id="rId24"/>
    <p:sldLayoutId id="2147483724" r:id="rId25"/>
    <p:sldLayoutId id="2147483725" r:id="rId26"/>
    <p:sldLayoutId id="2147483726" r:id="rId27"/>
    <p:sldLayoutId id="2147483727" r:id="rId28"/>
    <p:sldLayoutId id="2147483728" r:id="rId29"/>
    <p:sldLayoutId id="2147483729" r:id="rId30"/>
    <p:sldLayoutId id="2147483730" r:id="rId31"/>
    <p:sldLayoutId id="2147483731" r:id="rId32"/>
    <p:sldLayoutId id="2147483732" r:id="rId33"/>
    <p:sldLayoutId id="2147483733" r:id="rId34"/>
    <p:sldLayoutId id="2147483734" r:id="rId35"/>
    <p:sldLayoutId id="2147483735" r:id="rId36"/>
    <p:sldLayoutId id="2147483736" r:id="rId37"/>
    <p:sldLayoutId id="2147483737" r:id="rId38"/>
    <p:sldLayoutId id="2147483738" r:id="rId39"/>
    <p:sldLayoutId id="2147483739" r:id="rId40"/>
    <p:sldLayoutId id="2147483740" r:id="rId41"/>
    <p:sldLayoutId id="2147483741" r:id="rId42"/>
    <p:sldLayoutId id="2147483742" r:id="rId43"/>
    <p:sldLayoutId id="2147483743" r:id="rId44"/>
    <p:sldLayoutId id="2147483744" r:id="rId45"/>
    <p:sldLayoutId id="2147483745" r:id="rId46"/>
    <p:sldLayoutId id="2147483746" r:id="rId47"/>
    <p:sldLayoutId id="2147483747" r:id="rId48"/>
  </p:sldLayoutIdLst>
  <p:transition spd="med">
    <p:fade/>
  </p:transition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slideLayout" Target="../slideLayouts/slideLayout50.xml"/><Relationship Id="rId1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4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6.png"/><Relationship Id="rId4" Type="http://schemas.openxmlformats.org/officeDocument/2006/relationships/image" Target="../media/image4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7.png"/><Relationship Id="rId4" Type="http://schemas.openxmlformats.org/officeDocument/2006/relationships/image" Target="../media/image5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1340768"/>
            <a:ext cx="12192000" cy="20882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非理想测量下的用户中心多TRP协同优化研究</a:t>
            </a:r>
            <a:endParaRPr lang="en-US" altLang="zh-CN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9336" y="155828"/>
            <a:ext cx="20425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研究汇报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3"/>
    </mc:Choice>
    <mc:Fallback xmlns="">
      <p:transition spd="slow" advTm="117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 idx="4294967295"/>
          </p:nvPr>
        </p:nvSpPr>
        <p:spPr>
          <a:xfrm>
            <a:off x="1279525" y="2528666"/>
            <a:ext cx="1806575" cy="675057"/>
          </a:xfrm>
        </p:spPr>
        <p:txBody>
          <a:bodyPr/>
          <a:lstStyle/>
          <a:p>
            <a:pPr algn="ctr"/>
            <a:r>
              <a:rPr lang="zh-CN" altLang="en-US" sz="6000" b="1" dirty="0">
                <a:solidFill>
                  <a:schemeClr val="bg1"/>
                </a:solidFill>
              </a:rPr>
              <a:t>主要内容</a:t>
            </a:r>
          </a:p>
        </p:txBody>
      </p:sp>
      <p:grpSp>
        <p:nvGrpSpPr>
          <p:cNvPr id="30" name="组合 29"/>
          <p:cNvGrpSpPr/>
          <p:nvPr>
            <p:custDataLst>
              <p:tags r:id="rId1"/>
            </p:custDataLst>
          </p:nvPr>
        </p:nvGrpSpPr>
        <p:grpSpPr>
          <a:xfrm>
            <a:off x="5675907" y="569134"/>
            <a:ext cx="2882198" cy="1098506"/>
            <a:chOff x="5337036" y="1031947"/>
            <a:chExt cx="2882198" cy="1098506"/>
          </a:xfrm>
        </p:grpSpPr>
        <p:sp>
          <p:nvSpPr>
            <p:cNvPr id="46" name="文本框 45"/>
            <p:cNvSpPr txBox="1"/>
            <p:nvPr>
              <p:custDataLst>
                <p:tags r:id="rId11"/>
              </p:custDataLst>
            </p:nvPr>
          </p:nvSpPr>
          <p:spPr>
            <a:xfrm>
              <a:off x="5337036" y="1031947"/>
              <a:ext cx="612668" cy="1098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1</a:t>
              </a:r>
              <a:endParaRPr kumimoji="0" lang="zh-CN" altLang="en-US" sz="5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12"/>
              </p:custDataLst>
            </p:nvPr>
          </p:nvSpPr>
          <p:spPr>
            <a:xfrm>
              <a:off x="6355262" y="1304201"/>
              <a:ext cx="1863972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17145">
                <a:spcBef>
                  <a:spcPts val="105"/>
                </a:spcBef>
              </a:pPr>
              <a:r>
                <a:rPr lang="zh-CN" altLang="en-US" sz="3600" b="1" dirty="0">
                  <a:solidFill>
                    <a:srgbClr val="C00000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</a:rPr>
                <a:t>研究问题与网络</a:t>
              </a:r>
            </a:p>
          </p:txBody>
        </p:sp>
      </p:grpSp>
      <p:grpSp>
        <p:nvGrpSpPr>
          <p:cNvPr id="59" name="组合 58"/>
          <p:cNvGrpSpPr/>
          <p:nvPr>
            <p:custDataLst>
              <p:tags r:id="rId2"/>
            </p:custDataLst>
          </p:nvPr>
        </p:nvGrpSpPr>
        <p:grpSpPr>
          <a:xfrm>
            <a:off x="5683198" y="2012029"/>
            <a:ext cx="4278628" cy="1481021"/>
            <a:chOff x="5337036" y="1031947"/>
            <a:chExt cx="4278628" cy="1481021"/>
          </a:xfrm>
        </p:grpSpPr>
        <p:sp>
          <p:nvSpPr>
            <p:cNvPr id="60" name="文本框 59"/>
            <p:cNvSpPr txBox="1"/>
            <p:nvPr>
              <p:custDataLst>
                <p:tags r:id="rId9"/>
              </p:custDataLst>
            </p:nvPr>
          </p:nvSpPr>
          <p:spPr>
            <a:xfrm>
              <a:off x="5337036" y="1031947"/>
              <a:ext cx="612668" cy="1098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1" i="1" u="none" strike="noStrike" kern="1200" cap="none" spc="0" normalizeH="0" baseline="0" noProof="0" dirty="0">
                  <a:ln>
                    <a:noFill/>
                  </a:ln>
                  <a:solidFill>
                    <a:srgbClr val="002B84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2</a:t>
              </a:r>
              <a:endParaRPr kumimoji="0" lang="zh-CN" altLang="en-US" sz="6000" b="1" i="1" u="none" strike="noStrike" kern="1200" cap="none" spc="0" normalizeH="0" baseline="0" noProof="0" dirty="0">
                <a:ln>
                  <a:noFill/>
                </a:ln>
                <a:solidFill>
                  <a:srgbClr val="002B84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文本框 61"/>
            <p:cNvSpPr txBox="1"/>
            <p:nvPr>
              <p:custDataLst>
                <p:tags r:id="rId10"/>
              </p:custDataLst>
            </p:nvPr>
          </p:nvSpPr>
          <p:spPr>
            <a:xfrm>
              <a:off x="6384010" y="1248904"/>
              <a:ext cx="3231654" cy="126406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3600" b="1" dirty="0">
                  <a:solidFill>
                    <a:srgbClr val="002B84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</a:rPr>
                <a:t>系统模型与求解</a:t>
              </a:r>
            </a:p>
            <a:p>
              <a:pPr lvl="0">
                <a:lnSpc>
                  <a:spcPct val="120000"/>
                </a:lnSpc>
              </a:pPr>
              <a:endParaRPr lang="zh-CN" altLang="en-US" sz="3600" b="1" dirty="0">
                <a:solidFill>
                  <a:srgbClr val="002B84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>
            <p:custDataLst>
              <p:tags r:id="rId3"/>
            </p:custDataLst>
          </p:nvPr>
        </p:nvGrpSpPr>
        <p:grpSpPr>
          <a:xfrm>
            <a:off x="5675907" y="4918106"/>
            <a:ext cx="3804264" cy="1098506"/>
            <a:chOff x="5337036" y="1031947"/>
            <a:chExt cx="3804264" cy="1098506"/>
          </a:xfrm>
        </p:grpSpPr>
        <p:sp>
          <p:nvSpPr>
            <p:cNvPr id="67" name="文本框 66"/>
            <p:cNvSpPr txBox="1"/>
            <p:nvPr>
              <p:custDataLst>
                <p:tags r:id="rId7"/>
              </p:custDataLst>
            </p:nvPr>
          </p:nvSpPr>
          <p:spPr>
            <a:xfrm>
              <a:off x="5337036" y="1031947"/>
              <a:ext cx="612668" cy="1098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1" i="1" u="none" strike="noStrike" kern="1200" cap="none" spc="0" normalizeH="0" baseline="0" noProof="0" dirty="0">
                  <a:ln>
                    <a:noFill/>
                  </a:ln>
                  <a:solidFill>
                    <a:srgbClr val="002B84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4</a:t>
              </a:r>
              <a:endParaRPr kumimoji="0" lang="zh-CN" altLang="en-US" sz="6000" b="1" i="1" u="none" strike="noStrike" kern="1200" cap="none" spc="0" normalizeH="0" baseline="0" noProof="0" dirty="0">
                <a:ln>
                  <a:noFill/>
                </a:ln>
                <a:solidFill>
                  <a:srgbClr val="002B84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9" name="文本框 68"/>
            <p:cNvSpPr txBox="1"/>
            <p:nvPr>
              <p:custDataLst>
                <p:tags r:id="rId8"/>
              </p:custDataLst>
            </p:nvPr>
          </p:nvSpPr>
          <p:spPr>
            <a:xfrm>
              <a:off x="6371311" y="1290123"/>
              <a:ext cx="2769989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 sz="3600" b="1" dirty="0">
                  <a:solidFill>
                    <a:srgbClr val="002B84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ea"/>
                </a:rPr>
                <a:t>新版研究方案</a:t>
              </a:r>
              <a:endParaRPr lang="zh-CN" altLang="en-US" sz="3600" b="1" dirty="0">
                <a:solidFill>
                  <a:srgbClr val="013A89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3" name="组合 12"/>
          <p:cNvGrpSpPr/>
          <p:nvPr>
            <p:custDataLst>
              <p:tags r:id="rId4"/>
            </p:custDataLst>
          </p:nvPr>
        </p:nvGrpSpPr>
        <p:grpSpPr>
          <a:xfrm>
            <a:off x="5675658" y="3484713"/>
            <a:ext cx="5663622" cy="1098506"/>
            <a:chOff x="5337036" y="1031947"/>
            <a:chExt cx="5663622" cy="1098506"/>
          </a:xfrm>
        </p:grpSpPr>
        <p:sp>
          <p:nvSpPr>
            <p:cNvPr id="14" name="文本框 13"/>
            <p:cNvSpPr txBox="1"/>
            <p:nvPr>
              <p:custDataLst>
                <p:tags r:id="rId5"/>
              </p:custDataLst>
            </p:nvPr>
          </p:nvSpPr>
          <p:spPr>
            <a:xfrm>
              <a:off x="5337036" y="1031947"/>
              <a:ext cx="612668" cy="1098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1" i="1" u="none" strike="noStrike" kern="1200" cap="none" spc="0" normalizeH="0" baseline="0" noProof="0" dirty="0">
                  <a:ln>
                    <a:noFill/>
                  </a:ln>
                  <a:solidFill>
                    <a:srgbClr val="013A89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3</a:t>
              </a:r>
              <a:endParaRPr kumimoji="0" lang="zh-CN" altLang="en-US" sz="6000" b="1" i="1" u="none" strike="noStrike" kern="1200" cap="none" spc="0" normalizeH="0" baseline="0" noProof="0" dirty="0">
                <a:ln>
                  <a:noFill/>
                </a:ln>
                <a:solidFill>
                  <a:srgbClr val="013A89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6"/>
              </p:custDataLst>
            </p:nvPr>
          </p:nvSpPr>
          <p:spPr>
            <a:xfrm>
              <a:off x="6384010" y="1248904"/>
              <a:ext cx="4616648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 sz="3600" b="1" dirty="0">
                  <a:solidFill>
                    <a:srgbClr val="002B84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ea"/>
                </a:rPr>
                <a:t>误差机制与验证</a:t>
              </a:r>
              <a:endParaRPr lang="zh-CN" altLang="en-GB" sz="3600" b="1" dirty="0">
                <a:solidFill>
                  <a:srgbClr val="002B84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</a:endParaRPr>
            </a:p>
          </p:txBody>
        </p:sp>
      </p:grp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b="1">
                <a:solidFill>
                  <a:srgbClr val="092B56"/>
                </a:solidFill>
                <a:latin typeface="Microsoft YaHei"/>
              </a:rPr>
              <a:t>研究问题与目标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61872"/>
            <a:ext cx="11183112" cy="365760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9224" y="1261872"/>
            <a:ext cx="10954512" cy="36576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00" b="1">
                <a:solidFill>
                  <a:srgbClr val="092B56"/>
                </a:solidFill>
                <a:latin typeface="Microsoft YaHei"/>
              </a:rPr>
              <a:t>实际困难 → 当前方法 → 需要核验的结果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962656" cy="758952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29384"/>
            <a:ext cx="2761488" cy="6400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icrosoft YaHei"/>
              </a:rPr>
              <a:t>SRS/CSI 精度随链路变化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30168" y="2258568"/>
            <a:ext cx="329184" cy="0"/>
          </a:xfrm>
          <a:prstGeom prst="line">
            <a:avLst/>
          </a:prstGeom>
          <a:ln w="25400">
            <a:solidFill>
              <a:srgbClr val="124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014215" y="1874519"/>
            <a:ext cx="3685032" cy="758952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42232" y="1929384"/>
            <a:ext cx="3419856" cy="6400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70" b="0">
                <a:solidFill>
                  <a:srgbClr val="000000"/>
                </a:solidFill>
                <a:latin typeface="Microsoft YaHei"/>
              </a:rPr>
              <a:t>链路条件协方差 C；测量质量分组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63256" y="2258568"/>
            <a:ext cx="329184" cy="0"/>
          </a:xfrm>
          <a:prstGeom prst="line">
            <a:avLst/>
          </a:prstGeom>
          <a:ln w="25400">
            <a:solidFill>
              <a:srgbClr val="124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56448" y="1874519"/>
            <a:ext cx="3419856" cy="758952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929384"/>
            <a:ext cx="3154680" cy="6400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50" b="0">
                <a:solidFill>
                  <a:srgbClr val="000000"/>
                </a:solidFill>
                <a:latin typeface="Microsoft YaHei"/>
              </a:rPr>
              <a:t>同条件比较边缘体验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935224"/>
            <a:ext cx="2962656" cy="758952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990088"/>
            <a:ext cx="2761488" cy="6400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icrosoft YaHei"/>
              </a:rPr>
              <a:t>边缘 UE 协同受干扰影响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30168" y="3319272"/>
            <a:ext cx="329184" cy="0"/>
          </a:xfrm>
          <a:prstGeom prst="line">
            <a:avLst/>
          </a:prstGeom>
          <a:ln w="25400">
            <a:solidFill>
              <a:srgbClr val="DF7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014215" y="2935224"/>
            <a:ext cx="3685032" cy="758952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42232" y="2990088"/>
            <a:ext cx="3419856" cy="6400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70" b="0">
                <a:solidFill>
                  <a:srgbClr val="000000"/>
                </a:solidFill>
                <a:latin typeface="Microsoft YaHei"/>
              </a:rPr>
              <a:t>用户中心服务＋WMMSE 接收更新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63256" y="3319272"/>
            <a:ext cx="329184" cy="0"/>
          </a:xfrm>
          <a:prstGeom prst="line">
            <a:avLst/>
          </a:prstGeom>
          <a:ln w="25400">
            <a:solidFill>
              <a:srgbClr val="DF7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156448" y="2935224"/>
            <a:ext cx="3419856" cy="758952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2990088"/>
            <a:ext cx="3154680" cy="6400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50" b="0">
                <a:solidFill>
                  <a:srgbClr val="000000"/>
                </a:solidFill>
                <a:latin typeface="Microsoft YaHei"/>
              </a:rPr>
              <a:t>真信道体验分位与协议口径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995927"/>
            <a:ext cx="2962656" cy="758952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050791"/>
            <a:ext cx="2761488" cy="6400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icrosoft YaHei"/>
              </a:rPr>
              <a:t>跨组功率与正式规模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30168" y="4379975"/>
            <a:ext cx="329184" cy="0"/>
          </a:xfrm>
          <a:prstGeom prst="line">
            <a:avLst/>
          </a:prstGeom>
          <a:ln w="25400">
            <a:solidFill>
              <a:srgbClr val="1C76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014215" y="3995927"/>
            <a:ext cx="3685032" cy="758952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42232" y="4050791"/>
            <a:ext cx="3419856" cy="6400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70" b="0">
                <a:solidFill>
                  <a:srgbClr val="000000"/>
                </a:solidFill>
                <a:latin typeface="Microsoft YaHei"/>
              </a:rPr>
              <a:t>集中式 ADMM 联合功率投影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63256" y="4379975"/>
            <a:ext cx="329184" cy="0"/>
          </a:xfrm>
          <a:prstGeom prst="line">
            <a:avLst/>
          </a:prstGeom>
          <a:ln w="25400">
            <a:solidFill>
              <a:srgbClr val="1C76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156448" y="3995927"/>
            <a:ext cx="3419856" cy="758952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4050791"/>
            <a:ext cx="3154680" cy="6400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50" b="0">
                <a:solidFill>
                  <a:srgbClr val="000000"/>
                </a:solidFill>
                <a:latin typeface="Microsoft YaHei"/>
              </a:rPr>
              <a:t>预算违规、残差及运行规模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" y="5276088"/>
            <a:ext cx="10954512" cy="749808"/>
          </a:xfrm>
          <a:prstGeom prst="roundRect">
            <a:avLst/>
          </a:prstGeom>
          <a:solidFill>
            <a:srgbClr val="FFF7EB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321808"/>
            <a:ext cx="10643616" cy="6583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Microsoft YaHei"/>
              </a:rPr>
              <a:t>当前：统计误差与集中求解已接入；最坏情况椭球、TRP 本地求解仍属研究方案。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网络拓扑与协同架构</a:t>
            </a:r>
          </a:p>
        </p:txBody>
      </p:sp>
      <p:pic>
        <p:nvPicPr>
          <p:cNvPr id="3" name="Picture 2" descr="topology_full.png"/>
          <p:cNvPicPr>
            <a:picLocks noChangeAspect="1"/>
          </p:cNvPicPr>
          <p:nvPr/>
        </p:nvPicPr>
        <p:blipFill>
          <a:blip r:embed="rId3"/>
          <a:srcRect l="21400"/>
          <a:stretch>
            <a:fillRect/>
          </a:stretch>
        </p:blipFill>
        <p:spPr>
          <a:xfrm>
            <a:off x="417308" y="1280160"/>
            <a:ext cx="6119515" cy="5144147"/>
          </a:xfrm>
          <a:prstGeom prst="rect">
            <a:avLst/>
          </a:prstGeom>
        </p:spPr>
      </p:pic>
      <p:pic>
        <p:nvPicPr>
          <p:cNvPr id="6" name="Picture 5" descr="topology_zoom.png"/>
          <p:cNvPicPr>
            <a:picLocks noChangeAspect="1"/>
          </p:cNvPicPr>
          <p:nvPr/>
        </p:nvPicPr>
        <p:blipFill>
          <a:blip r:embed="rId4"/>
          <a:srcRect l="21261"/>
          <a:stretch>
            <a:fillRect/>
          </a:stretch>
        </p:blipFill>
        <p:spPr>
          <a:xfrm>
            <a:off x="7461503" y="1687854"/>
            <a:ext cx="3624845" cy="319504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0" y="1261872"/>
            <a:ext cx="64008" cy="283464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7768" y="1161288"/>
            <a:ext cx="4343400" cy="4846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</a:rPr>
              <a:t>共址扇区 · 用户中心服务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43216" y="4910328"/>
            <a:ext cx="4224528" cy="5029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39" b="0">
                <a:solidFill>
                  <a:srgbClr val="000000"/>
                </a:solidFill>
                <a:latin typeface="Microsoft YaHei"/>
              </a:rPr>
              <a:t>① 三个 TRP 共用一个站址，箭头表示扇区主方向。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43216" y="5422392"/>
            <a:ext cx="4224528" cy="5029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39" b="0">
                <a:solidFill>
                  <a:srgbClr val="000000"/>
                </a:solidFill>
                <a:latin typeface="Microsoft YaHei"/>
              </a:rPr>
              <a:t>② UE 7 由 T01、T02 服务；CPU 集中计算预编码。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43216" y="5916168"/>
            <a:ext cx="4206240" cy="33832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40" b="1">
                <a:solidFill>
                  <a:srgbClr val="000000"/>
                </a:solidFill>
                <a:latin typeface="Microsoft YaHei"/>
              </a:rPr>
              <a:t>彩色小点＝实际 UE；颜色＝初始归属站址。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b="1">
                <a:solidFill>
                  <a:srgbClr val="092B56"/>
                </a:solidFill>
                <a:latin typeface="Microsoft YaHei"/>
              </a:rPr>
              <a:t>系统框架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76072" y="1536192"/>
            <a:ext cx="2011680" cy="1517904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092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6072" y="1536192"/>
            <a:ext cx="2011680" cy="384048"/>
          </a:xfrm>
          <a:prstGeom prst="roundRect">
            <a:avLst/>
          </a:prstGeom>
          <a:solidFill>
            <a:srgbClr val="092B56"/>
          </a:solidFill>
          <a:ln w="10160">
            <a:solidFill>
              <a:srgbClr val="092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" y="1545336"/>
            <a:ext cx="1865376" cy="35661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20" b="1">
                <a:solidFill>
                  <a:srgbClr val="FFFFFF"/>
                </a:solidFill>
                <a:latin typeface="Microsoft YaHei"/>
              </a:rPr>
              <a:t>位置与扇区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93391"/>
            <a:ext cx="1792224" cy="4114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290" b="0">
                <a:solidFill>
                  <a:srgbClr val="000000"/>
                </a:solidFill>
                <a:latin typeface="Microsoft YaHei"/>
              </a:rPr>
              <a:t>站址、UE 坐标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59736"/>
            <a:ext cx="1792224" cy="44805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10" b="1">
                <a:solidFill>
                  <a:srgbClr val="000000"/>
                </a:solidFill>
                <a:latin typeface="Microsoft YaHei"/>
              </a:rPr>
              <a:t>生成 Hᵗʳᵘᵉ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96896" y="2286000"/>
            <a:ext cx="192024" cy="0"/>
          </a:xfrm>
          <a:prstGeom prst="line">
            <a:avLst/>
          </a:prstGeom>
          <a:ln w="25400">
            <a:solidFill>
              <a:srgbClr val="092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07208" y="1536192"/>
            <a:ext cx="2011680" cy="1517904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07208" y="1536192"/>
            <a:ext cx="2011680" cy="384048"/>
          </a:xfrm>
          <a:prstGeom prst="roundRect">
            <a:avLst/>
          </a:prstGeom>
          <a:solidFill>
            <a:srgbClr val="124A8F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545336"/>
            <a:ext cx="1865376" cy="35661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20" b="1">
                <a:solidFill>
                  <a:srgbClr val="FFFFFF"/>
                </a:solidFill>
                <a:latin typeface="Microsoft YaHei"/>
              </a:rPr>
              <a:t>SRS / CSI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6936" y="1993391"/>
            <a:ext cx="1792224" cy="4114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290" b="0">
                <a:solidFill>
                  <a:srgbClr val="000000"/>
                </a:solidFill>
                <a:latin typeface="Microsoft YaHei"/>
              </a:rPr>
              <a:t>Hᵗʳᵘᵉ、质量/年龄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6936" y="2459736"/>
            <a:ext cx="1792224" cy="44805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10" b="1">
                <a:solidFill>
                  <a:srgbClr val="000000"/>
                </a:solidFill>
                <a:latin typeface="Microsoft YaHei"/>
              </a:rPr>
              <a:t>输出 Ĥ、C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28032" y="2286000"/>
            <a:ext cx="192023" cy="0"/>
          </a:xfrm>
          <a:prstGeom prst="line">
            <a:avLst/>
          </a:prstGeom>
          <a:ln w="25400">
            <a:solidFill>
              <a:srgbClr val="124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38344" y="1536192"/>
            <a:ext cx="2011680" cy="1517904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38344" y="1536192"/>
            <a:ext cx="2011680" cy="384048"/>
          </a:xfrm>
          <a:prstGeom prst="roundRect">
            <a:avLst/>
          </a:prstGeom>
          <a:solidFill>
            <a:srgbClr val="1C7663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1496" y="1545336"/>
            <a:ext cx="1865376" cy="35661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20" b="1">
                <a:solidFill>
                  <a:srgbClr val="FFFFFF"/>
                </a:solidFill>
                <a:latin typeface="Microsoft YaHei"/>
              </a:rPr>
              <a:t>资源规则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8072" y="1993391"/>
            <a:ext cx="1792224" cy="4114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290" b="0">
                <a:solidFill>
                  <a:srgbClr val="000000"/>
                </a:solidFill>
                <a:latin typeface="Microsoft YaHei"/>
              </a:rPr>
              <a:t>Ĥ、归属、业务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8072" y="2459736"/>
            <a:ext cx="1792224" cy="44805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10" b="1">
                <a:solidFill>
                  <a:srgbClr val="000000"/>
                </a:solidFill>
                <a:latin typeface="Microsoft YaHei"/>
              </a:rPr>
              <a:t>固定 b、χ、r、ν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59168" y="2286000"/>
            <a:ext cx="192024" cy="0"/>
          </a:xfrm>
          <a:prstGeom prst="line">
            <a:avLst/>
          </a:prstGeom>
          <a:ln w="25400">
            <a:solidFill>
              <a:srgbClr val="1C76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269480" y="1536192"/>
            <a:ext cx="2011680" cy="1517904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69480" y="1536192"/>
            <a:ext cx="2011680" cy="384048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42632" y="1545336"/>
            <a:ext cx="1865376" cy="35661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20" b="1">
                <a:solidFill>
                  <a:srgbClr val="FFFFFF"/>
                </a:solidFill>
                <a:latin typeface="Microsoft YaHei"/>
              </a:rPr>
              <a:t>WMMSE–ADMM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9208" y="1993391"/>
            <a:ext cx="1792224" cy="4114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290" b="0">
                <a:solidFill>
                  <a:srgbClr val="000000"/>
                </a:solidFill>
                <a:latin typeface="Microsoft YaHei"/>
              </a:rPr>
              <a:t>Ĥ、C、b/χ/r/ν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9208" y="2459736"/>
            <a:ext cx="1792224" cy="44805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10" b="1">
                <a:solidFill>
                  <a:srgbClr val="000000"/>
                </a:solidFill>
                <a:latin typeface="Microsoft YaHei"/>
              </a:rPr>
              <a:t>优化 w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290304" y="2286000"/>
            <a:ext cx="192024" cy="0"/>
          </a:xfrm>
          <a:prstGeom prst="line">
            <a:avLst/>
          </a:prstGeom>
          <a:ln w="25400">
            <a:solidFill>
              <a:srgbClr val="DF7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500616" y="1536192"/>
            <a:ext cx="2011680" cy="1517904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B1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500616" y="1536192"/>
            <a:ext cx="2011680" cy="384048"/>
          </a:xfrm>
          <a:prstGeom prst="roundRect">
            <a:avLst/>
          </a:prstGeom>
          <a:solidFill>
            <a:srgbClr val="B12A30"/>
          </a:solidFill>
          <a:ln w="10160">
            <a:solidFill>
              <a:srgbClr val="B1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73768" y="1545336"/>
            <a:ext cx="1865376" cy="35661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20" b="1">
                <a:solidFill>
                  <a:srgbClr val="FFFFFF"/>
                </a:solidFill>
                <a:latin typeface="Microsoft YaHei"/>
              </a:rPr>
              <a:t>真实信道评价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10344" y="1993391"/>
            <a:ext cx="1792224" cy="4114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290" b="0">
                <a:solidFill>
                  <a:srgbClr val="000000"/>
                </a:solidFill>
                <a:latin typeface="Microsoft YaHei"/>
              </a:rPr>
              <a:t>Hᵗʳᵘᵉ、w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0344" y="2459736"/>
            <a:ext cx="1792224" cy="44805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10" b="1">
                <a:solidFill>
                  <a:srgbClr val="000000"/>
                </a:solidFill>
                <a:latin typeface="Microsoft YaHei"/>
              </a:rPr>
              <a:t>速率/体验/功率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3703320"/>
            <a:ext cx="11183112" cy="365760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" y="3703320"/>
            <a:ext cx="10954512" cy="36576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00" b="1">
                <a:solidFill>
                  <a:srgbClr val="092B56"/>
                </a:solidFill>
                <a:latin typeface="Microsoft YaHei"/>
              </a:rPr>
              <a:t>UE–TRP–CPU：当前集中式仿真中的测量、计算与下行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" y="4352544"/>
            <a:ext cx="2880360" cy="841248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379975"/>
            <a:ext cx="2615184" cy="329184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800" b="1">
                <a:solidFill>
                  <a:srgbClr val="092B56"/>
                </a:solidFill>
                <a:latin typeface="Microsoft YaHei"/>
              </a:rPr>
              <a:t>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" y="4727448"/>
            <a:ext cx="2615184" cy="36576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20" b="0">
                <a:solidFill>
                  <a:srgbClr val="000000"/>
                </a:solidFill>
                <a:latin typeface="Microsoft YaHei"/>
              </a:rPr>
              <a:t>上行 SRS / 业务需求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06240" y="4352544"/>
            <a:ext cx="2880360" cy="841248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25112" y="4379975"/>
            <a:ext cx="2615184" cy="329184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800" b="1">
                <a:solidFill>
                  <a:srgbClr val="092B56"/>
                </a:solidFill>
                <a:latin typeface="Microsoft YaHei"/>
              </a:rPr>
              <a:t>21 个 TRP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25112" y="4727448"/>
            <a:ext cx="2615184" cy="36576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20" b="0">
                <a:solidFill>
                  <a:srgbClr val="000000"/>
                </a:solidFill>
                <a:latin typeface="Microsoft YaHei"/>
              </a:rPr>
              <a:t>接收测量；执行预编码块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92440" y="4352544"/>
            <a:ext cx="2880360" cy="841248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11312" y="4379975"/>
            <a:ext cx="2615184" cy="329184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800" b="1">
                <a:solidFill>
                  <a:srgbClr val="092B56"/>
                </a:solidFill>
                <a:latin typeface="Microsoft YaHei"/>
              </a:rPr>
              <a:t>逻辑 CPU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1312" y="4727448"/>
            <a:ext cx="2615184" cy="36576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20" b="0">
                <a:solidFill>
                  <a:srgbClr val="000000"/>
                </a:solidFill>
                <a:latin typeface="Microsoft YaHei"/>
              </a:rPr>
              <a:t>形成 Ĥ、C；集中求 w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557015" y="4654296"/>
            <a:ext cx="640081" cy="0"/>
          </a:xfrm>
          <a:prstGeom prst="line">
            <a:avLst/>
          </a:prstGeom>
          <a:ln w="25400">
            <a:solidFill>
              <a:srgbClr val="124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916935" y="4489704"/>
            <a:ext cx="1920240" cy="32004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100" b="0">
                <a:solidFill>
                  <a:srgbClr val="124A8F"/>
                </a:solidFill>
                <a:latin typeface="Microsoft YaHei"/>
              </a:rPr>
              <a:t>SRS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104888" y="4636007"/>
            <a:ext cx="960120" cy="0"/>
          </a:xfrm>
          <a:prstGeom prst="line">
            <a:avLst/>
          </a:prstGeom>
          <a:ln w="25400">
            <a:solidFill>
              <a:srgbClr val="124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624827" y="4471416"/>
            <a:ext cx="1920240" cy="32004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100" b="0">
                <a:solidFill>
                  <a:srgbClr val="124A8F"/>
                </a:solidFill>
                <a:latin typeface="Microsoft YaHei"/>
              </a:rPr>
              <a:t>测量/质量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7104888" y="5340096"/>
            <a:ext cx="969264" cy="0"/>
          </a:xfrm>
          <a:prstGeom prst="line">
            <a:avLst/>
          </a:prstGeom>
          <a:ln w="25400">
            <a:solidFill>
              <a:srgbClr val="DF7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629400" y="5175504"/>
            <a:ext cx="1920240" cy="32004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100" b="0">
                <a:solidFill>
                  <a:srgbClr val="DF7B27"/>
                </a:solidFill>
                <a:latin typeface="Microsoft YaHei"/>
              </a:rPr>
              <a:t>业务数据、wₗ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3575304" y="5358383"/>
            <a:ext cx="612648" cy="0"/>
          </a:xfrm>
          <a:prstGeom prst="line">
            <a:avLst/>
          </a:prstGeom>
          <a:ln w="25400">
            <a:solidFill>
              <a:srgbClr val="DF7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921508" y="5193792"/>
            <a:ext cx="1920240" cy="32004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100" b="0">
                <a:solidFill>
                  <a:srgbClr val="DF7B27"/>
                </a:solidFill>
                <a:latin typeface="Microsoft YaHei"/>
              </a:rPr>
              <a:t>下行信号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550407"/>
            <a:ext cx="10735056" cy="329184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10" b="1">
                <a:solidFill>
                  <a:srgbClr val="000000"/>
                </a:solidFill>
                <a:latin typeface="Microsoft YaHei"/>
              </a:rPr>
              <a:t>虚拟协调节点；目前无 TRP 本地 ADMM、前传协议或编解码实现。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信道与测量模型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289304"/>
            <a:ext cx="64008" cy="283464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1188720"/>
            <a:ext cx="5074920" cy="4846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</a:rPr>
              <a:t>七站几何与 UE 采样</a:t>
            </a:r>
          </a:p>
        </p:txBody>
      </p:sp>
      <p:pic>
        <p:nvPicPr>
          <p:cNvPr id="5" name="Picture 4" descr="geomet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" y="1755648"/>
            <a:ext cx="5129784" cy="3929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" y="2514600"/>
            <a:ext cx="4965192" cy="67665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50" b="0">
                <a:solidFill>
                  <a:srgbClr val="000000"/>
                </a:solidFill>
                <a:latin typeface="Microsoft YaHei"/>
              </a:rPr>
              <a:t>中心 (450,450) m；外围 6 站相隔 60°，距中心 300 m。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337560"/>
            <a:ext cx="4937760" cy="1490472"/>
          </a:xfrm>
          <a:prstGeom prst="roundRect">
            <a:avLst/>
          </a:prstGeom>
          <a:solidFill>
            <a:srgbClr val="F4F9FD"/>
          </a:solidFill>
          <a:ln w="1270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465576"/>
            <a:ext cx="4690872" cy="38404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0000"/>
                </a:solidFill>
                <a:latin typeface="Microsoft YaHei"/>
              </a:rPr>
              <a:t>UE 在所属扇区的环形区域内面积均匀抽样</a:t>
            </a:r>
          </a:p>
        </p:txBody>
      </p:sp>
      <p:pic>
        <p:nvPicPr>
          <p:cNvPr id="9" name="Picture 8" descr="ue_radiu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3941063"/>
            <a:ext cx="4617720" cy="4782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065776"/>
            <a:ext cx="4809744" cy="65836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000000"/>
                </a:solidFill>
                <a:latin typeface="Microsoft YaHei"/>
              </a:rPr>
              <a:t>半径 25–150 m 与扇区 ±60° 是项目假设。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16168" y="1389888"/>
            <a:ext cx="0" cy="4489704"/>
          </a:xfrm>
          <a:prstGeom prst="line">
            <a:avLst/>
          </a:prstGeom>
          <a:ln w="15240">
            <a:solidFill>
              <a:srgbClr val="E0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108192" y="1289304"/>
            <a:ext cx="64008" cy="283464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188720"/>
            <a:ext cx="5102352" cy="4846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</a:rPr>
              <a:t>当前真信道：接收相关模型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764792"/>
            <a:ext cx="4323120" cy="603504"/>
          </a:xfrm>
          <a:prstGeom prst="rect">
            <a:avLst/>
          </a:prstGeom>
        </p:spPr>
      </p:pic>
      <p:pic>
        <p:nvPicPr>
          <p:cNvPr id="15" name="Picture 14" descr="rx_fact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2784" y="2633472"/>
            <a:ext cx="5047488" cy="48668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91072" y="3392424"/>
            <a:ext cx="4892040" cy="110642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30" b="0">
                <a:solidFill>
                  <a:srgbClr val="000000"/>
                </a:solidFill>
                <a:latin typeface="Microsoft YaHei"/>
              </a:rPr>
              <a:t>β：大尺度增益；Lᵣₓ：4×4 接收相关因子；Ξ：4×64 独立复高斯矩阵。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17336" y="4837176"/>
            <a:ext cx="64008" cy="283464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2784" y="4736592"/>
            <a:ext cx="4928616" cy="4846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</a:rPr>
              <a:t>测量输出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5257800"/>
            <a:ext cx="4864608" cy="67665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39" b="0">
                <a:solidFill>
                  <a:srgbClr val="000000"/>
                </a:solidFill>
                <a:latin typeface="Microsoft YaHei"/>
              </a:rPr>
              <a:t>SRS/CSI 观测形成 Ĥ（4×64）与条件误差 C（4×4）。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b="1">
                <a:solidFill>
                  <a:srgbClr val="092B56"/>
                </a:solidFill>
                <a:latin typeface="Microsoft YaHei"/>
              </a:rPr>
              <a:t>资源变量与两时间尺度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61872"/>
            <a:ext cx="11183112" cy="365760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9224" y="1261872"/>
            <a:ext cx="10954512" cy="36576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00" b="1">
                <a:solidFill>
                  <a:srgbClr val="092B56"/>
                </a:solidFill>
                <a:latin typeface="Microsoft YaHei"/>
              </a:rPr>
              <a:t>物理时刻 t → 测量更新 → 固定配置下求一个可评价的预编码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" y="1837944"/>
            <a:ext cx="2752344" cy="1316736"/>
          </a:xfrm>
          <a:prstGeom prst="roundRect">
            <a:avLst/>
          </a:prstGeom>
          <a:solidFill>
            <a:srgbClr val="FFF5E9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929384"/>
            <a:ext cx="2468880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800" b="1">
                <a:solidFill>
                  <a:srgbClr val="092B56"/>
                </a:solidFill>
                <a:latin typeface="Microsoft YaHei"/>
              </a:rPr>
              <a:t>历史慢层候选搜索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331720"/>
            <a:ext cx="2468880" cy="7132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40" b="0">
                <a:solidFill>
                  <a:srgbClr val="000000"/>
                </a:solidFill>
                <a:latin typeface="Microsoft YaHei"/>
              </a:rPr>
              <a:t>连接数、调度阈值、rank 与惩罚/修复参数；GA 交叉变异，PSO 位置速度更新。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15383" y="1837944"/>
            <a:ext cx="3090672" cy="1316736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1688" y="1929384"/>
            <a:ext cx="2816352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800" b="1">
                <a:solidFill>
                  <a:srgbClr val="092B56"/>
                </a:solidFill>
                <a:latin typeface="Microsoft YaHei"/>
              </a:rPr>
              <a:t>SRS / CSI 测量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1688" y="2331720"/>
            <a:ext cx="2798064" cy="694944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20" b="0">
                <a:solidFill>
                  <a:srgbClr val="000000"/>
                </a:solidFill>
                <a:latin typeface="Microsoft YaHei"/>
              </a:rPr>
              <a:t>质量与 CSI 年龄 → 估计信道 Ĥ、条件协方差 C。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837944"/>
            <a:ext cx="3364992" cy="1316736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8744" y="1929384"/>
            <a:ext cx="3072384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800" b="1">
                <a:solidFill>
                  <a:srgbClr val="092B56"/>
                </a:solidFill>
                <a:latin typeface="Microsoft YaHei"/>
              </a:rPr>
              <a:t>当前正式快层求解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2331720"/>
            <a:ext cx="3072384" cy="70408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固定 b、χ、r、ν；WMMSE 外迭代中调用 ADMM 求 w。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29000" y="2487168"/>
            <a:ext cx="758952" cy="0"/>
          </a:xfrm>
          <a:prstGeom prst="line">
            <a:avLst/>
          </a:prstGeom>
          <a:ln w="25400">
            <a:solidFill>
              <a:srgbClr val="DF7B2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848356" y="2322576"/>
            <a:ext cx="1920240" cy="32004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100" b="0">
                <a:solidFill>
                  <a:srgbClr val="DF7B27"/>
                </a:solidFill>
                <a:latin typeface="Microsoft YaHei"/>
              </a:rPr>
              <a:t>拟接入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0" y="2487168"/>
            <a:ext cx="749808" cy="0"/>
          </a:xfrm>
          <a:prstGeom prst="line">
            <a:avLst/>
          </a:prstGeom>
          <a:ln w="25400">
            <a:solidFill>
              <a:srgbClr val="124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29983" y="2322576"/>
            <a:ext cx="1920240" cy="32004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100" b="0">
                <a:solidFill>
                  <a:srgbClr val="124A8F"/>
                </a:solidFill>
                <a:latin typeface="Microsoft YaHei"/>
              </a:rPr>
              <a:t>Ĥ、C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4" y="3712464"/>
            <a:ext cx="3355848" cy="786384"/>
          </a:xfrm>
          <a:prstGeom prst="roundRect">
            <a:avLst/>
          </a:prstGeom>
          <a:solidFill>
            <a:srgbClr val="EEF7F4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3803904"/>
            <a:ext cx="3072384" cy="557784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Microsoft YaHei"/>
              </a:rPr>
              <a:t>真信道评价：体验、功率、停止状态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747504" y="3154680"/>
            <a:ext cx="0" cy="539496"/>
          </a:xfrm>
          <a:prstGeom prst="line">
            <a:avLst/>
          </a:prstGeom>
          <a:ln w="25400">
            <a:solidFill>
              <a:srgbClr val="1C76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787384" y="3259836"/>
            <a:ext cx="1920240" cy="32004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100" b="0">
                <a:solidFill>
                  <a:srgbClr val="1C7663"/>
                </a:solidFill>
                <a:latin typeface="Microsoft YaHei"/>
              </a:rPr>
              <a:t>w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493008" y="4096512"/>
            <a:ext cx="4581144" cy="0"/>
          </a:xfrm>
          <a:prstGeom prst="line">
            <a:avLst/>
          </a:prstGeom>
          <a:ln w="25400">
            <a:solidFill>
              <a:srgbClr val="DF7B2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823459" y="3931920"/>
            <a:ext cx="1920240" cy="32004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100" b="0">
                <a:solidFill>
                  <a:srgbClr val="DF7B27"/>
                </a:solidFill>
                <a:latin typeface="Microsoft YaHei"/>
              </a:rPr>
              <a:t>反馈搜索：拟接入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828032"/>
            <a:ext cx="10808208" cy="886968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4910327"/>
            <a:ext cx="10479024" cy="7315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60" b="0">
                <a:solidFill>
                  <a:srgbClr val="000000"/>
                </a:solidFill>
                <a:latin typeface="Microsoft YaHei"/>
              </a:rPr>
              <a:t>四种“循环”不同：物理 TTI／候选迭代／WMMSE 外轮／ADMM 内轮。当前正式入口仅接通测量→固定资源→快层求解→评价。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接收模型与速率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289304"/>
            <a:ext cx="64008" cy="283464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1188720"/>
            <a:ext cx="5120640" cy="4846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</a:rPr>
              <a:t>用户中心相干信号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" y="1810512"/>
            <a:ext cx="3081528" cy="832104"/>
          </a:xfrm>
          <a:prstGeom prst="roundRect">
            <a:avLst/>
          </a:prstGeom>
          <a:solidFill>
            <a:srgbClr val="F4F9FD"/>
          </a:solidFill>
          <a:ln w="1270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865376"/>
            <a:ext cx="2816352" cy="32918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92B56"/>
                </a:solidFill>
                <a:latin typeface="Microsoft YaHei"/>
              </a:rPr>
              <a:t>TRP 服务块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221992"/>
            <a:ext cx="2807208" cy="2743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39" b="0">
                <a:solidFill>
                  <a:srgbClr val="000000"/>
                </a:solidFill>
                <a:latin typeface="Microsoft YaHei"/>
              </a:rPr>
              <a:t>Hₖₗg · wₗⱼg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67912" y="2121408"/>
            <a:ext cx="448056" cy="201168"/>
          </a:xfrm>
          <a:prstGeom prst="rightArrow">
            <a:avLst/>
          </a:prstGeom>
          <a:solidFill>
            <a:srgbClr val="12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43984" y="1810512"/>
            <a:ext cx="3081528" cy="832104"/>
          </a:xfrm>
          <a:prstGeom prst="roundRect">
            <a:avLst/>
          </a:prstGeom>
          <a:solidFill>
            <a:srgbClr val="F4F9FD"/>
          </a:solidFill>
          <a:ln w="1270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865376"/>
            <a:ext cx="2816352" cy="32918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92B56"/>
                </a:solidFill>
                <a:latin typeface="Microsoft YaHei"/>
              </a:rPr>
              <a:t>跨 TRP 合成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221992"/>
            <a:ext cx="2807208" cy="2743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39" b="0">
                <a:solidFill>
                  <a:srgbClr val="000000"/>
                </a:solidFill>
                <a:latin typeface="Microsoft YaHei"/>
              </a:rPr>
              <a:t>Fₖⱼg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662672" y="2121408"/>
            <a:ext cx="448056" cy="201168"/>
          </a:xfrm>
          <a:prstGeom prst="rightArrow">
            <a:avLst/>
          </a:prstGeom>
          <a:solidFill>
            <a:srgbClr val="12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38744" y="1810512"/>
            <a:ext cx="3081528" cy="832104"/>
          </a:xfrm>
          <a:prstGeom prst="roundRect">
            <a:avLst/>
          </a:prstGeom>
          <a:solidFill>
            <a:srgbClr val="F4F9FD"/>
          </a:solidFill>
          <a:ln w="1270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1865376"/>
            <a:ext cx="2816352" cy="32918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92B56"/>
                </a:solidFill>
                <a:latin typeface="Microsoft YaHei"/>
              </a:rPr>
              <a:t>UE 接收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2221992"/>
            <a:ext cx="2807208" cy="2743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39" b="0">
                <a:solidFill>
                  <a:srgbClr val="000000"/>
                </a:solidFill>
                <a:latin typeface="Microsoft YaHei"/>
              </a:rPr>
              <a:t>有用 + 干扰 + 噪声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044952"/>
            <a:ext cx="2923661" cy="5669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58952" y="3794760"/>
            <a:ext cx="4901184" cy="64922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30" b="0">
                <a:solidFill>
                  <a:srgbClr val="000000"/>
                </a:solidFill>
                <a:latin typeface="Microsoft YaHei"/>
              </a:rPr>
              <a:t>Fₖⱼg（4×r）：UE k 所见 UE j 的相干等效信道。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97880" y="2907792"/>
            <a:ext cx="0" cy="3072384"/>
          </a:xfrm>
          <a:prstGeom prst="line">
            <a:avLst/>
          </a:prstGeom>
          <a:ln w="15240">
            <a:solidFill>
              <a:srgbClr val="E0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108192" y="3017520"/>
            <a:ext cx="64008" cy="283464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916936"/>
            <a:ext cx="5074920" cy="4846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</a:rPr>
              <a:t>干扰、速率与评价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3474720"/>
            <a:ext cx="3116610" cy="5303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63640" y="4123944"/>
            <a:ext cx="4864608" cy="64008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80" b="0">
                <a:solidFill>
                  <a:srgbClr val="000000"/>
                </a:solidFill>
                <a:latin typeface="Microsoft YaHei"/>
              </a:rPr>
              <a:t>Rʸʸ（4×4）＝信号、干扰与误差统计的接收协方差。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4928616"/>
            <a:ext cx="4926112" cy="51206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272784" y="5532120"/>
            <a:ext cx="4864608" cy="5029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80" b="0">
                <a:solidFill>
                  <a:srgbClr val="000000"/>
                </a:solidFill>
                <a:latin typeface="Microsoft YaHei"/>
              </a:rPr>
              <a:t>SE 用 bit/s/Hz；体验率按业务协议另算。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b="1">
                <a:solidFill>
                  <a:srgbClr val="092B56"/>
                </a:solidFill>
                <a:latin typeface="Microsoft YaHei"/>
              </a:rPr>
              <a:t>WMMSE 更新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61872"/>
            <a:ext cx="11183112" cy="365760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9224" y="1261872"/>
            <a:ext cx="10954512" cy="36576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00" b="1">
                <a:solidFill>
                  <a:srgbClr val="092B56"/>
                </a:solidFill>
                <a:latin typeface="Microsoft YaHei"/>
              </a:rPr>
              <a:t>外层 WMMSE：当前可行 w → 接收统计 → 固定量 → 内层 ADMM → 接受 / 停止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975104"/>
            <a:ext cx="2057400" cy="1143000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" y="2075688"/>
            <a:ext cx="1828800" cy="33832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700" b="1">
                <a:solidFill>
                  <a:srgbClr val="092B56"/>
                </a:solidFill>
                <a:latin typeface="Microsoft YaHei"/>
              </a:rPr>
              <a:t>① 当前 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2496312"/>
            <a:ext cx="1828800" cy="521207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20" b="0">
                <a:solidFill>
                  <a:srgbClr val="000000"/>
                </a:solidFill>
                <a:latin typeface="Microsoft YaHei"/>
              </a:rPr>
              <a:t>服务集外为零；满足功率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975104"/>
            <a:ext cx="2331720" cy="1143000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27832" y="2075688"/>
            <a:ext cx="2103120" cy="33832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700" b="1">
                <a:solidFill>
                  <a:srgbClr val="092B56"/>
                </a:solidFill>
                <a:latin typeface="Microsoft YaHei"/>
              </a:rPr>
              <a:t>② F、Rʸʸ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7832" y="2496312"/>
            <a:ext cx="2103120" cy="521207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20" b="0">
                <a:solidFill>
                  <a:srgbClr val="000000"/>
                </a:solidFill>
                <a:latin typeface="Microsoft YaHei"/>
              </a:rPr>
              <a:t>Ĥw 相干叠加；叠加 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70448" y="1975104"/>
            <a:ext cx="2331720" cy="1143000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2075688"/>
            <a:ext cx="2103120" cy="33832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700" b="1">
                <a:solidFill>
                  <a:srgbClr val="092B56"/>
                </a:solidFill>
                <a:latin typeface="Microsoft YaHei"/>
              </a:rPr>
              <a:t>③ A、E、Ω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496312"/>
            <a:ext cx="2103120" cy="521207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20" b="0">
                <a:solidFill>
                  <a:srgbClr val="000000"/>
                </a:solidFill>
                <a:latin typeface="Microsoft YaHei"/>
              </a:rPr>
              <a:t>MMSE 接收与误差权重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1975104"/>
            <a:ext cx="2834640" cy="1143000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59952" y="2075688"/>
            <a:ext cx="2606040" cy="33832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700" b="1">
                <a:solidFill>
                  <a:srgbClr val="092B56"/>
                </a:solidFill>
                <a:latin typeface="Microsoft YaHei"/>
              </a:rPr>
              <a:t>④ 二次子问题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9952" y="2496312"/>
            <a:ext cx="2606040" cy="521207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20" b="0">
                <a:solidFill>
                  <a:srgbClr val="000000"/>
                </a:solidFill>
                <a:latin typeface="Microsoft YaHei"/>
              </a:rPr>
              <a:t>固定 A、Ω、η；更新 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79191" y="2542032"/>
            <a:ext cx="402337" cy="0"/>
          </a:xfrm>
          <a:prstGeom prst="line">
            <a:avLst/>
          </a:prstGeom>
          <a:ln w="25400">
            <a:solidFill>
              <a:srgbClr val="124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449824" y="2542032"/>
            <a:ext cx="393192" cy="0"/>
          </a:xfrm>
          <a:prstGeom prst="line">
            <a:avLst/>
          </a:prstGeom>
          <a:ln w="25400">
            <a:solidFill>
              <a:srgbClr val="124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11312" y="2542032"/>
            <a:ext cx="402336" cy="0"/>
          </a:xfrm>
          <a:prstGeom prst="line">
            <a:avLst/>
          </a:prstGeom>
          <a:ln w="25400">
            <a:solidFill>
              <a:srgbClr val="124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636007" y="3749039"/>
            <a:ext cx="3657600" cy="941832"/>
          </a:xfrm>
          <a:prstGeom prst="roundRect">
            <a:avLst/>
          </a:prstGeom>
          <a:solidFill>
            <a:srgbClr val="FFF5E9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9744" y="3822191"/>
            <a:ext cx="3319272" cy="7223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icrosoft YaHei"/>
              </a:rPr>
              <a:t>内层 ADMM：x → z → y</a:t>
            </a:r>
          </a:p>
          <a:p>
            <a:pPr algn="l"/>
            <a:r>
              <a:rPr sz="1600" b="1">
                <a:solidFill>
                  <a:srgbClr val="000000"/>
                </a:solidFill>
                <a:latin typeface="Microsoft YaHei"/>
              </a:rPr>
              <a:t>CG 求解 · 跨组功率投影 · 残差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8275320" y="3136392"/>
            <a:ext cx="1764792" cy="612647"/>
          </a:xfrm>
          <a:prstGeom prst="line">
            <a:avLst/>
          </a:prstGeom>
          <a:ln w="25400">
            <a:solidFill>
              <a:srgbClr val="DF7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197596" y="3278124"/>
            <a:ext cx="1920240" cy="32004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100" b="0">
                <a:solidFill>
                  <a:srgbClr val="DF7B27"/>
                </a:solidFill>
                <a:latin typeface="Microsoft YaHei"/>
              </a:rPr>
              <a:t>进入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" y="5102352"/>
            <a:ext cx="10323576" cy="612648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4712" y="5148072"/>
            <a:ext cx="9966960" cy="512064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icrosoft YaHei"/>
              </a:rPr>
              <a:t>返回可行副本 z；重算目标并按接受、回溯和外层停止条件判断。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3794760" y="4745736"/>
            <a:ext cx="868680" cy="356616"/>
          </a:xfrm>
          <a:prstGeom prst="line">
            <a:avLst/>
          </a:prstGeom>
          <a:ln w="25400">
            <a:solidFill>
              <a:srgbClr val="DF7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268980" y="4759452"/>
            <a:ext cx="1920240" cy="32004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100" b="0">
                <a:solidFill>
                  <a:srgbClr val="DF7B27"/>
                </a:solidFill>
                <a:latin typeface="Microsoft YaHei"/>
              </a:rPr>
              <a:t>返回 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b="1">
                <a:solidFill>
                  <a:srgbClr val="092B56"/>
                </a:solidFill>
                <a:latin typeface="Microsoft YaHei"/>
              </a:rPr>
              <a:t>ADMM 求解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61872"/>
            <a:ext cx="11183112" cy="365760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9224" y="1261872"/>
            <a:ext cx="10954512" cy="36576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00" b="1">
                <a:solidFill>
                  <a:srgbClr val="092B56"/>
                </a:solidFill>
                <a:latin typeface="Microsoft YaHei"/>
              </a:rPr>
              <a:t>固定 A、Ω、η 和资源掩码；内层联合更新全部资源组的预编码副本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93392"/>
            <a:ext cx="2542032" cy="1252728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103120"/>
            <a:ext cx="2258568" cy="3931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800" b="1">
                <a:solidFill>
                  <a:srgbClr val="092B56"/>
                </a:solidFill>
                <a:latin typeface="Microsoft YaHei"/>
              </a:rPr>
              <a:t>x：原变量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578608"/>
            <a:ext cx="2258568" cy="54864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CG 近似解二次线性系统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91256" y="2615184"/>
            <a:ext cx="210312" cy="0"/>
          </a:xfrm>
          <a:prstGeom prst="line">
            <a:avLst/>
          </a:prstGeom>
          <a:ln w="25400">
            <a:solidFill>
              <a:srgbClr val="124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29000" y="1993392"/>
            <a:ext cx="2542032" cy="1252728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7015" y="2103120"/>
            <a:ext cx="2258568" cy="3931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800" b="1">
                <a:solidFill>
                  <a:srgbClr val="092B56"/>
                </a:solidFill>
                <a:latin typeface="Microsoft YaHei"/>
              </a:rPr>
              <a:t>z：可行副本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015" y="2578608"/>
            <a:ext cx="2258568" cy="54864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跨全部 g 投影到每 TRP 预算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80176" y="2615184"/>
            <a:ext cx="210312" cy="0"/>
          </a:xfrm>
          <a:prstGeom prst="line">
            <a:avLst/>
          </a:prstGeom>
          <a:ln w="25400">
            <a:solidFill>
              <a:srgbClr val="1C76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17920" y="1993392"/>
            <a:ext cx="2542032" cy="1252728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2103120"/>
            <a:ext cx="2258568" cy="3931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800" b="1">
                <a:solidFill>
                  <a:srgbClr val="092B56"/>
                </a:solidFill>
                <a:latin typeface="Microsoft YaHei"/>
              </a:rPr>
              <a:t>y：缩放对偶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2578608"/>
            <a:ext cx="2258568" cy="54864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y ← y + x − z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69096" y="2615184"/>
            <a:ext cx="210312" cy="0"/>
          </a:xfrm>
          <a:prstGeom prst="line">
            <a:avLst/>
          </a:prstGeom>
          <a:ln w="25400">
            <a:solidFill>
              <a:srgbClr val="DF7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006840" y="1993392"/>
            <a:ext cx="2542032" cy="1252728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B1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4856" y="2103120"/>
            <a:ext cx="2258568" cy="3931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800" b="1">
                <a:solidFill>
                  <a:srgbClr val="092B56"/>
                </a:solidFill>
                <a:latin typeface="Microsoft YaHei"/>
              </a:rPr>
              <a:t>残差判断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4856" y="2578608"/>
            <a:ext cx="2258568" cy="54864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原始/对偶残差＋CG 阈值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" y="3767328"/>
            <a:ext cx="5010912" cy="1097280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3822191"/>
            <a:ext cx="4663440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30" b="1">
                <a:solidFill>
                  <a:srgbClr val="000000"/>
                </a:solidFill>
                <a:latin typeface="Microsoft YaHei"/>
              </a:rPr>
              <a:t>CG 所解的线性系统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469" y="4142232"/>
            <a:ext cx="4473316" cy="48463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309359" y="3767328"/>
            <a:ext cx="5010912" cy="1097280"/>
          </a:xfrm>
          <a:prstGeom prst="roundRect">
            <a:avLst/>
          </a:prstGeom>
          <a:solidFill>
            <a:srgbClr val="EEF7F4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3822191"/>
            <a:ext cx="4654296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30" b="1">
                <a:solidFill>
                  <a:srgbClr val="000000"/>
                </a:solidFill>
                <a:latin typeface="Microsoft YaHei"/>
              </a:rPr>
              <a:t>所有资源组共享同一 TRP 预算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8835" y="4123944"/>
            <a:ext cx="1697097" cy="475488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850392" y="5330952"/>
            <a:ext cx="10460736" cy="539496"/>
          </a:xfrm>
          <a:prstGeom prst="roundRect">
            <a:avLst/>
          </a:prstGeom>
          <a:solidFill>
            <a:srgbClr val="FFF7EB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" y="5367527"/>
            <a:ext cx="10149840" cy="44805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80" b="1">
                <a:solidFill>
                  <a:srgbClr val="000000"/>
                </a:solidFill>
                <a:latin typeface="Microsoft YaHei"/>
              </a:rPr>
              <a:t>返回 z 给外层；功率可行、数值对拍、内层收敛、外层停止须分别判断。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b="1">
                <a:solidFill>
                  <a:srgbClr val="092B56"/>
                </a:solidFill>
                <a:latin typeface="Microsoft YaHei"/>
              </a:rPr>
              <a:t>非均匀误差机制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61872"/>
            <a:ext cx="11183112" cy="365760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9224" y="1261872"/>
            <a:ext cx="10954512" cy="36576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00" b="1">
                <a:solidFill>
                  <a:srgbClr val="092B56"/>
                </a:solidFill>
                <a:latin typeface="Microsoft YaHei"/>
              </a:rPr>
              <a:t>链路测量质量 → 条件误差统计 → 接收器与预编码二次项 → 真信道评价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66544"/>
            <a:ext cx="2057400" cy="1225296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157984"/>
            <a:ext cx="1828800" cy="4297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39" b="1">
                <a:solidFill>
                  <a:srgbClr val="092B56"/>
                </a:solidFill>
                <a:latin typeface="Microsoft YaHei"/>
              </a:rPr>
              <a:t>SRS SINR、CSI 年龄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651760"/>
            <a:ext cx="1828800" cy="4937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90" b="0">
                <a:solidFill>
                  <a:srgbClr val="000000"/>
                </a:solidFill>
                <a:latin typeface="Microsoft YaHei"/>
              </a:rPr>
              <a:t>有效观测噪声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0" y="2679192"/>
            <a:ext cx="283464" cy="0"/>
          </a:xfrm>
          <a:prstGeom prst="line">
            <a:avLst/>
          </a:prstGeom>
          <a:ln w="25400">
            <a:solidFill>
              <a:srgbClr val="124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71800" y="2066544"/>
            <a:ext cx="2157984" cy="1225296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0672" y="2157984"/>
            <a:ext cx="1929384" cy="4297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39" b="1">
                <a:solidFill>
                  <a:srgbClr val="092B56"/>
                </a:solidFill>
                <a:latin typeface="Microsoft YaHei"/>
              </a:rPr>
              <a:t>条件协方差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651760"/>
            <a:ext cx="1929384" cy="4937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90" b="0">
                <a:solidFill>
                  <a:srgbClr val="000000"/>
                </a:solidFill>
                <a:latin typeface="Microsoft YaHei"/>
              </a:rPr>
              <a:t>4×4；链路/组不同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129784" y="2679192"/>
            <a:ext cx="301752" cy="0"/>
          </a:xfrm>
          <a:prstGeom prst="line">
            <a:avLst/>
          </a:prstGeom>
          <a:ln w="25400">
            <a:solidFill>
              <a:srgbClr val="DF7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68112" y="2066544"/>
            <a:ext cx="2487168" cy="1225296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86983" y="2157984"/>
            <a:ext cx="2258568" cy="4297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39" b="1">
                <a:solidFill>
                  <a:srgbClr val="092B56"/>
                </a:solidFill>
                <a:latin typeface="Microsoft YaHei"/>
              </a:rPr>
              <a:t>接收器 A、MSE 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6983" y="2651760"/>
            <a:ext cx="2258568" cy="4937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90" b="0">
                <a:solidFill>
                  <a:srgbClr val="000000"/>
                </a:solidFill>
                <a:latin typeface="Microsoft YaHei"/>
              </a:rPr>
              <a:t>Ryy 增加误差干扰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55280" y="2679192"/>
            <a:ext cx="301752" cy="0"/>
          </a:xfrm>
          <a:prstGeom prst="line">
            <a:avLst/>
          </a:prstGeom>
          <a:ln w="25400">
            <a:solidFill>
              <a:srgbClr val="1C76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93608" y="2066544"/>
            <a:ext cx="3200400" cy="1225296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B1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157984"/>
            <a:ext cx="2971800" cy="4297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39" b="1">
                <a:solidFill>
                  <a:srgbClr val="092B56"/>
                </a:solidFill>
                <a:latin typeface="Microsoft YaHei"/>
              </a:rPr>
              <a:t>Q(C) → w → 评价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651760"/>
            <a:ext cx="2971800" cy="4937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90" b="0">
                <a:solidFill>
                  <a:srgbClr val="000000"/>
                </a:solidFill>
                <a:latin typeface="Microsoft YaHei"/>
              </a:rPr>
              <a:t>误差惩罚改变预编码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41064"/>
            <a:ext cx="6601968" cy="987552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977639"/>
            <a:ext cx="6263640" cy="2651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icrosoft YaHei"/>
              </a:rPr>
              <a:t>后验精度由先验、CSI-RS 与 SRS 相加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4512" y="4315968"/>
            <a:ext cx="4419406" cy="429768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662672" y="3941064"/>
            <a:ext cx="3794760" cy="987552"/>
          </a:xfrm>
          <a:prstGeom prst="roundRect">
            <a:avLst/>
          </a:prstGeom>
          <a:solidFill>
            <a:srgbClr val="FFF7EB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4023360"/>
            <a:ext cx="3493008" cy="79552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70" b="1">
                <a:solidFill>
                  <a:srgbClr val="000000"/>
                </a:solidFill>
                <a:latin typeface="Microsoft YaHei"/>
              </a:rPr>
              <a:t>公平对照：固定场景、预算和初值</a:t>
            </a:r>
          </a:p>
          <a:p>
            <a:pPr algn="l"/>
            <a:r>
              <a:rPr sz="1470" b="1">
                <a:solidFill>
                  <a:srgbClr val="000000"/>
                </a:solidFill>
                <a:latin typeface="Microsoft YaHei"/>
              </a:rPr>
              <a:t>仅改变误差模型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5248656"/>
            <a:ext cx="10579608" cy="5029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20" b="1">
                <a:solidFill>
                  <a:srgbClr val="000000"/>
                </a:solidFill>
                <a:latin typeface="Microsoft YaHei"/>
              </a:rPr>
              <a:t>当前是统计误差模型；拟议椭球最坏情况内层尚未实现，性能改善尚无有效对照结论。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核心变量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53312"/>
            <a:ext cx="1645920" cy="448056"/>
          </a:xfrm>
          <a:prstGeom prst="rect">
            <a:avLst/>
          </a:prstGeom>
          <a:solidFill>
            <a:srgbClr val="09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362456"/>
            <a:ext cx="1554480" cy="42976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30" b="1">
                <a:solidFill>
                  <a:srgbClr val="FFFFFF"/>
                </a:solidFill>
                <a:latin typeface="Microsoft YaHei"/>
              </a:rPr>
              <a:t>类别</a:t>
            </a:r>
          </a:p>
        </p:txBody>
      </p:sp>
      <p:sp>
        <p:nvSpPr>
          <p:cNvPr id="5" name="Rectangle 4"/>
          <p:cNvSpPr/>
          <p:nvPr/>
        </p:nvSpPr>
        <p:spPr>
          <a:xfrm>
            <a:off x="2304288" y="1353312"/>
            <a:ext cx="4718304" cy="448056"/>
          </a:xfrm>
          <a:prstGeom prst="rect">
            <a:avLst/>
          </a:prstGeom>
          <a:solidFill>
            <a:srgbClr val="09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50008" y="1362456"/>
            <a:ext cx="4626864" cy="42976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30" b="1">
                <a:solidFill>
                  <a:srgbClr val="FFFFFF"/>
                </a:solidFill>
                <a:latin typeface="Microsoft YaHei"/>
              </a:rPr>
              <a:t>标准符号</a:t>
            </a:r>
          </a:p>
        </p:txBody>
      </p:sp>
      <p:sp>
        <p:nvSpPr>
          <p:cNvPr id="7" name="Rectangle 6"/>
          <p:cNvSpPr/>
          <p:nvPr/>
        </p:nvSpPr>
        <p:spPr>
          <a:xfrm>
            <a:off x="7022592" y="1353312"/>
            <a:ext cx="2980944" cy="448056"/>
          </a:xfrm>
          <a:prstGeom prst="rect">
            <a:avLst/>
          </a:prstGeom>
          <a:solidFill>
            <a:srgbClr val="09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68312" y="1362456"/>
            <a:ext cx="2889503" cy="42976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30" b="1">
                <a:solidFill>
                  <a:srgbClr val="FFFFFF"/>
                </a:solidFill>
                <a:latin typeface="Microsoft YaHei"/>
              </a:rPr>
              <a:t>中文含义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3536" y="1353312"/>
            <a:ext cx="1490472" cy="448056"/>
          </a:xfrm>
          <a:prstGeom prst="rect">
            <a:avLst/>
          </a:prstGeom>
          <a:solidFill>
            <a:srgbClr val="09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49256" y="1362456"/>
            <a:ext cx="1399032" cy="42976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30" b="1">
                <a:solidFill>
                  <a:srgbClr val="FFFFFF"/>
                </a:solidFill>
                <a:latin typeface="Microsoft YaHei"/>
              </a:rPr>
              <a:t>维度 / 单位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865376"/>
            <a:ext cx="10835640" cy="630936"/>
          </a:xfrm>
          <a:prstGeom prst="rect">
            <a:avLst/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1901952"/>
            <a:ext cx="1517904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1">
                <a:solidFill>
                  <a:srgbClr val="000000"/>
                </a:solidFill>
                <a:latin typeface="Microsoft YaHei"/>
              </a:rPr>
              <a:t>索引与规模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68296" y="1901952"/>
            <a:ext cx="4590288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l, k, j, g; Nₜ, Nᵣ,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901952"/>
            <a:ext cx="2852927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90" b="0">
                <a:solidFill>
                  <a:srgbClr val="000000"/>
                </a:solidFill>
                <a:latin typeface="Microsoft YaHei"/>
              </a:rPr>
              <a:t>TRP、UE、资源组；端口、接收天线、流数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67544" y="1901952"/>
            <a:ext cx="1362456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索引；64、4、≤2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2523744"/>
            <a:ext cx="10835640" cy="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58368" y="2551176"/>
            <a:ext cx="10835640" cy="630936"/>
          </a:xfrm>
          <a:prstGeom prst="rect">
            <a:avLst/>
          </a:prstGeom>
          <a:solidFill>
            <a:srgbClr val="F4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" y="2587752"/>
            <a:ext cx="1517904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1">
                <a:solidFill>
                  <a:srgbClr val="000000"/>
                </a:solidFill>
                <a:latin typeface="Microsoft YaHei"/>
              </a:rPr>
              <a:t>信道与测量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68296" y="2587752"/>
            <a:ext cx="4590288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Hᵗʳᵘᵉ, Ĥ,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587752"/>
            <a:ext cx="2852927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90" b="0">
                <a:solidFill>
                  <a:srgbClr val="000000"/>
                </a:solidFill>
                <a:latin typeface="Microsoft YaHei"/>
              </a:rPr>
              <a:t>真信道、估计信道、条件误差协方差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67544" y="2587752"/>
            <a:ext cx="1362456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4×64；4×64；4×4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8368" y="3209544"/>
            <a:ext cx="10835640" cy="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58368" y="3236976"/>
            <a:ext cx="10835640" cy="630936"/>
          </a:xfrm>
          <a:prstGeom prst="rect">
            <a:avLst/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3273552"/>
            <a:ext cx="1517904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1">
                <a:solidFill>
                  <a:srgbClr val="000000"/>
                </a:solidFill>
                <a:latin typeface="Microsoft YaHei"/>
              </a:rPr>
              <a:t>资源变量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68296" y="3273552"/>
            <a:ext cx="4590288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b, χ, ν; w, p, Pₗ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273552"/>
            <a:ext cx="2852927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90" b="0">
                <a:solidFill>
                  <a:srgbClr val="000000"/>
                </a:solidFill>
                <a:latin typeface="Microsoft YaHei"/>
              </a:rPr>
              <a:t>调度、服务、RB 权重；预编码、功率、预算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67544" y="3273552"/>
            <a:ext cx="1362456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0/1；64×r；W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" y="3895344"/>
            <a:ext cx="10835640" cy="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58368" y="3922776"/>
            <a:ext cx="10835640" cy="630936"/>
          </a:xfrm>
          <a:prstGeom prst="rect">
            <a:avLst/>
          </a:prstGeom>
          <a:solidFill>
            <a:srgbClr val="F4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" y="3959352"/>
            <a:ext cx="1517904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1">
                <a:solidFill>
                  <a:srgbClr val="000000"/>
                </a:solidFill>
                <a:latin typeface="Microsoft YaHei"/>
              </a:rPr>
              <a:t>WMMSE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68296" y="3959352"/>
            <a:ext cx="4590288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F, Rʸʸ, A, E, Ω, 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3959352"/>
            <a:ext cx="2852927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90" b="0">
                <a:solidFill>
                  <a:srgbClr val="000000"/>
                </a:solidFill>
                <a:latin typeface="Microsoft YaHei"/>
              </a:rPr>
              <a:t>有效信道、接收协方差、接收器、MSE、权重、效用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67544" y="3959352"/>
            <a:ext cx="1362456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4×r；4×4；r×r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8368" y="4581144"/>
            <a:ext cx="10835640" cy="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58368" y="4608576"/>
            <a:ext cx="10835640" cy="630936"/>
          </a:xfrm>
          <a:prstGeom prst="rect">
            <a:avLst/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" y="4645152"/>
            <a:ext cx="1517904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1">
                <a:solidFill>
                  <a:srgbClr val="000000"/>
                </a:solidFill>
                <a:latin typeface="Microsoft YaHei"/>
              </a:rPr>
              <a:t>ADMM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68296" y="4645152"/>
            <a:ext cx="4590288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x, z, y, 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4645152"/>
            <a:ext cx="2852927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90" b="0">
                <a:solidFill>
                  <a:srgbClr val="000000"/>
                </a:solidFill>
                <a:latin typeface="Microsoft YaHei"/>
              </a:rPr>
              <a:t>原变量、可行副本、缩放对偶、罚参数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67544" y="4645152"/>
            <a:ext cx="1362456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同 w；标量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58368" y="5266944"/>
            <a:ext cx="10835640" cy="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58368" y="5294376"/>
            <a:ext cx="10835640" cy="630936"/>
          </a:xfrm>
          <a:prstGeom prst="rect">
            <a:avLst/>
          </a:prstGeom>
          <a:solidFill>
            <a:srgbClr val="F4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2376" y="5330952"/>
            <a:ext cx="1517904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1">
                <a:solidFill>
                  <a:srgbClr val="000000"/>
                </a:solidFill>
                <a:latin typeface="Microsoft YaHei"/>
              </a:rPr>
              <a:t>评价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68296" y="5330952"/>
            <a:ext cx="4590288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Rˢᴱ, Rᵉˣᵖ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5330952"/>
            <a:ext cx="2852927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90" b="0">
                <a:solidFill>
                  <a:srgbClr val="000000"/>
                </a:solidFill>
                <a:latin typeface="Microsoft YaHei"/>
              </a:rPr>
              <a:t>频谱效率、按协议统计的体验率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67544" y="5330952"/>
            <a:ext cx="1362456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bit/s/Hz；协议口径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新版系统方案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271016"/>
            <a:ext cx="64008" cy="283464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1170432"/>
            <a:ext cx="5138928" cy="4846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</a:rPr>
              <a:t>从测量统计到拟议机制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" y="1792224"/>
            <a:ext cx="466344" cy="466344"/>
          </a:xfrm>
          <a:prstGeom prst="round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" y="1792224"/>
            <a:ext cx="466344" cy="46634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1764792"/>
            <a:ext cx="2194560" cy="47548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</a:rPr>
              <a:t>链路椭球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5032" y="1764792"/>
            <a:ext cx="7415783" cy="521207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000000"/>
                </a:solidFill>
                <a:latin typeface="Microsoft YaHei"/>
              </a:rPr>
              <a:t>由测量统计标定不确定性集合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2331720"/>
            <a:ext cx="0" cy="448056"/>
          </a:xfrm>
          <a:prstGeom prst="line">
            <a:avLst/>
          </a:prstGeom>
          <a:ln w="26670">
            <a:solidFill>
              <a:srgbClr val="E0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0664" y="2825496"/>
            <a:ext cx="466344" cy="466344"/>
          </a:xfrm>
          <a:prstGeom prst="round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2825496"/>
            <a:ext cx="466344" cy="46634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2798064"/>
            <a:ext cx="2194560" cy="47548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</a:rPr>
              <a:t>公平效用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798064"/>
            <a:ext cx="7415783" cy="521207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000000"/>
                </a:solidFill>
                <a:latin typeface="Microsoft YaHei"/>
              </a:rPr>
              <a:t>结合边缘体验与功率成本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" y="3364991"/>
            <a:ext cx="0" cy="448057"/>
          </a:xfrm>
          <a:prstGeom prst="line">
            <a:avLst/>
          </a:prstGeom>
          <a:ln w="26670">
            <a:solidFill>
              <a:srgbClr val="E0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0664" y="3858768"/>
            <a:ext cx="466344" cy="466344"/>
          </a:xfrm>
          <a:prstGeom prst="round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3858768"/>
            <a:ext cx="466344" cy="46634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8176" y="3831335"/>
            <a:ext cx="2194560" cy="47548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</a:rPr>
              <a:t>组稀疏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3831335"/>
            <a:ext cx="7415783" cy="521207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000000"/>
                </a:solidFill>
                <a:latin typeface="Microsoft YaHei"/>
              </a:rPr>
              <a:t>减少弱效链路的服务开销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" y="4398264"/>
            <a:ext cx="0" cy="448056"/>
          </a:xfrm>
          <a:prstGeom prst="line">
            <a:avLst/>
          </a:prstGeom>
          <a:ln w="26670">
            <a:solidFill>
              <a:srgbClr val="E0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0664" y="4892040"/>
            <a:ext cx="466344" cy="466344"/>
          </a:xfrm>
          <a:prstGeom prst="round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4892040"/>
            <a:ext cx="466344" cy="46634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864607"/>
            <a:ext cx="2194560" cy="47548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</a:rPr>
              <a:t>事件触发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4864607"/>
            <a:ext cx="7415783" cy="521207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000000"/>
                </a:solidFill>
                <a:latin typeface="Microsoft YaHei"/>
              </a:rPr>
              <a:t>在保证更新条件下减少通信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032" y="5980176"/>
            <a:ext cx="2926304" cy="42062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958584" y="5952744"/>
            <a:ext cx="4151376" cy="42062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39" b="0">
                <a:solidFill>
                  <a:srgbClr val="000000"/>
                </a:solidFill>
                <a:latin typeface="Microsoft YaHei"/>
              </a:rPr>
              <a:t>Σ 与半径仍需校准和论证。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7808" y="5440680"/>
            <a:ext cx="3364992" cy="32004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80" b="0">
                <a:solidFill>
                  <a:srgbClr val="000000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新方案关键机制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307592"/>
            <a:ext cx="64008" cy="283464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1207008"/>
            <a:ext cx="5166360" cy="4846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</a:rPr>
              <a:t>代表目标与三项难点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792224"/>
            <a:ext cx="4586331" cy="5669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" y="2761488"/>
            <a:ext cx="1984248" cy="612648"/>
          </a:xfrm>
          <a:prstGeom prst="roundRect">
            <a:avLst/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798064"/>
            <a:ext cx="1874519" cy="53035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92B56"/>
                </a:solidFill>
                <a:latin typeface="Microsoft YaHei"/>
              </a:rPr>
              <a:t>鲁棒内层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788920"/>
            <a:ext cx="8010144" cy="56692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20" b="0">
                <a:solidFill>
                  <a:srgbClr val="000000"/>
                </a:solidFill>
                <a:latin typeface="Microsoft YaHei"/>
              </a:rPr>
              <a:t>先定义误差集合与对偶/内层问题；联合 WMMSE 仍非凸。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17520" y="3483864"/>
            <a:ext cx="8092440" cy="0"/>
          </a:xfrm>
          <a:prstGeom prst="line">
            <a:avLst/>
          </a:prstGeom>
          <a:ln w="12700">
            <a:solidFill>
              <a:srgbClr val="E0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94944" y="3776472"/>
            <a:ext cx="1984248" cy="612648"/>
          </a:xfrm>
          <a:prstGeom prst="roundRect">
            <a:avLst/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813048"/>
            <a:ext cx="1874519" cy="53035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92B56"/>
                </a:solidFill>
                <a:latin typeface="Microsoft YaHei"/>
              </a:rPr>
              <a:t>稀疏更新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803904"/>
            <a:ext cx="8010144" cy="56692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20" b="0">
                <a:solidFill>
                  <a:srgbClr val="000000"/>
                </a:solidFill>
                <a:latin typeface="Microsoft YaHei"/>
              </a:rPr>
              <a:t>耦合二次项加组稀疏，不能宣称整体一次软阈值闭式求解。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17520" y="4498848"/>
            <a:ext cx="8092440" cy="0"/>
          </a:xfrm>
          <a:prstGeom prst="line">
            <a:avLst/>
          </a:prstGeom>
          <a:ln w="12700">
            <a:solidFill>
              <a:srgbClr val="E0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94944" y="4791456"/>
            <a:ext cx="1984248" cy="612648"/>
          </a:xfrm>
          <a:prstGeom prst="roundRect">
            <a:avLst/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828032"/>
            <a:ext cx="1874519" cy="53035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92B56"/>
                </a:solidFill>
                <a:latin typeface="Microsoft YaHei"/>
              </a:rPr>
              <a:t>本地共识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818888"/>
            <a:ext cx="8010144" cy="56692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20" b="0">
                <a:solidFill>
                  <a:srgbClr val="000000"/>
                </a:solidFill>
                <a:latin typeface="Microsoft YaHei"/>
              </a:rPr>
              <a:t>明确 TRP 局部变量、CPU 共识、消息缓存、触发与停止。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998464"/>
            <a:ext cx="10460736" cy="42976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10" b="1">
                <a:solidFill>
                  <a:srgbClr val="000000"/>
                </a:solidFill>
                <a:latin typeface="Microsoft YaHei"/>
              </a:rPr>
              <a:t>更大误差、功率下降和通信节省均需在同条件对照中验证。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JmYmVhMGQ2YWQwOTc0ZDFkYmVkZTE0NzFkNThlYz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heme/theme1.xml><?xml version="1.0" encoding="utf-8"?>
<a:theme xmlns:a="http://schemas.openxmlformats.org/drawingml/2006/main" name="Office 主题​​">
  <a:themeElements>
    <a:clrScheme name="自定义 3">
      <a:dk1>
        <a:sysClr val="windowText" lastClr="000000"/>
      </a:dk1>
      <a:lt1>
        <a:sysClr val="window" lastClr="FFFFFF"/>
      </a:lt1>
      <a:dk2>
        <a:srgbClr val="003399"/>
      </a:dk2>
      <a:lt2>
        <a:srgbClr val="FFFFFF"/>
      </a:lt2>
      <a:accent1>
        <a:srgbClr val="00339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3">
      <a:dk1>
        <a:sysClr val="windowText" lastClr="000000"/>
      </a:dk1>
      <a:lt1>
        <a:sysClr val="window" lastClr="FFFFFF"/>
      </a:lt1>
      <a:dk2>
        <a:srgbClr val="003399"/>
      </a:dk2>
      <a:lt2>
        <a:srgbClr val="FFFFFF"/>
      </a:lt2>
      <a:accent1>
        <a:srgbClr val="00339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1850</Words>
  <Application>Microsoft Office PowerPoint</Application>
  <PresentationFormat>宽屏</PresentationFormat>
  <Paragraphs>178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Microsoft YaHei</vt:lpstr>
      <vt:lpstr>Microsoft YaHei</vt:lpstr>
      <vt:lpstr>微软雅黑 Light</vt:lpstr>
      <vt:lpstr>Arial</vt:lpstr>
      <vt:lpstr>Calibri</vt:lpstr>
      <vt:lpstr>Century Gothic</vt:lpstr>
      <vt:lpstr>Office 主题​​</vt:lpstr>
      <vt:lpstr>1_Office 主题​​</vt:lpstr>
      <vt:lpstr>PowerPoint 演示文稿</vt:lpstr>
      <vt:lpstr>主要内容</vt:lpstr>
      <vt:lpstr>研究问题与目标</vt:lpstr>
      <vt:lpstr>网络拓扑与协同架构</vt:lpstr>
      <vt:lpstr>系统框架</vt:lpstr>
      <vt:lpstr>信道与测量模型</vt:lpstr>
      <vt:lpstr>资源变量与优化目标</vt:lpstr>
      <vt:lpstr>接收模型与速率</vt:lpstr>
      <vt:lpstr>WMMSE 更新</vt:lpstr>
      <vt:lpstr>ADMM 求解</vt:lpstr>
      <vt:lpstr>非均匀误差机制</vt:lpstr>
      <vt:lpstr>核心变量</vt:lpstr>
      <vt:lpstr>新版系统方案</vt:lpstr>
      <vt:lpstr>新方案关键机制</vt:lpstr>
    </vt:vector>
  </TitlesOfParts>
  <Company>Guilddesign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Sung Ha, Park</dc:creator>
  <cp:lastModifiedBy>亚萍 宋</cp:lastModifiedBy>
  <cp:revision>1</cp:revision>
  <cp:lastPrinted>2025-12-14T09:05:23Z</cp:lastPrinted>
  <dcterms:created xsi:type="dcterms:W3CDTF">2025-12-14T09:05:23Z</dcterms:created>
  <dcterms:modified xsi:type="dcterms:W3CDTF">2026-10-20T02:55:18Z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5F83327A812F4435B25E525EBED23916_13</vt:lpwstr>
  </property>
  <property fmtid="{D5CDD505-2E9C-101B-9397-08002B2CF9AE}" pid="3" name="KSOProductBuildVer">
    <vt:lpwstr>2052-12.9.0.24013</vt:lpwstr>
  </property>
</Properties>
</file>