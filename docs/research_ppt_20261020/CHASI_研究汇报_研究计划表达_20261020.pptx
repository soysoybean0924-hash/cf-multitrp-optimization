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theme/theme2.xml" ContentType="application/vnd.openxmlformats-officedocument.theme+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6.xml" ContentType="application/vnd.openxmlformats-officedocument.presentationml.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99" r:id="rId2"/>
  </p:sldMasterIdLst>
  <p:notesMasterIdLst>
    <p:notesMasterId r:id="rId18"/>
  </p:notesMasterIdLst>
  <p:handoutMasterIdLst>
    <p:handoutMasterId r:id="rId19"/>
  </p:handoutMasterIdLst>
  <p:sldIdLst>
    <p:sldId id="2531" r:id="rId3"/>
    <p:sldId id="5977" r:id="rId4"/>
    <p:sldId id="5978" r:id="rId5"/>
    <p:sldId id="5979" r:id="rId6"/>
    <p:sldId id="5980" r:id="rId7"/>
    <p:sldId id="5981" r:id="rId8"/>
    <p:sldId id="5982" r:id="rId9"/>
    <p:sldId id="5983" r:id="rId10"/>
    <p:sldId id="5984" r:id="rId11"/>
    <p:sldId id="5992" r:id="rId26"/>
    <p:sldId id="5985" r:id="rId12"/>
    <p:sldId id="5986" r:id="rId13"/>
    <p:sldId id="5990" r:id="rId16"/>
    <p:sldId id="5991" r:id="rId17"/>
  </p:sldIdLst>
  <p:sldSz cx="12192000" cy="6858000"/>
  <p:notesSz cx="7099300" cy="10234613"/>
  <p:custDataLst>
    <p:tags r:id="rId20"/>
  </p:custDataLst>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宋体"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itchFamily="2" charset="-122"/>
        <a:cs typeface="+mn-cs"/>
      </a:defRPr>
    </a:lvl9pPr>
  </p:defaultTextStyle>
  <p:extLst>
    <p:ext uri="{EFAFB233-063F-42B5-8137-9DF3F51BA10A}">
      <p15:sldGuideLst xmlns:p15="http://schemas.microsoft.com/office/powerpoint/2012/main">
        <p15:guide id="1" pos="392" userDrawn="1">
          <p15:clr>
            <a:srgbClr val="A4A3A4"/>
          </p15:clr>
        </p15:guide>
        <p15:guide id="2" pos="7256" userDrawn="1">
          <p15:clr>
            <a:srgbClr val="A4A3A4"/>
          </p15:clr>
        </p15:guide>
        <p15:guide id="3" orient="horz" pos="576" userDrawn="1">
          <p15:clr>
            <a:srgbClr val="A4A3A4"/>
          </p15:clr>
        </p15:guide>
        <p15:guide id="4" orient="horz" pos="3998" userDrawn="1">
          <p15:clr>
            <a:srgbClr val="A4A3A4"/>
          </p15:clr>
        </p15:guide>
        <p15:guide id="5" orient="horz" pos="3800" userDrawn="1">
          <p15:clr>
            <a:srgbClr val="A4A3A4"/>
          </p15:clr>
        </p15:guide>
      </p15:sldGuideLst>
    </p:ext>
    <p:ext uri="{2D200454-40CA-4A62-9FC3-DE9A4176ACB9}">
      <p15:notesGuideLst xmlns:p15="http://schemas.microsoft.com/office/powerpoint/2012/main">
        <p15:guide id="1" orient="horz" pos="3452">
          <p15:clr>
            <a:srgbClr val="A4A3A4"/>
          </p15:clr>
        </p15:guide>
        <p15:guide id="2" pos="218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Windows 用户" initials="W用" lastIdx="4" clrIdx="0"/>
  <p:cmAuthor id="2" name="lj" initials="l" lastIdx="1" clrIdx="1"/>
  <p:cmAuthor id="3" name="Jason Zhang" initials="JZ" lastIdx="12" clrIdx="2"/>
  <p:cmAuthor id="4" name="可爱的小马驹ヾ" initials="可" lastIdx="1" clrIdx="3"/>
  <p:cmAuthor id="5" name="Tyselina Zheng" initials="TZ" lastIdx="2" clrIdx="4"/>
</p:cmAuthorLst>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2F528F"/>
    <a:srgbClr val="CBCDDE"/>
    <a:srgbClr val="002B84"/>
    <a:srgbClr val="95D1E2"/>
    <a:srgbClr val="E7E8EF"/>
    <a:srgbClr val="E6E6E6"/>
    <a:srgbClr val="003399"/>
    <a:srgbClr val="C00000"/>
    <a:srgbClr val="DCF0F5"/>
    <a:srgbClr val="FBD4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782" autoAdjust="0"/>
    <p:restoredTop sz="96238" autoAdjust="0"/>
  </p:normalViewPr>
  <p:slideViewPr>
    <p:cSldViewPr showGuides="1">
      <p:cViewPr varScale="1">
        <p:scale>
          <a:sx n="82" d="100"/>
          <a:sy n="82" d="100"/>
        </p:scale>
        <p:origin x="773" y="72"/>
      </p:cViewPr>
      <p:guideLst>
        <p:guide pos="392"/>
        <p:guide pos="7256"/>
        <p:guide orient="horz" pos="576"/>
        <p:guide orient="horz" pos="3998"/>
        <p:guide orient="horz" pos="3800"/>
      </p:guideLst>
    </p:cSldViewPr>
  </p:slideViewPr>
  <p:notesTextViewPr>
    <p:cViewPr>
      <p:scale>
        <a:sx n="150" d="100"/>
        <a:sy n="150" d="100"/>
      </p:scale>
      <p:origin x="0" y="0"/>
    </p:cViewPr>
  </p:notesTextViewPr>
  <p:sorterViewPr>
    <p:cViewPr>
      <p:scale>
        <a:sx n="66" d="100"/>
        <a:sy n="66" d="100"/>
      </p:scale>
      <p:origin x="0" y="1186"/>
    </p:cViewPr>
  </p:sorterViewPr>
  <p:notesViewPr>
    <p:cSldViewPr>
      <p:cViewPr varScale="1">
        <p:scale>
          <a:sx n="30" d="100"/>
          <a:sy n="30" d="100"/>
        </p:scale>
        <p:origin x="-2261" y="-67"/>
      </p:cViewPr>
      <p:guideLst>
        <p:guide orient="horz" pos="3452"/>
        <p:guide pos="218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commentAuthors" Target="commentAuthor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22" Type="http://schemas.openxmlformats.org/officeDocument/2006/relationships/presProps" Target="presProps.xml"/><Relationship Id="rId26" Type="http://schemas.openxmlformats.org/officeDocument/2006/relationships/slide" Target="slides/slide1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5234" name="Rectangle 2"/>
          <p:cNvSpPr>
            <a:spLocks noGrp="1" noChangeArrowheads="1"/>
          </p:cNvSpPr>
          <p:nvPr>
            <p:ph type="hdr" sz="quarter"/>
          </p:nvPr>
        </p:nvSpPr>
        <p:spPr bwMode="auto">
          <a:xfrm>
            <a:off x="0" y="1"/>
            <a:ext cx="3076575" cy="511175"/>
          </a:xfrm>
          <a:prstGeom prst="rect">
            <a:avLst/>
          </a:prstGeom>
          <a:noFill/>
          <a:ln w="9525">
            <a:noFill/>
            <a:miter lim="800000"/>
          </a:ln>
          <a:effectLst/>
        </p:spPr>
        <p:txBody>
          <a:bodyPr vert="horz" wrap="square" lIns="94263" tIns="47133" rIns="94263" bIns="47133" numCol="1" anchor="t" anchorCtr="0" compatLnSpc="1"/>
          <a:lstStyle>
            <a:lvl1pPr eaLnBrk="1" hangingPunct="1">
              <a:defRPr sz="1200">
                <a:latin typeface="Arial" panose="020B0604020202020204" pitchFamily="34" charset="0"/>
                <a:ea typeface="+mn-ea"/>
              </a:defRPr>
            </a:lvl1pPr>
          </a:lstStyle>
          <a:p>
            <a:pPr>
              <a:defRPr/>
            </a:pPr>
            <a:endParaRPr lang="en-US" altLang="zh-CN"/>
          </a:p>
        </p:txBody>
      </p:sp>
      <p:sp>
        <p:nvSpPr>
          <p:cNvPr id="95235" name="Rectangle 3"/>
          <p:cNvSpPr>
            <a:spLocks noGrp="1" noChangeArrowheads="1"/>
          </p:cNvSpPr>
          <p:nvPr>
            <p:ph type="dt" sz="quarter" idx="1"/>
          </p:nvPr>
        </p:nvSpPr>
        <p:spPr bwMode="auto">
          <a:xfrm>
            <a:off x="4021139" y="1"/>
            <a:ext cx="3076575" cy="511175"/>
          </a:xfrm>
          <a:prstGeom prst="rect">
            <a:avLst/>
          </a:prstGeom>
          <a:noFill/>
          <a:ln w="9525">
            <a:noFill/>
            <a:miter lim="800000"/>
          </a:ln>
          <a:effectLst/>
        </p:spPr>
        <p:txBody>
          <a:bodyPr vert="horz" wrap="square" lIns="94263" tIns="47133" rIns="94263" bIns="47133" numCol="1" anchor="t" anchorCtr="0" compatLnSpc="1"/>
          <a:lstStyle>
            <a:lvl1pPr algn="r" eaLnBrk="1" hangingPunct="1">
              <a:defRPr sz="1200">
                <a:latin typeface="Arial" panose="020B0604020202020204" pitchFamily="34" charset="0"/>
                <a:ea typeface="+mn-ea"/>
              </a:defRPr>
            </a:lvl1pPr>
          </a:lstStyle>
          <a:p>
            <a:pPr>
              <a:defRPr/>
            </a:pPr>
            <a:endParaRPr lang="en-US" altLang="zh-CN"/>
          </a:p>
        </p:txBody>
      </p:sp>
      <p:sp>
        <p:nvSpPr>
          <p:cNvPr id="95236" name="Rectangle 4"/>
          <p:cNvSpPr>
            <a:spLocks noGrp="1" noChangeArrowheads="1"/>
          </p:cNvSpPr>
          <p:nvPr>
            <p:ph type="ftr" sz="quarter" idx="2"/>
          </p:nvPr>
        </p:nvSpPr>
        <p:spPr bwMode="auto">
          <a:xfrm>
            <a:off x="0" y="9721850"/>
            <a:ext cx="3076575" cy="511175"/>
          </a:xfrm>
          <a:prstGeom prst="rect">
            <a:avLst/>
          </a:prstGeom>
          <a:noFill/>
          <a:ln w="9525">
            <a:noFill/>
            <a:miter lim="800000"/>
          </a:ln>
          <a:effectLst/>
        </p:spPr>
        <p:txBody>
          <a:bodyPr vert="horz" wrap="square" lIns="94263" tIns="47133" rIns="94263" bIns="47133" numCol="1" anchor="b" anchorCtr="0" compatLnSpc="1"/>
          <a:lstStyle>
            <a:lvl1pPr eaLnBrk="1" hangingPunct="1">
              <a:defRPr sz="1200">
                <a:latin typeface="Arial" panose="020B0604020202020204" pitchFamily="34" charset="0"/>
                <a:ea typeface="+mn-ea"/>
              </a:defRPr>
            </a:lvl1pPr>
          </a:lstStyle>
          <a:p>
            <a:pPr>
              <a:defRPr/>
            </a:pPr>
            <a:endParaRPr lang="en-US" altLang="zh-CN"/>
          </a:p>
        </p:txBody>
      </p:sp>
      <p:sp>
        <p:nvSpPr>
          <p:cNvPr id="95237" name="Rectangle 5"/>
          <p:cNvSpPr>
            <a:spLocks noGrp="1" noChangeArrowheads="1"/>
          </p:cNvSpPr>
          <p:nvPr>
            <p:ph type="sldNum" sz="quarter" idx="3"/>
          </p:nvPr>
        </p:nvSpPr>
        <p:spPr bwMode="auto">
          <a:xfrm>
            <a:off x="4021139" y="9721850"/>
            <a:ext cx="3076575" cy="511175"/>
          </a:xfrm>
          <a:prstGeom prst="rect">
            <a:avLst/>
          </a:prstGeom>
          <a:noFill/>
          <a:ln w="9525">
            <a:noFill/>
            <a:miter lim="800000"/>
          </a:ln>
          <a:effectLst/>
        </p:spPr>
        <p:txBody>
          <a:bodyPr vert="horz" wrap="square" lIns="94263" tIns="47133" rIns="94263" bIns="47133" numCol="1" anchor="b" anchorCtr="0" compatLnSpc="1"/>
          <a:lstStyle>
            <a:lvl1pPr algn="r" eaLnBrk="1" hangingPunct="1">
              <a:defRPr sz="1200">
                <a:latin typeface="Arial" panose="020B0604020202020204" pitchFamily="34" charset="0"/>
                <a:ea typeface="宋体" pitchFamily="2" charset="-122"/>
              </a:defRPr>
            </a:lvl1pPr>
          </a:lstStyle>
          <a:p>
            <a:pPr>
              <a:defRPr/>
            </a:pPr>
            <a:fld id="{FEB6453C-91E2-453A-8CFB-E8A5E658B759}" type="slidenum">
              <a:rPr lang="en-US" altLang="zh-CN"/>
              <a:t>‹#›</a:t>
            </a:fld>
            <a:endParaRPr lang="en-US" altLang="zh-CN"/>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3076575" cy="511175"/>
          </a:xfrm>
          <a:prstGeom prst="rect">
            <a:avLst/>
          </a:prstGeom>
        </p:spPr>
        <p:txBody>
          <a:bodyPr vert="horz" lIns="94263" tIns="47133" rIns="94263" bIns="47133" rtlCol="0"/>
          <a:lstStyle>
            <a:lvl1pPr algn="l" eaLnBrk="1" hangingPunct="1">
              <a:defRPr sz="1200">
                <a:latin typeface="Arial" panose="020B0604020202020204" pitchFamily="34" charset="0"/>
                <a:ea typeface="+mn-ea"/>
              </a:defRPr>
            </a:lvl1pPr>
          </a:lstStyle>
          <a:p>
            <a:pPr>
              <a:defRPr/>
            </a:pPr>
            <a:endParaRPr lang="zh-CN" altLang="en-US"/>
          </a:p>
        </p:txBody>
      </p:sp>
      <p:sp>
        <p:nvSpPr>
          <p:cNvPr id="3" name="日期占位符 2"/>
          <p:cNvSpPr>
            <a:spLocks noGrp="1"/>
          </p:cNvSpPr>
          <p:nvPr>
            <p:ph type="dt" idx="1"/>
          </p:nvPr>
        </p:nvSpPr>
        <p:spPr>
          <a:xfrm>
            <a:off x="4021139" y="1"/>
            <a:ext cx="3076575" cy="511175"/>
          </a:xfrm>
          <a:prstGeom prst="rect">
            <a:avLst/>
          </a:prstGeom>
        </p:spPr>
        <p:txBody>
          <a:bodyPr vert="horz" lIns="94263" tIns="47133" rIns="94263" bIns="47133" rtlCol="0"/>
          <a:lstStyle>
            <a:lvl1pPr algn="r" eaLnBrk="1" hangingPunct="1">
              <a:defRPr sz="1200">
                <a:latin typeface="Arial" panose="020B0604020202020204" pitchFamily="34" charset="0"/>
                <a:ea typeface="+mn-ea"/>
              </a:defRPr>
            </a:lvl1pPr>
          </a:lstStyle>
          <a:p>
            <a:pPr>
              <a:defRPr/>
            </a:pPr>
            <a:fld id="{F6709892-4A62-41CA-BB2D-19E92E32BA1A}" type="datetimeFigureOut">
              <a:rPr lang="zh-CN" altLang="en-US"/>
              <a:t>2026/10/20</a:t>
            </a:fld>
            <a:endParaRPr lang="zh-CN" altLang="en-US"/>
          </a:p>
        </p:txBody>
      </p:sp>
      <p:sp>
        <p:nvSpPr>
          <p:cNvPr id="4" name="幻灯片图像占位符 3"/>
          <p:cNvSpPr>
            <a:spLocks noGrp="1" noRot="1" noChangeAspect="1"/>
          </p:cNvSpPr>
          <p:nvPr>
            <p:ph type="sldImg" idx="2"/>
          </p:nvPr>
        </p:nvSpPr>
        <p:spPr>
          <a:xfrm>
            <a:off x="139700" y="768350"/>
            <a:ext cx="6819900" cy="3836988"/>
          </a:xfrm>
          <a:prstGeom prst="rect">
            <a:avLst/>
          </a:prstGeom>
          <a:noFill/>
          <a:ln w="12700">
            <a:solidFill>
              <a:prstClr val="black"/>
            </a:solidFill>
          </a:ln>
        </p:spPr>
        <p:txBody>
          <a:bodyPr vert="horz" lIns="94263" tIns="47133" rIns="94263" bIns="47133" rtlCol="0" anchor="ctr"/>
          <a:lstStyle/>
          <a:p>
            <a:pPr lvl="0"/>
            <a:endParaRPr lang="zh-CN" altLang="en-US" noProof="0"/>
          </a:p>
        </p:txBody>
      </p:sp>
      <p:sp>
        <p:nvSpPr>
          <p:cNvPr id="5" name="备注占位符 4"/>
          <p:cNvSpPr>
            <a:spLocks noGrp="1"/>
          </p:cNvSpPr>
          <p:nvPr>
            <p:ph type="body" sz="quarter" idx="3"/>
          </p:nvPr>
        </p:nvSpPr>
        <p:spPr>
          <a:xfrm>
            <a:off x="709613" y="4859338"/>
            <a:ext cx="5680075" cy="4606925"/>
          </a:xfrm>
          <a:prstGeom prst="rect">
            <a:avLst/>
          </a:prstGeom>
        </p:spPr>
        <p:txBody>
          <a:bodyPr vert="horz" lIns="94263" tIns="47133" rIns="94263" bIns="47133" rtlCol="0">
            <a:normAutofit/>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9721850"/>
            <a:ext cx="3076575" cy="511175"/>
          </a:xfrm>
          <a:prstGeom prst="rect">
            <a:avLst/>
          </a:prstGeom>
        </p:spPr>
        <p:txBody>
          <a:bodyPr vert="horz" lIns="94263" tIns="47133" rIns="94263" bIns="47133" rtlCol="0" anchor="b"/>
          <a:lstStyle>
            <a:lvl1pPr algn="l" eaLnBrk="1" hangingPunct="1">
              <a:defRPr sz="1200">
                <a:latin typeface="Arial" panose="020B0604020202020204" pitchFamily="34" charset="0"/>
                <a:ea typeface="+mn-ea"/>
              </a:defRPr>
            </a:lvl1pPr>
          </a:lstStyle>
          <a:p>
            <a:pPr>
              <a:defRPr/>
            </a:pPr>
            <a:endParaRPr lang="zh-CN" altLang="en-US"/>
          </a:p>
        </p:txBody>
      </p:sp>
      <p:sp>
        <p:nvSpPr>
          <p:cNvPr id="7" name="灯片编号占位符 6"/>
          <p:cNvSpPr>
            <a:spLocks noGrp="1"/>
          </p:cNvSpPr>
          <p:nvPr>
            <p:ph type="sldNum" sz="quarter" idx="5"/>
          </p:nvPr>
        </p:nvSpPr>
        <p:spPr>
          <a:xfrm>
            <a:off x="4021139" y="9721850"/>
            <a:ext cx="3076575" cy="511175"/>
          </a:xfrm>
          <a:prstGeom prst="rect">
            <a:avLst/>
          </a:prstGeom>
        </p:spPr>
        <p:txBody>
          <a:bodyPr vert="horz" wrap="square" lIns="94263" tIns="47133" rIns="94263" bIns="47133" numCol="1" anchor="b" anchorCtr="0" compatLnSpc="1"/>
          <a:lstStyle>
            <a:lvl1pPr algn="r" eaLnBrk="1" hangingPunct="1">
              <a:defRPr sz="1200">
                <a:latin typeface="Arial" panose="020B0604020202020204" pitchFamily="34" charset="0"/>
                <a:ea typeface="宋体" pitchFamily="2" charset="-122"/>
              </a:defRPr>
            </a:lvl1pPr>
          </a:lstStyle>
          <a:p>
            <a:pPr>
              <a:defRPr/>
            </a:pPr>
            <a:fld id="{20B90B85-D45D-43B0-886B-48C061D8B8B2}" type="slidenum">
              <a:rPr lang="zh-CN" altLang="en-US"/>
              <a:t>‹#›</a:t>
            </a:fld>
            <a:endParaRPr lang="zh-CN" altLang="en-US"/>
          </a:p>
        </p:txBody>
      </p:sp>
    </p:spTree>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73038" y="796925"/>
            <a:ext cx="7069137" cy="3976688"/>
          </a:xfrm>
        </p:spPr>
      </p:sp>
      <p:sp>
        <p:nvSpPr>
          <p:cNvPr id="3" name="备注占位符 2"/>
          <p:cNvSpPr>
            <a:spLocks noGrp="1"/>
          </p:cNvSpPr>
          <p:nvPr>
            <p:ph type="body" idx="1"/>
          </p:nvPr>
        </p:nvSpPr>
        <p:spPr/>
        <p:txBody>
          <a:bodyPr/>
          <a:lstStyle/>
          <a:p>
            <a:r>
              <a:rPr dirty="0" err="1"/>
              <a:t>研究对象：茶思任务中的非理想SRS</a:t>
            </a:r>
            <a:r>
              <a:rPr dirty="0"/>
              <a:t>/</a:t>
            </a:r>
            <a:r>
              <a:rPr dirty="0" err="1"/>
              <a:t>CSI与用户中心多TRP协同</a:t>
            </a:r>
            <a:r>
              <a:rPr dirty="0"/>
              <a:t>。</a:t>
            </a:r>
          </a:p>
          <a:p>
            <a:endParaRPr dirty="0"/>
          </a:p>
          <a:p>
            <a:r>
              <a:rPr dirty="0" err="1"/>
              <a:t>讲解从茶思原始难题开始：非理想</a:t>
            </a:r>
            <a:r>
              <a:rPr dirty="0"/>
              <a:t> SRS/CSI </a:t>
            </a:r>
            <a:r>
              <a:rPr dirty="0" err="1"/>
              <a:t>下，多</a:t>
            </a:r>
            <a:r>
              <a:rPr dirty="0"/>
              <a:t> TRP </a:t>
            </a:r>
            <a:r>
              <a:rPr dirty="0" err="1"/>
              <a:t>协同需要兼顾边缘体验、跨资源功率与规模。标题中的“优化研究”对应当前已实现的矩阵</a:t>
            </a:r>
            <a:r>
              <a:rPr dirty="0"/>
              <a:t> WMMSE </a:t>
            </a:r>
            <a:r>
              <a:rPr dirty="0" err="1"/>
              <a:t>与集中式</a:t>
            </a:r>
            <a:r>
              <a:rPr dirty="0"/>
              <a:t> ADMM，也包含尚未完成的鲁棒扩展；不要把本汇报说成完整验收。下一页给出四段阅读顺序。追问：成果是否已达标？目前只能说同输入数值对拍和功率可行有记录，正式规模收敛及新版效果未证实。</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t>四段讲述顺序：①研究问题与原任务目标；②物理与等效模型、当前评价；③现有 WMMSE–ADMM 求解及测量质量感知误差建模；④拟研究的变量、误差集合、集中式对照和 TRP 本地化验证。正文共14页，最后一页为研究扩展位置与验证顺序；不另设结束页。每段区分原始目标、当前实现、保存验证记录和研究设想。</a:t>
            </a: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CD7A2CCA-E5D5-4859-8035-B358016F08F8}" type="slidenum">
              <a:rPr kumimoji="0" lang="zh-CN" altLang="en-US" sz="1200" b="0" i="0" u="none" strike="noStrike" kern="1200" cap="none" spc="0" normalizeH="0" baseline="0" noProof="0" smtClean="0">
                <a:ln>
                  <a:noFill/>
                </a:ln>
                <a:solidFill>
                  <a:prstClr val="black"/>
                </a:solidFill>
                <a:effectLst/>
                <a:uLnTx/>
                <a:uFillTx/>
                <a:latin typeface="微软雅黑" panose="020B0503020204020204" pitchFamily="34" charset="-122"/>
                <a:ea typeface="微软雅黑" panose="020B0503020204020204" pitchFamily="34" charset="-122"/>
                <a:cs typeface="+mn-cs"/>
              </a:rPr>
              <a:t>2</a:t>
            </a:fld>
            <a:endPar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本页回答“</a:t>
            </a:r>
            <a:r>
              <a:rPr dirty="0" err="1"/>
              <a:t>困难为什么需要这些方法</a:t>
            </a:r>
            <a:r>
              <a:rPr dirty="0"/>
              <a:t>”。</a:t>
            </a:r>
            <a:r>
              <a:rPr dirty="0" err="1"/>
              <a:t>按每行从左到右读：不同</a:t>
            </a:r>
            <a:r>
              <a:rPr dirty="0"/>
              <a:t> UE–TRP </a:t>
            </a:r>
            <a:r>
              <a:rPr dirty="0" err="1"/>
              <a:t>的测量质量导致条件误差不同，当前用链路统计</a:t>
            </a:r>
            <a:r>
              <a:rPr dirty="0"/>
              <a:t> C </a:t>
            </a:r>
            <a:r>
              <a:rPr dirty="0" err="1"/>
              <a:t>进入接收与预编码；边缘</a:t>
            </a:r>
            <a:r>
              <a:rPr dirty="0"/>
              <a:t> UE </a:t>
            </a:r>
            <a:r>
              <a:rPr dirty="0" err="1"/>
              <a:t>协同受有用信号和干扰共同影响，用用户中心服务和</a:t>
            </a:r>
            <a:r>
              <a:rPr dirty="0"/>
              <a:t> WMMSE 更新；273 RB </a:t>
            </a:r>
            <a:r>
              <a:rPr dirty="0" err="1"/>
              <a:t>使各资源组共享</a:t>
            </a:r>
            <a:r>
              <a:rPr dirty="0"/>
              <a:t> TRP </a:t>
            </a:r>
            <a:r>
              <a:rPr dirty="0" err="1"/>
              <a:t>功率预算，当前集中式</a:t>
            </a:r>
            <a:r>
              <a:rPr dirty="0"/>
              <a:t> ADMM </a:t>
            </a:r>
            <a:r>
              <a:rPr dirty="0" err="1"/>
              <a:t>做联合投影。右侧列的是应检验的量，不是已经达成的效果。当前尚未实现椭球最坏情况或</a:t>
            </a:r>
            <a:r>
              <a:rPr dirty="0"/>
              <a:t> TRP </a:t>
            </a:r>
            <a:r>
              <a:rPr dirty="0" err="1"/>
              <a:t>本地分布式。第</a:t>
            </a:r>
            <a:r>
              <a:rPr dirty="0"/>
              <a:t> 4 </a:t>
            </a:r>
            <a:r>
              <a:rPr dirty="0" err="1"/>
              <a:t>页转到真实七站拓扑</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回答：七站三扇区、UE</a:t>
            </a:r>
            <a:r>
              <a:rPr dirty="0"/>
              <a:t> </a:t>
            </a:r>
            <a:r>
              <a:rPr dirty="0" err="1"/>
              <a:t>空间分布、服务关系和</a:t>
            </a:r>
            <a:r>
              <a:rPr dirty="0"/>
              <a:t> CPU </a:t>
            </a:r>
            <a:r>
              <a:rPr dirty="0" err="1"/>
              <a:t>分工。左图是</a:t>
            </a:r>
            <a:r>
              <a:rPr dirty="0"/>
              <a:t> MATLAB 输出的真实坐标；全部210个 UE </a:t>
            </a:r>
            <a:r>
              <a:rPr dirty="0" err="1"/>
              <a:t>均为独立散点，未重复画点。MATLAB</a:t>
            </a:r>
            <a:r>
              <a:rPr dirty="0"/>
              <a:t> lines(7)</a:t>
            </a:r>
            <a:r>
              <a:rPr dirty="0" err="1"/>
              <a:t>颜色按</a:t>
            </a:r>
            <a:r>
              <a:rPr dirty="0"/>
              <a:t> home </a:t>
            </a:r>
            <a:r>
              <a:rPr dirty="0" err="1"/>
              <a:t>所在站</a:t>
            </a:r>
            <a:r>
              <a:rPr dirty="0"/>
              <a:t> S1–S7：S1蓝、S2橙、S3黄、S4紫、S5绿、S6青、S7洋红/</a:t>
            </a:r>
            <a:r>
              <a:rPr dirty="0" err="1"/>
              <a:t>暗红。颜色不是调度或完整服务集合。右图</a:t>
            </a:r>
            <a:r>
              <a:rPr dirty="0"/>
              <a:t> UE7 的 home=T01，服务集合 T01/T02；两TRP共址，服务连线可能重合。CPU 为逻辑协调节点，不是实际部署坐标。原材料规定每小区10–20 UE、小区内均匀分布；当前10 UE/小区，总210。chasi_geometry_from_samples.m </a:t>
            </a:r>
            <a:r>
              <a:rPr dirty="0" err="1"/>
              <a:t>以中心</a:t>
            </a:r>
            <a:r>
              <a:rPr dirty="0"/>
              <a:t>(450,450)m、外围6站距中心300m生成；每站三个 TRP </a:t>
            </a:r>
            <a:r>
              <a:rPr dirty="0" err="1"/>
              <a:t>共址；UE</a:t>
            </a:r>
            <a:r>
              <a:rPr dirty="0"/>
              <a:t> 在每扇区25–150m环扇区，以 θ=</a:t>
            </a:r>
            <a:r>
              <a:rPr dirty="0" err="1"/>
              <a:t>φ_l</a:t>
            </a:r>
            <a:r>
              <a:rPr dirty="0"/>
              <a:t>+(v−1/2)2π/3 与 r=sqrt(rmin²+u(rmax²−rmin²))采样，因此面积均匀。25–150m边界是项目假设。home </a:t>
            </a:r>
            <a:r>
              <a:rPr dirty="0" err="1"/>
              <a:t>为生成扇区，服务集合为</a:t>
            </a:r>
            <a:r>
              <a:rPr dirty="0"/>
              <a:t> home </a:t>
            </a:r>
            <a:r>
              <a:rPr dirty="0" err="1"/>
              <a:t>加最近活动</a:t>
            </a:r>
            <a:r>
              <a:rPr dirty="0"/>
              <a:t> TRP，当前上限2。扇形不是无干扰硬覆盖。下一页沿变量看执行链。追问：紫色点是什么？是初始归属 S4 </a:t>
            </a:r>
            <a:r>
              <a:rPr dirty="0" err="1"/>
              <a:t>的真实</a:t>
            </a:r>
            <a:r>
              <a:rPr dirty="0"/>
              <a:t> 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沿编号讲真实执行顺序。chasi_run.m 调 chasi_generate_scene.m → chasi_generate_traffic.m → chasi_matrix_wmmse.m → chasi_evaluate.m，当前是原生 MATLAB 求解，不再经旧 Python 桥接。Htrue 参与仿真测量生成及最后评价；非理想优化输入 Ĥ、C。b/χ/r/ν 为规则生成，w 为求解量。历史 GA/PSO 与正式链未接通。db9d7e3。</a:t>
            </a:r>
          </a:p>
          <a:p>
            <a:endParaRPr/>
          </a:p>
          <a:p>
            <a:r>
              <a:t>按左到右读真实执行链：几何与业务生成真信道 Htrue；等效 CSI-RS/SRS 质量形成估计 Hhat 和条件误差 C；关联 b、调度 χ、流数 r 和资源权重 ν 由规则固定；矩阵 WMMSE–ADMM 优化含幅度的 w；同一 w 放到 Htrue 上计算速率、体验代理和空口功率。真信道用于仿真生成与最后评价，非理想分支求解使用 Hhat、C。历史搜索链没有调用该正式求解器。下一页拆开测量主体。老师若问“是否已真实协议实现”，回答这是等效测量和集中仿真。</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本页按三阶段讲：真实下行信道 Htrue → 参考信号观测 → 后验估计 Hhat 与误差协方差 C。k 为 UE，l 为 TRP，g 为资源组。Htrue 和 Hhat 均为 4×64：4 个 UE 下行接收维度，64 个 TRP 下行发射端口。物理方向是 UE 发上行 SRS、TRP 接收；TRP 发下行 CSI-RS、UE 观测。图中两个 Y 公式是当前代码的等效观测模型，不是参考信号波形或空口收发链。</a:t>
            </a:r>
          </a:p>
          <a:p>
            <a:r>
              <a:t>默认 awgn_independent 模式先计算链路增益 β 和接收相关矩阵 Rrx，设先验 P0=βRrx（4×4）。仿真先生成 Htrue=sqrt(β) chol(Rrx) Ξ，再生成 CSI-RS 等效观测 Yc=Htrue+Nc，其中 Nc 为 4×64 独立复高斯噪声。对已被当前 SRS 跳频测到的资源组，令 S 为 2×4 行选择矩阵，默认选择第 1、2 个接收行；Ys=S Htrue+Ns，其中 Ns 为 2×64 独立复高斯噪声。未测到的组没有 SRS 更新项。</a:t>
            </a:r>
          </a:p>
          <a:p>
            <a:r>
              <a:t>噪声方差把测量质量和年龄合在一起：nc=β·10^(−γc,dB/10)·exp(2ac/Tc)，ns=β·10^(−γs,dB/10)·exp(2as/Tc)。γc,dB 对应 CSI-RS 配置，γs,dB 对应 SRS 导频配置；ac、as 是各自观测年龄，Tc 是相干时间。观测越旧或标称 SNR 越低，噪声方差越大，后验对该观测赋予的精度越小。这里的噪声是归一化复高斯等效噪声，不是实际波形样本。</a:t>
            </a:r>
          </a:p>
          <a:p>
            <a:r>
              <a:t>默认独立观测分支的后验精度 A=P0^−1+I4/nc+SᴴS/ns，信息项 B=Yc/nc+SᴴYs/ns；输出 C=A^−1，Hhat=C B。未测 SRS 时删去两个含 ns 的项。C 是每个 64 维发射列所共享的 4×4 接收侧条件误差协方差；列间按模型独立，因此按列向量化后的完整 256×256 误差协方差为 I64⊗C。它不是 64×64 发射侧协方差。若切换到 pilot_reuse_gaussian 模式，SRS 更新改由复用相关观测实现，本页公式只对应当前默认模式。</a:t>
            </a:r>
          </a:p>
          <a:p>
            <a:r>
              <a:t>端口与互易性边界：配置给 UE 两个上行发射端口、四个下行接收端口。代码未构造独立的 64×2 上行传播矩阵，也未实施 TDD 射频校准或显式上行到下行矩阵变换；它直接把上行 SRS 抽象成同一 4×64 下行 Htrue 的第 1、2 接收行观测。因而这里隐含了这两个 SRS 端口与所选下行接收行可对应、传播可互易的理想化映射假设。不要把该等效构造解释为已验证的实际端口互易实现。</a:t>
            </a:r>
          </a:p>
          <a:p>
            <a:r>
              <a:t>源码依据：matlab/chasi/chasi_config.m 的默认 srsMode、srsRxRows、ueRxPorts、ueTxPorts；matlab/chasi/chasi_generate_scene.m 中真实信道、CSI-RS/SRS 等效观测及后验计算。</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讲述衔接：上一页生成估计信道与误差协方差；本页固定一个资源组 g，省略 g，说明给定数据流和预编码后，一次多流下行传输在符号层怎样形成。s_j∈C^(r×1) 是 UE j 的 r 条复数据流，w_lj∈C^(64×r) 是 TRP l 对 UE j 的预编码块；服务掩码为零的链路 w_lj=0。x_l=Σ_j w_lj s_j∈C^(64×1)，第 m 个发射端口的叠加式为 x_l[m]=Σ_jΣ_(a=1)^r w_lj[m,a] s_j[a]。因此每个端口都可能叠加多个 UE 的多条流，并由复权重控制幅度和相位。</a:t>
            </a:r>
          </a:p>
          <a:p>
            <a:r>
              <a:t>Htrue_kl∈C^(4×64) 是 TRP l 到 UE k 的真实下行信道；y_k=Σ_l Htrue_kl x_l+n_k∈C^(4×1)，n_k∈C^(4×1)。令 G_kj=Σ_l Htrue_kl w_lj∈C^(4×r)，则完整展开为 y_k=G_kk s_k+Σ_(j≠k)G_kj s_j+n_k。第一项是 UE k 的有用信号，同资源组其他 UE 的数据形成干扰。A_k∈C^(4×r) 是接收合并矩阵，ŝ_k=A_k^H y_k∈C^(r×1)。跨 TRP 的同一 UE 流先进行复数相加，依赖模型中的理想相位同步与共享数据假设。这里展示的是符号级等效链，程序没有合成射频波形。</a:t>
            </a:r>
          </a:p>
          <a:p>
            <a:r>
              <a:t>变量表（本页与前页沿用）：k 为 UE，l 为 TRP，g 为资源组，j 为同组 UE；b_kg 是组调度布尔量，χ_lkg 是服务关联布尔量，r 是流数，ν_g 是资源组权重/占用 RB 比例。Htrue_klg∈C^(4×64) 是仿真真信道，Hhat_klg∈C^(4×64) 是估计信道，C_klg∈C^(4×4) 是接收侧条件误差协方差。w_ljg∈C^(64×r) 是本轮实际优化的复预编码；A_kg∈C^(4×r) 是 WMMSE 接收器，E_kg 与 Ω_kg 分别为 r×r 的 MSE 矩阵及逆 MSE 权重；P_l 是每 TRP 的跨组功率预算。</a:t>
            </a:r>
          </a:p>
          <a:p>
            <a:r>
              <a:t>原第 7 页慢层／快层说明移至此处：历史 GA/PSO 慢层候选搜索及其旧评价器是独立研究链，候选含 PF 指数、连接数、调度阈值、rank 门限和修复参数，尚未直接接入当前正式场景。当前正式快层由规则给定 b、χ、r、ν，以 Hhat、C 设计 w；矩阵 WMMSE 更新 A、E、Ω，集中式 ADMM 更新可行 w，并对每 TRP 的跨资源组加权总功率施加预算。慢层到正式快层的统一候选编码与评价接口仍是拟研究内容，不能把两条链画成已经联动。</a:t>
            </a:r>
          </a:p>
          <a:p>
            <a:r>
              <a:t>口径边界：此页的 A_k^H y_k 解释接收合并；优化器的 A_k 根据估计信道和误差统计求得。下一页最终物理速率在 Htrue 上用 log-det 协方差公式评价，并不显式生成每个符号的 ŝ_k。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衔接：上一页给出 x_l、y_k 和有用/干扰分解。这里固定求解得到的同一预编码 w，用仿真真实信道 Htrue 重算物理速率，不把真信道偷用于非理想分支的预编码求解。每资源组令 G_kjg=Σ_l Htrue_klg w_ljg（4×r），R_int,kg=I4+Σ_(j≠k)G_kjg G_kjg^H，R_all,kg=R_int,kg+G_kkg G_kkg^H。频谱效率 SE_kg=max{0,[ln det(R_all,kg)−ln det(R_int,kg)]/ln2}，单位 bit/s/Hz。程序用单位噪声归一化、同 UE 跨 TRP 的复数相干和，未在这里显式应用上一页的接收合并矩阵。</a:t>
            </a:r>
          </a:p>
          <a:p>
            <a:r>
              <a:t>设 ν_g=该组实际发射 RB 数/273，Δf 为子载波间隔（默认 30 kHz），Δt 为 TTI 时长（默认 1 ms）。静态每 TTI 容量代理 B_kg=SE_kg·(273ν_g)·12·Δf·Δt，单位 bit/TTI。程序同时把 Σ_gν_g SE_kg 作为每 UE 加权物理频谱效率；一个 RB 按 12 个子载波换算。该代理尚未扣除实际控制开销、编码效率或 HARQ。</a:t>
            </a:r>
          </a:p>
          <a:p>
            <a:r>
              <a:t>默认静态业务评价使用由突发业务生成的三个 UE×TTI 布尔掩码 busy、tail、terminal，并非显式队列交付。令 M_kt=busy_kt∧¬terminal_kt，D_kt=2/7 当 tail=true，否则为 1。代理比特量 V_k=Σ_g B_kg Σ_t M_kt D_kt；有效样本数 N_k=Σ_t M_kt（仅对已调度 UE）。体验 E_k=V_k/[N_k·Δt]/10^6，单位 Mbps。所有资源组在同一时间窗上按该掩码加权，因此 V_k 应称容量或交付代理，不能称真实队列出队量。</a:t>
            </a:r>
          </a:p>
          <a:p>
            <a:r>
              <a:t>默认统计窗口是半开区间 [0,T) TTI（默认 T=340）。每个突发的末 TTI 从有效样本排除；尾段有效 TTI 乘 2/7 需求系数。没有有效样本的 UE 的体验值记为 NaN，并单独报告人数；有效用户均值与低 5% 分位只使用有有效样本的集合，同时另报把无有效样本 UE 置零后的低 5% 指标。静态路径没有队列状态，也不结转未完成业务；若突发触及窗口终点，生成器把窗口末 TTI 标为 terminal 并排除。可选动态回放路径才有显式 queue、min(queue,capacity) 交付和未完成突发指标，不能混为本页默认结果。</a:t>
            </a:r>
          </a:p>
          <a:p>
            <a:r>
              <a:t>功率：p_lg=Σ_j||w_ljg||_F² 是 TRP l 在资源组 g 的预编码平方和，单位按模型归一化为 W。跨组共享预算所约束和报告的是 P_l^weighted=Σ_gν_g p_lg；程序还报告 TRP 加权功率均值、最大值和总辐射功率，不包括功放、基带及前传能耗。下一页从评价回到 w 的 WMMSE–ADMM 求解更新。源码依据：matlab/chasi/chasi_evaluate.m、chasi_traffic.m、chasi_generate_scene.m、chasi_matrix_wmmse.m。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本页固定资源组 g 的发送模型沿用前页：w_lkg 是 TRP l 到 UE k 在组 g 的 64×r 预编码块。b_kg 表示 UE k 是否在组 g 调度，χ_lkg 表示 TRP l 是否参与服务；代码以 servingMask 和该组用户列表只创建允许的块，其余块始终为零。当前默认 solver 为 matrix_statistical，使用估计信道 Hhat 与 4×4 估计误差协方差 C。真实信道 Htrue 只用于后续评价。</a:t>
            </a:r>
          </a:p>
          <a:p>
            <a:r>
              <a:t>目标函数：最大化 Σ_g ν_g Σ_{k∈K_g} R_est,kg(w)，R_est,kg(w)=−log₂det E_kg(w)，单位 bit/s/Hz。这里 E_kg 是在当前 w、Hhat、C 下的 MMSE 误差矩阵，已包含其他 UE 干扰与估计误差项。ν_g=该资源组传输 RB 数/总 RB 数，代码中总 RB 数为 273；因此加权求和依然按 bit/s/Hz 展示，不是 Mbps。默认总速率分支 η_kg=1，没有 PF floor。</a:t>
            </a:r>
          </a:p>
          <a:p>
            <a:r>
              <a:t>约束：对每个 TRP l，Σ_g ν_g Σ_k‖w_lkg‖_F²≤P_l。配置默认 P_l=20 W；此为跨资源组加权预算，并非逐组预算。若 b_kg=0 或 χ_lkg=0，则 w_lkg=0；这由服务掩码在初始化、ADMM 更新与投影中保持。</a:t>
            </a:r>
          </a:p>
          <a:p>
            <a:r>
              <a:t>可选的 matrix_pf_* 分支才采用平滑 PF：U(w)=Σ_{k∈已调度}ln(1+R_est,k(w)/R_floor)，R_est,k=Σ_gν_g R_est,kg；R_floor=0.01 bit/s/Hz。链式求导得 ∂U/∂R_est,k=1/(R_est,k+R_floor)，源码使用 1/max(R_est,k+R_floor,R_floor)，然后以已调度用户的权重中位数归一化作为 η；默认分支不执行这一项。</a:t>
            </a:r>
          </a:p>
          <a:p>
            <a:r>
              <a:t>本页优化的是估计信道下的总频谱效率。最终边缘体验评价重新使用 Htrue 求物理速率，乘有效时间与频谱资源换算为 bit/TTI、Mbps，并按业务样本统计低 5% 等指标；所以该目标只是预编码的代理目标，不等同于最终边缘体验指标。衔接：明确目标和约束后，下一页展示每一轮怎样由当前 w 构造 WMMSE 二次子问题，再用 ADMM 更新 w。</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这一页只描述固定接收器 A、MSE 权重 Ω 和用户效用权重 η 后的预编码块更新。当前源码中的固定量子问题为 min_{w∈M∩C} Σ_g ν_g[⟨w_g,𝒬_g w_g⟩−2 Re⟨B_g,w_g⟩]，其中 M 为服务掩码，C 为每个 TRP 的跨组功率集合。Ω 正定、η 非负、C_klg 半正定时，𝒬_g 半正定，因此这是受凸约束的凸二次问题；并不意味着联合 WMMSE 外层问题整体凸。M_kg=η_kg A_kg Ω_kg A_kg^H，B_lkg=Ĥ_klg^H A_kg Ω_kg η_kg，D_lg=Σ_k Re tr(M_kg C_klg)。𝒬_g 对某流块 x_ljg 的作用为 Σ_k Ĥ_klg^H M_kg(Σ_{l'} Ĥ_kl'g x_l'jg)+D_lg x_ljg，随后应用服务掩码。</a:t>
            </a:r>
          </a:p>
          <a:p>
            <a:r>
              <a:t>使用缩放对偶 u 时，增广目标为上述二次项 + (ρ/2)Σ_g‖x_g−z_g+u_g‖_F²（省略与 x、z 无关的常数）。求导得到 (ν_g𝒬_g+ρ𝕀/2)x_g=ν_gB_g+ρ(z_g−u_g)/2，与源码的 apply 和 rhs 系数一致。源码变量 dual 即本页 u，原图 y 也曾表示同一缩放对偶；改用 u 避免与物理接收信号 y_k 混淆。CG 不显式形成巨大的 𝒬 矩阵，而反复调用线性算子求近似解，并单独报告相对线性残差。</a:t>
            </a:r>
          </a:p>
          <a:p>
            <a:r>
              <a:t>令 v=x⁺+u，z⁺=Π_C(v) 在所有组上联合执行：对每个 TRP l 强制 Σ_gν_gΣ_j‖z_ljg‖_F²≤P_l，未关联块先由掩码置零；功率超限时源码二分拉格朗日乘子 λ_l，并按 z_lg=v_lg/(1+λ_lν_g) 缩放。这是欧氏投影，不能把共享预算拆成独立逐组预算。之后 u⁺=u+x⁺−z⁺。</a:t>
            </a:r>
          </a:p>
          <a:p>
            <a:r>
              <a:t>内层记录 r_pri=‖x⁺−z⁺‖_F、r_dual=ρ‖z⁺−z‖_F，并同时要求它们小于各自绝对/相对容差以及 CG 相对残差达标；ρ 可能每 10 轮自适应，变更时源码重缩放 dual。外层另在返回可行 z 后重算目标，检查目标相对变化、预编码相对变化以及最近 ADMM 是否停止。功率可行、数值对拍、内层收敛与外层停止是不同判断。</a:t>
            </a:r>
          </a:p>
          <a:p>
            <a:r>
              <a:t>运行状态按当前仓库最新保存记录核对：CHASI_ADMM_BUDGET_210_20261018.json 为固定初始 A/Ω 的 210 UE 子问题，12、24、48 轮上限均未收敛；将上限设为 96 时实际第 52 轮满足内层判据，且功率违规为 0。CHASI_PARITY_420_20261019.json 的 420 UE 完整运行，MATLAB 与 Python 同报 max_outer_iterations_with_latest_inexact_admm，功率违规为 0；它不能证明外层收敛。上述是保存日志而非本次重新运行结果。旧页中的“功率可行≠数值对拍通过≠ADMM 收敛≠WMMSE 外层停止”已移至本备注。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上半页是现有实现的统计误差设计，不是最坏情况鲁棒集合。估计信道 Ĥ_klg∈ℂ^{4×64}，条件误差协方差 C_klg∈ℂ^{4×4}。当前等效观测形成每链路/组的 C；它进入接收协方差的 Σ_l p_lg C_klg，改变 MMSE 接收器 A、MSE E 和权重 Ω。固定 A/Ω/η 后，M_kg=η_kg A_kg Ω_kg A_kg^H，D_lg=Σ_k Re tr(M_kg C_klg)；D_lg 进入二次算子 𝒬 的对角误差项，从而改变预编码 w。当前统计模型利用先验、CSI-RS 与 SRS 等效观测的精度信息，观测缺失时用可用信息，测量质量与年龄如何映射到误差参数应据具体生成过程核对。</a:t>
            </a:r>
          </a:p>
          <a:p>
            <a:r>
              <a:t>下半页是拟研究的集合：ΔH∈ℂ^{4×64}，按列向量化 Δh=vec(ΔH)∈ℂ^{256}，用 Δh^HΣ^{-1}Δh≤c_α 表示非均匀误差。链路之间可有不同协方差尺度；一条链路内部，Σ 的特征方向和特征值表达不同方向的不确定性。此集合尚未进入当前 WMMSE–ADMM 正式求解，也不预设边缘体验提升。原版单接收行 Δh∈ℂ^{64} 的椭球只描述四个接收端口中的一行，不能代表完整 4×64 信道；因此正文改用 256 维。</a:t>
            </a:r>
          </a:p>
          <a:p>
            <a:r>
              <a:t>若 64 个发射列的误差彼此独立且共享接收侧协方差 C，则按列堆叠的完整误差协方差 Σ=I_64⊗C。若有跨列相关性，该 Kronecker 结构不再成立，必须估计更一般的 Σ 或使用结构化近似。写 Σ^{-1} 要求 Σ 正定；若 C 仅半正定，应在说明其零空间后正则化或用受限子空间/伪逆，不能把奇异矩阵直接求逆。c_α 是目标覆盖率 1−α 对应的尺度阈值，不等于自动取 1。若 Δh∼CN(0,Σ) 且 Σ 准确，二次型服从形状参数 256、尺度 1 的 Gamma 分布；若误差非高斯，应使用独立校准样本估计分位数并在未参与校准的样本上检验经验覆盖率。需同时校准链路尺度、内部方向和整体阈值，再做名义、统一误差与非均匀误差的同场景、同调度、同功率预算比较。原先经验缩放表达式的单位和数据拟合尚未定稿，故正文不展示；相关动机只作为待检验假设保留在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本页是拟研究方案，当前正式求解器尚未联合优化链路稀疏或 TRP 激活。w_lkg∈ℂ^{64×r} 本身包含每个端口的复数幅度与相位，形成发射方向；p_l=Σ_gν_gΣ_k‖w_lkg‖_F² 是模型中的空口发射功率。把某个 TRP l 至 UE k 的所有资源组预编码块设为零，只取消该服务链，TRP l 仍可服务其他 UE；s_l=0 通过 p_l≤s_lP_l 迫使该 TRP 对所有用户、所有组的波束为零。示意图的所有节点、箭头和叉号均为可编辑形状。物理干扰和整机电耗不是简单由单条服务链归零决定。</a:t>
            </a:r>
          </a:p>
          <a:p>
            <a:r>
              <a:t>拟研究的一行目标写作 max_{w,s}Σ_k U_α(R_k)−λ_linkΣ_{l,k}‖w_lk,:‖−λ_onΣ_l s_l，表示公平效用、链路组稀疏及整 TRP 激活代价。原方案 202610-系统方案v2.md 第69–85行将组惩罚和 γs_l 放在同一 λ 项且在用户求和内，直接照写会重复计数激活成本；此页分成两种系数仅用于明确两类决策，具体权重和公平效用所用速率或体验口径仍待定义。对 s_l∈{0,1} 可先放松到 [0,1] 得连续候选，按预设阈值判定活跃集，然后固定该集合重新优化 w，并复查边缘速率/体验、服务关联和每 TRP 功率；不能把阈值后的原 w 直接作为最终可行解。硬最低速率与激活约束是否可行也需检查。</a:t>
            </a:r>
          </a:p>
          <a:p>
            <a:r>
              <a:t>原任务图 难题1.png 的 80% 是 50% PRB 条件下，候选边缘体验相对同一共同基线 B 的提升，达到理想信道估计集中式协同相对 B 提升的 80%： (E_c−B)/(E_ideal−B)≥0.80，且须 E_ideal&gt;B。共同基线、正式边缘样本与分母尚未锁定，不能解释为 E_c/E_ideal≥0.80。原图另以小区间无协同、独立功控为基线，要求平均体验损失&lt;10%、空口总发射功率下降&gt;30%。这些是原任务目标，不是当前或拟议方案的已达结果；空口发射功率也不等于设备总能耗，关断硬件节能需另外建模。</a:t>
            </a:r>
          </a:p>
          <a:p>
            <a:r>
              <a:t>原核心变量页已移除以压缩正文；所需维度在此保留：Ĥ/Htrue∈ℂ^{4×64}，C/Ryy∈ℂ^{4×4}，w∈ℂ^{64×r}，A/F∈ℂ^{4×r}，E/Ω∈ℂ^{r×r}；ADMM x、z、缩放对偶 u 与 w 同维。ν_g 为资源组 RB 权重，P_l 为每 TRP 功率预算。下一页只讲研究阶段和验证顺序。</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normAutofit lnSpcReduction="10000"/>
          </a:bodyPr>
          <a:lstStyle/>
          <a:p>
            <a:r>
              <a:t>第一阶段是优先研究项：从测量质量和已有条件误差统计 C 出发，估计 UE–TRP 链路之间的误差尺度以及链路内部方向结构，形成可校准的误差集合。先用独立样本检查统计模型匹配与目标覆盖率；若正定性、尺度或覆盖率不成立，需返回校准，不应进入性能宣称。</a:t>
            </a:r>
          </a:p>
          <a:p>
            <a:r>
              <a:t>第二阶段只在集中式求解器内研究鲁棒设计。将名义、统一误差、非均匀误差设计置于同一几何场景、业务样本、资源调度、功率预算和内外层停止准则下比较，报告真实信道评价的边缘体验、平均体验、空口功率、残差与运行时间。该阶段需定义最坏情形或统计鲁棒子问题如何接入当前 WMMSE 更新，不能把现有统计 C 直接宣称为确定性保底。第13页的链路组归零与 TRP 激活也是拟议变量，具体联合求解和可行性验证属于这一阶段。</a:t>
            </a:r>
          </a:p>
          <a:p>
            <a:r>
              <a:t>第三阶段在集中式基线可复现且收敛准则明确后研究 TRP 本地化与事件触发。必须定义每台 TRP 保存的局部波束/副本、协调侧状态、每次交换的消息 m（例如相干有效信道摘要、梯度或共识变量）及缓存 m̄。触发量‖m−m̄‖比较消息变化；ADMM 原始残差‖x−z‖和对偶残差ρ‖z⁺−z‖检验求解一致性，三者不是同一个判据。若本轮不发送，本地仍应以最新本地观测与缓存的远端消息求局部子问题、维护本地状态并计算残差；协调侧沿用最近接收的缓存。共识与对偶在未发送轮究竟用缓存量更新还是暂停，以及误差如何累积，必须在新算法中明确定义并验证，不能从原文“静默并跳过对偶”直接推得收敛。比较运行时间、消息量、功率可行性、内外层停止和最终体验。</a:t>
            </a:r>
          </a:p>
          <a:p>
            <a:r>
              <a:t>当前版本依据：本仓库 chasi_config.m 默认 matrix_statistical，chasi_matrix_wmmse.m 已实现矩阵 WMMSE、接收侧统计 C、单进程集中式 ADMM 与跨资源组功率投影；椭球最坏情形、链路组稀疏/整 TRP 休眠、本地 TRP 计算和事件触发没有进入正式求解。历史 GA/PSO 仍未接正式矩阵入口。最新保存记录 CHASI_ADMM_BUDGET_210_20261018.json：固定初始 A/Ω 的 210 UE 子问题在把内轮上限设为96时实际第52轮达内层判据，不能推广为完整外层停止。CHASI_PARITY_420_20261019.json：420 UE MATLAB/Python 同输入对拍及功率可行，完整运行停止原因均为 max_outer_iterations_with_latest_inexact_admm。未在本次重新运行正式规模求解，也无新版机制的实测提升。</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固定一个资源组 g。维度：Hhat_klg∈C^{4×64}，w_ljg∈C^{64×r}，F_kjg∈C^{4×r}，C_klg∈C^{4×4}，Ryy_kg∈C^{4×4}，A_kg∈C^{4×r}，E_kg、Ω_kg∈C^{r×r}；p_lg、ν_g、η_kg 是实标量。当前默认 rank r=2。</a:t>
            </a:r>
          </a:p>
          <a:p>
            <a:r>
              <a:t>从可行 w 出发，先求每个 UE k 接收数据流 j 的有效信道 F_kjg=Σ_l Hhat_klg w_ljg。每个 TRP l 的组功率 p_lg=Σ_j‖w_ljg‖_F²。接收协方差 Ryy_kg=I_4+Σ_j F_kjg F_kjg^H+Σ_l p_lg C_klg。单位噪声 I_4 是源码归一化模型；后一项为估计误差的统计鲁棒修正。然后 A_kg=(Ryy_kg)^−1 F_kkg。</a:t>
            </a:r>
          </a:p>
          <a:p>
            <a:r>
              <a:t>完整 MSE：E_kg=I_r−A_kg^H F_kkg−F_kkg^H A_kg+A_kg^H Ryy_kg A_kg，数值实现取 Hermitian 对称部分。Ω_kg=E_kg^−1。MMSE 后估计速率 R_est,kg=−log₂det E_kg。用户权重 η 来自效用对用户估计速率的导数：默认加权总频谱效率分支 η=1；可选平滑 PF 的 U_k=ln(1+R_est,k/R_floor)，R_floor=0.01 bit/s/Hz，导数为 1/(R_est,k+R_floor)，源码以 1/max(R_est,k+R_floor,R_floor) 防止极端数值，再按已调度用户权重的中位数归一化。</a:t>
            </a:r>
          </a:p>
          <a:p>
            <a:r>
              <a:t>更新预编码的 ADMM 内轮固定当前 A、Ω、η，以及 Hhat、C、ν、服务掩码和功率预算；将 WMMSE 代理写成关于 w 的二次问题。ADMM 使用 CG 求原变量、跨资源组功率投影求可行副本、更新对偶量，输出可行 w+。外轮对试探 w+ 重算 F、Ryy、A、E、Ω 与目标，做接受或回溯；下一轮重新计算 η（PF 分支），默认 η 继续为 1。此处流程中的 F 和 Ryy 均是估计信道统计量，不是 Htrue 的最终评价量。衔接：这解释了估计信道为何先于预编码更新提供统计输入，而物理发送仍是先经 w 再过真实信道。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3.xml"/><Relationship Id="rId1" Type="http://schemas.openxmlformats.org/officeDocument/2006/relationships/tags" Target="../tags/tag2.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5.xml"/><Relationship Id="rId1" Type="http://schemas.openxmlformats.org/officeDocument/2006/relationships/tags" Target="../tags/tag4.xml"/><Relationship Id="rId5" Type="http://schemas.openxmlformats.org/officeDocument/2006/relationships/image" Target="../media/image5.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6.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Master" Target="../slideMasters/slideMaster1.xml"/><Relationship Id="rId5" Type="http://schemas.openxmlformats.org/officeDocument/2006/relationships/image" Target="../media/image14.png"/><Relationship Id="rId4"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jpe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1.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1.xml"/><Relationship Id="rId4"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10.xml"/><Relationship Id="rId1" Type="http://schemas.openxmlformats.org/officeDocument/2006/relationships/tags" Target="../tags/tag9.xml"/><Relationship Id="rId4" Type="http://schemas.openxmlformats.org/officeDocument/2006/relationships/image" Target="../media/image27.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9.png"/><Relationship Id="rId1" Type="http://schemas.openxmlformats.org/officeDocument/2006/relationships/slideMaster" Target="../slideMasters/slideMaster1.xml"/><Relationship Id="rId4"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Master" Target="../slideMasters/slideMaster1.xml"/><Relationship Id="rId4" Type="http://schemas.openxmlformats.org/officeDocument/2006/relationships/image" Target="../media/image32.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3.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3.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6.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2.xml"/><Relationship Id="rId1" Type="http://schemas.openxmlformats.org/officeDocument/2006/relationships/tags" Target="../tags/tag1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4.xml"/><Relationship Id="rId1" Type="http://schemas.openxmlformats.org/officeDocument/2006/relationships/tags" Target="../tags/tag13.xml"/><Relationship Id="rId5" Type="http://schemas.openxmlformats.org/officeDocument/2006/relationships/image" Target="../media/image5.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Master" Target="../slideMasters/slideMaster2.xml"/><Relationship Id="rId1" Type="http://schemas.openxmlformats.org/officeDocument/2006/relationships/tags" Target="../tags/tag15.xml"/></Relationships>
</file>

<file path=ppt/slideLayouts/_rels/slideLayout5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7.xml"/><Relationship Id="rId1" Type="http://schemas.openxmlformats.org/officeDocument/2006/relationships/tags" Target="../tags/tag16.xml"/><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0.jpeg"/><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eg"/><Relationship Id="rId1" Type="http://schemas.openxmlformats.org/officeDocument/2006/relationships/slideMaster" Target="../slideMasters/slideMaster2.xml"/><Relationship Id="rId5" Type="http://schemas.openxmlformats.org/officeDocument/2006/relationships/image" Target="../media/image14.png"/><Relationship Id="rId4" Type="http://schemas.openxmlformats.org/officeDocument/2006/relationships/image" Target="../media/image13.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jpeg"/><Relationship Id="rId1" Type="http://schemas.openxmlformats.org/officeDocument/2006/relationships/slideMaster" Target="../slideMasters/slideMaster2.xml"/><Relationship Id="rId4" Type="http://schemas.openxmlformats.org/officeDocument/2006/relationships/image" Target="../media/image14.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8.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1.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Master" Target="../slideMasters/slideMaster2.xml"/><Relationship Id="rId4" Type="http://schemas.openxmlformats.org/officeDocument/2006/relationships/image" Target="../media/image2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26.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9.xml"/><Relationship Id="rId1" Type="http://schemas.openxmlformats.org/officeDocument/2006/relationships/tags" Target="../tags/tag18.xml"/><Relationship Id="rId4" Type="http://schemas.openxmlformats.org/officeDocument/2006/relationships/image" Target="../media/image27.png"/></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9.png"/><Relationship Id="rId1" Type="http://schemas.openxmlformats.org/officeDocument/2006/relationships/slideMaster" Target="../slideMasters/slideMaster2.xml"/><Relationship Id="rId4" Type="http://schemas.openxmlformats.org/officeDocument/2006/relationships/image" Target="../media/image14.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Master" Target="../slideMasters/slideMaster2.xml"/><Relationship Id="rId4" Type="http://schemas.openxmlformats.org/officeDocument/2006/relationships/image" Target="../media/image32.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6.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3.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封面样式1-首页">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2" cstate="screen"/>
          <a:srcRect r="25963"/>
          <a:stretch>
            <a:fillRect/>
          </a:stretch>
        </p:blipFill>
        <p:spPr>
          <a:xfrm>
            <a:off x="7191376" y="133072"/>
            <a:ext cx="5028334" cy="6535793"/>
          </a:xfrm>
          <a:prstGeom prst="rect">
            <a:avLst/>
          </a:prstGeom>
        </p:spPr>
      </p:pic>
      <p:sp>
        <p:nvSpPr>
          <p:cNvPr id="7" name="矩形 6"/>
          <p:cNvSpPr/>
          <p:nvPr userDrawn="1"/>
        </p:nvSpPr>
        <p:spPr>
          <a:xfrm>
            <a:off x="0" y="1484313"/>
            <a:ext cx="2930035"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副标题 2"/>
          <p:cNvSpPr>
            <a:spLocks noGrp="1"/>
          </p:cNvSpPr>
          <p:nvPr>
            <p:ph type="subTitle" idx="1"/>
          </p:nvPr>
        </p:nvSpPr>
        <p:spPr>
          <a:xfrm>
            <a:off x="3549208" y="3871615"/>
            <a:ext cx="7287114" cy="781876"/>
          </a:xfrm>
        </p:spPr>
        <p:txBody>
          <a:bodyPr>
            <a:normAutofit/>
          </a:bodyPr>
          <a:lstStyle>
            <a:lvl1pPr marL="0" indent="0" algn="l">
              <a:buNone/>
              <a:defRPr sz="3200">
                <a:solidFill>
                  <a:schemeClr val="tx1"/>
                </a:solidFill>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zh-CN" altLang="en-US" dirty="0"/>
          </a:p>
        </p:txBody>
      </p:sp>
      <p:sp>
        <p:nvSpPr>
          <p:cNvPr id="14" name="文本占位符 12"/>
          <p:cNvSpPr>
            <a:spLocks noGrp="1"/>
          </p:cNvSpPr>
          <p:nvPr>
            <p:ph type="body" sz="quarter" idx="11" hasCustomPrompt="1"/>
          </p:nvPr>
        </p:nvSpPr>
        <p:spPr>
          <a:xfrm>
            <a:off x="3549208" y="5438453"/>
            <a:ext cx="7287114" cy="410333"/>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15" name="文本占位符 12"/>
          <p:cNvSpPr>
            <a:spLocks noGrp="1"/>
          </p:cNvSpPr>
          <p:nvPr>
            <p:ph type="body" sz="quarter" idx="12" hasCustomPrompt="1"/>
          </p:nvPr>
        </p:nvSpPr>
        <p:spPr>
          <a:xfrm>
            <a:off x="3549208" y="4908366"/>
            <a:ext cx="7287114" cy="410335"/>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8" name="矩形 7"/>
          <p:cNvSpPr/>
          <p:nvPr userDrawn="1"/>
        </p:nvSpPr>
        <p:spPr>
          <a:xfrm>
            <a:off x="11525250" y="1484311"/>
            <a:ext cx="666749"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占位符 12"/>
          <p:cNvSpPr>
            <a:spLocks noGrp="1"/>
          </p:cNvSpPr>
          <p:nvPr>
            <p:ph type="body" sz="quarter" idx="13" hasCustomPrompt="1"/>
          </p:nvPr>
        </p:nvSpPr>
        <p:spPr>
          <a:xfrm>
            <a:off x="3549208" y="1484311"/>
            <a:ext cx="7287114" cy="2386807"/>
          </a:xfrm>
        </p:spPr>
        <p:txBody>
          <a:bodyPr>
            <a:noAutofit/>
          </a:bodyPr>
          <a:lstStyle>
            <a:lvl1pPr marL="0" indent="0">
              <a:lnSpc>
                <a:spcPct val="100000"/>
              </a:lnSpc>
              <a:spcBef>
                <a:spcPts val="0"/>
              </a:spcBef>
              <a:buNone/>
              <a:defRPr sz="6600" b="1">
                <a:solidFill>
                  <a:schemeClr val="tx1"/>
                </a:solidFill>
                <a:latin typeface="+mn-ea"/>
                <a:ea typeface="+mn-ea"/>
              </a:defRPr>
            </a:lvl1pPr>
          </a:lstStyle>
          <a:p>
            <a:pPr lvl="0"/>
            <a:r>
              <a:rPr lang="zh-CN" altLang="en-US" dirty="0"/>
              <a:t>单击此处</a:t>
            </a:r>
            <a:endParaRPr lang="en-US" altLang="zh-CN" dirty="0"/>
          </a:p>
          <a:p>
            <a:pPr lvl="0"/>
            <a:r>
              <a:rPr lang="zh-CN" altLang="en-US" dirty="0"/>
              <a:t>输入大标题</a:t>
            </a:r>
          </a:p>
        </p:txBody>
      </p:sp>
      <p:sp>
        <p:nvSpPr>
          <p:cNvPr id="9" name="矩形 8"/>
          <p:cNvSpPr/>
          <p:nvPr userDrawn="1"/>
        </p:nvSpPr>
        <p:spPr>
          <a:xfrm>
            <a:off x="2927998" y="1484310"/>
            <a:ext cx="377842"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11121340" y="1484310"/>
            <a:ext cx="403257"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userDrawn="1"/>
        </p:nvSpPr>
        <p:spPr>
          <a:xfrm rot="16200000">
            <a:off x="10462781" y="3524086"/>
            <a:ext cx="3170099" cy="261610"/>
          </a:xfrm>
          <a:prstGeom prst="rect">
            <a:avLst/>
          </a:prstGeom>
          <a:noFill/>
        </p:spPr>
        <p:txBody>
          <a:bodyPr wrap="square" rtlCol="0">
            <a:noAutofit/>
          </a:bodyPr>
          <a:lstStyle>
            <a:defPPr>
              <a:defRPr lang="zh-CN"/>
            </a:defPPr>
            <a:lvl1pPr algn="dist">
              <a:defRPr sz="1100" b="1">
                <a:solidFill>
                  <a:schemeClr val="bg1">
                    <a:alpha val="22000"/>
                  </a:schemeClr>
                </a:solidFill>
                <a:latin typeface="Arial" panose="020B0604020202020204" pitchFamily="34" charset="0"/>
                <a:cs typeface="Arial" panose="020B0604020202020204" pitchFamily="34" charset="0"/>
              </a:defRPr>
            </a:lvl1pPr>
          </a:lstStyle>
          <a:p>
            <a:r>
              <a:rPr lang="en-US" altLang="zh-CN" dirty="0">
                <a:solidFill>
                  <a:schemeClr val="bg1">
                    <a:alpha val="5000"/>
                  </a:schemeClr>
                </a:solidFill>
              </a:rPr>
              <a:t>BEIJING INSTITUTE OF TECHNOLOGY</a:t>
            </a:r>
          </a:p>
        </p:txBody>
      </p:sp>
      <p:grpSp>
        <p:nvGrpSpPr>
          <p:cNvPr id="16" name="组合 15"/>
          <p:cNvGrpSpPr/>
          <p:nvPr userDrawn="1"/>
        </p:nvGrpSpPr>
        <p:grpSpPr>
          <a:xfrm>
            <a:off x="611819" y="2031917"/>
            <a:ext cx="1732861" cy="3286784"/>
            <a:chOff x="9778366" y="1977238"/>
            <a:chExt cx="1732861" cy="3286784"/>
          </a:xfrm>
          <a:solidFill>
            <a:schemeClr val="bg1">
              <a:alpha val="5000"/>
            </a:schemeClr>
          </a:solidFill>
        </p:grpSpPr>
        <p:grpSp>
          <p:nvGrpSpPr>
            <p:cNvPr id="17" name="组合 16"/>
            <p:cNvGrpSpPr/>
            <p:nvPr/>
          </p:nvGrpSpPr>
          <p:grpSpPr>
            <a:xfrm>
              <a:off x="9778366" y="2020414"/>
              <a:ext cx="567014" cy="3193100"/>
              <a:chOff x="11305242" y="2003776"/>
              <a:chExt cx="354194" cy="1994619"/>
            </a:xfrm>
            <a:grpFill/>
          </p:grpSpPr>
          <p:sp>
            <p:nvSpPr>
              <p:cNvPr id="32" name="Freeform 5"/>
              <p:cNvSpPr/>
              <p:nvPr/>
            </p:nvSpPr>
            <p:spPr bwMode="auto">
              <a:xfrm>
                <a:off x="11307751" y="3052538"/>
                <a:ext cx="345981" cy="390126"/>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3" name="Freeform 6"/>
              <p:cNvSpPr/>
              <p:nvPr/>
            </p:nvSpPr>
            <p:spPr bwMode="auto">
              <a:xfrm>
                <a:off x="11382341" y="3698614"/>
                <a:ext cx="199170" cy="299781"/>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4" name="组合 33"/>
              <p:cNvGrpSpPr/>
              <p:nvPr/>
            </p:nvGrpSpPr>
            <p:grpSpPr>
              <a:xfrm>
                <a:off x="11305242" y="2003776"/>
                <a:ext cx="354194" cy="439406"/>
                <a:chOff x="5548313" y="2084388"/>
                <a:chExt cx="547688" cy="679451"/>
              </a:xfrm>
              <a:grpFill/>
            </p:grpSpPr>
            <p:sp>
              <p:nvSpPr>
                <p:cNvPr id="39"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5" name="组合 34"/>
              <p:cNvGrpSpPr/>
              <p:nvPr/>
            </p:nvGrpSpPr>
            <p:grpSpPr>
              <a:xfrm>
                <a:off x="11380187" y="2628491"/>
                <a:ext cx="208353" cy="241263"/>
                <a:chOff x="3792874" y="3138488"/>
                <a:chExt cx="322175" cy="373063"/>
              </a:xfrm>
              <a:grpFill/>
            </p:grpSpPr>
            <p:sp>
              <p:nvSpPr>
                <p:cNvPr id="36"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7"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8" name="组合 17"/>
            <p:cNvGrpSpPr/>
            <p:nvPr/>
          </p:nvGrpSpPr>
          <p:grpSpPr>
            <a:xfrm>
              <a:off x="10861863" y="1977238"/>
              <a:ext cx="649364" cy="3286784"/>
              <a:chOff x="10232762" y="2216649"/>
              <a:chExt cx="405635" cy="2053139"/>
            </a:xfrm>
            <a:grpFill/>
          </p:grpSpPr>
          <p:grpSp>
            <p:nvGrpSpPr>
              <p:cNvPr id="19" name="组合 18"/>
              <p:cNvGrpSpPr/>
              <p:nvPr/>
            </p:nvGrpSpPr>
            <p:grpSpPr>
              <a:xfrm>
                <a:off x="10279016" y="3306476"/>
                <a:ext cx="313128" cy="329555"/>
                <a:chOff x="6113463" y="3541713"/>
                <a:chExt cx="484188" cy="509588"/>
              </a:xfrm>
              <a:grpFill/>
            </p:grpSpPr>
            <p:sp>
              <p:nvSpPr>
                <p:cNvPr id="30"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10268702" y="2216649"/>
                <a:ext cx="355220" cy="448646"/>
                <a:chOff x="6108700" y="2066926"/>
                <a:chExt cx="549275" cy="693738"/>
              </a:xfrm>
              <a:grpFill/>
            </p:grpSpPr>
            <p:sp>
              <p:nvSpPr>
                <p:cNvPr id="28"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1" name="组合 20"/>
              <p:cNvGrpSpPr/>
              <p:nvPr/>
            </p:nvGrpSpPr>
            <p:grpSpPr>
              <a:xfrm>
                <a:off x="10332867" y="2868571"/>
                <a:ext cx="238182" cy="205330"/>
                <a:chOff x="6186488" y="2930526"/>
                <a:chExt cx="368300" cy="317500"/>
              </a:xfrm>
              <a:grpFill/>
            </p:grpSpPr>
            <p:sp>
              <p:nvSpPr>
                <p:cNvPr id="25"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2" name="组合 21"/>
              <p:cNvGrpSpPr/>
              <p:nvPr/>
            </p:nvGrpSpPr>
            <p:grpSpPr>
              <a:xfrm>
                <a:off x="10232762" y="3871448"/>
                <a:ext cx="405635" cy="398340"/>
                <a:chOff x="11854992" y="1994536"/>
                <a:chExt cx="405635" cy="398340"/>
              </a:xfrm>
              <a:grpFill/>
            </p:grpSpPr>
            <p:sp>
              <p:nvSpPr>
                <p:cNvPr id="23" name="Freeform 11"/>
                <p:cNvSpPr>
                  <a:spLocks noEditPoints="1"/>
                </p:cNvSpPr>
                <p:nvPr/>
              </p:nvSpPr>
              <p:spPr bwMode="auto">
                <a:xfrm>
                  <a:off x="11976099" y="1994536"/>
                  <a:ext cx="284528" cy="39834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12"/>
                <p:cNvSpPr/>
                <p:nvPr/>
              </p:nvSpPr>
              <p:spPr bwMode="auto">
                <a:xfrm>
                  <a:off x="11854992" y="2009127"/>
                  <a:ext cx="153208" cy="383749"/>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grpSp>
      <p:pic>
        <p:nvPicPr>
          <p:cNvPr id="41" name="图片 40"/>
          <p:cNvPicPr>
            <a:picLocks noChangeAspect="1"/>
          </p:cNvPicPr>
          <p:nvPr userDrawn="1"/>
        </p:nvPicPr>
        <p:blipFill>
          <a:blip r:embed="rId3" cstate="screen"/>
          <a:stretch>
            <a:fillRect/>
          </a:stretch>
        </p:blipFill>
        <p:spPr>
          <a:xfrm>
            <a:off x="474738" y="515429"/>
            <a:ext cx="2295327" cy="504694"/>
          </a:xfrm>
          <a:prstGeom prst="rect">
            <a:avLst/>
          </a:prstGeom>
        </p:spPr>
      </p:pic>
      <p:cxnSp>
        <p:nvCxnSpPr>
          <p:cNvPr id="42" name="直接连接符 41"/>
          <p:cNvCxnSpPr/>
          <p:nvPr userDrawn="1"/>
        </p:nvCxnSpPr>
        <p:spPr>
          <a:xfrm>
            <a:off x="2927998" y="1355988"/>
            <a:ext cx="0" cy="4589842"/>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userDrawn="1"/>
        </p:nvCxnSpPr>
        <p:spPr>
          <a:xfrm>
            <a:off x="11522544" y="1400593"/>
            <a:ext cx="0" cy="4545237"/>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封面样式1-尾页">
    <p:spTree>
      <p:nvGrpSpPr>
        <p:cNvPr id="1" name=""/>
        <p:cNvGrpSpPr/>
        <p:nvPr/>
      </p:nvGrpSpPr>
      <p:grpSpPr>
        <a:xfrm>
          <a:off x="0" y="0"/>
          <a:ext cx="0" cy="0"/>
          <a:chOff x="0" y="0"/>
          <a:chExt cx="0" cy="0"/>
        </a:xfrm>
      </p:grpSpPr>
      <p:pic>
        <p:nvPicPr>
          <p:cNvPr id="43" name="图片 42"/>
          <p:cNvPicPr>
            <a:picLocks noChangeAspect="1"/>
          </p:cNvPicPr>
          <p:nvPr userDrawn="1"/>
        </p:nvPicPr>
        <p:blipFill>
          <a:blip r:embed="rId2" cstate="print"/>
          <a:stretch>
            <a:fillRect/>
          </a:stretch>
        </p:blipFill>
        <p:spPr>
          <a:xfrm>
            <a:off x="4600575" y="133072"/>
            <a:ext cx="6791691" cy="6535793"/>
          </a:xfrm>
          <a:prstGeom prst="rect">
            <a:avLst/>
          </a:prstGeom>
        </p:spPr>
      </p:pic>
      <p:sp>
        <p:nvSpPr>
          <p:cNvPr id="3" name="副标题 2"/>
          <p:cNvSpPr>
            <a:spLocks noGrp="1"/>
          </p:cNvSpPr>
          <p:nvPr>
            <p:ph type="subTitle" idx="1"/>
          </p:nvPr>
        </p:nvSpPr>
        <p:spPr>
          <a:xfrm>
            <a:off x="1216315" y="3871615"/>
            <a:ext cx="7287114" cy="781876"/>
          </a:xfrm>
        </p:spPr>
        <p:txBody>
          <a:bodyPr>
            <a:normAutofit/>
          </a:bodyPr>
          <a:lstStyle>
            <a:lvl1pPr marL="0" indent="0" algn="l">
              <a:buNone/>
              <a:defRPr sz="3200">
                <a:solidFill>
                  <a:schemeClr val="tx1"/>
                </a:solidFill>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zh-CN" altLang="en-US" dirty="0"/>
          </a:p>
        </p:txBody>
      </p:sp>
      <p:sp>
        <p:nvSpPr>
          <p:cNvPr id="14" name="文本占位符 12"/>
          <p:cNvSpPr>
            <a:spLocks noGrp="1"/>
          </p:cNvSpPr>
          <p:nvPr>
            <p:ph type="body" sz="quarter" idx="11" hasCustomPrompt="1"/>
          </p:nvPr>
        </p:nvSpPr>
        <p:spPr>
          <a:xfrm>
            <a:off x="1216315" y="5438453"/>
            <a:ext cx="7287114" cy="410333"/>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15" name="文本占位符 12"/>
          <p:cNvSpPr>
            <a:spLocks noGrp="1"/>
          </p:cNvSpPr>
          <p:nvPr>
            <p:ph type="body" sz="quarter" idx="12" hasCustomPrompt="1"/>
          </p:nvPr>
        </p:nvSpPr>
        <p:spPr>
          <a:xfrm>
            <a:off x="1216315" y="4908366"/>
            <a:ext cx="7287114" cy="410335"/>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13" name="文本占位符 12"/>
          <p:cNvSpPr>
            <a:spLocks noGrp="1"/>
          </p:cNvSpPr>
          <p:nvPr>
            <p:ph type="body" sz="quarter" idx="13" hasCustomPrompt="1"/>
          </p:nvPr>
        </p:nvSpPr>
        <p:spPr>
          <a:xfrm>
            <a:off x="1216315" y="1484311"/>
            <a:ext cx="7287114" cy="2267551"/>
          </a:xfrm>
        </p:spPr>
        <p:txBody>
          <a:bodyPr>
            <a:normAutofit/>
          </a:bodyPr>
          <a:lstStyle>
            <a:lvl1pPr marL="0" indent="0">
              <a:spcBef>
                <a:spcPts val="0"/>
              </a:spcBef>
              <a:buNone/>
              <a:defRPr sz="6600" b="1">
                <a:solidFill>
                  <a:schemeClr val="tx1"/>
                </a:solidFill>
                <a:latin typeface="+mn-ea"/>
                <a:ea typeface="+mn-ea"/>
              </a:defRPr>
            </a:lvl1pPr>
          </a:lstStyle>
          <a:p>
            <a:pPr lvl="0"/>
            <a:r>
              <a:rPr lang="zh-CN" altLang="en-US" dirty="0"/>
              <a:t>编辑母版文本样式</a:t>
            </a:r>
            <a:endParaRPr lang="en-US" altLang="zh-CN" dirty="0"/>
          </a:p>
          <a:p>
            <a:pPr lvl="0"/>
            <a:r>
              <a:rPr lang="zh-CN" altLang="en-US" dirty="0"/>
              <a:t>输入标题</a:t>
            </a:r>
          </a:p>
        </p:txBody>
      </p:sp>
      <p:sp>
        <p:nvSpPr>
          <p:cNvPr id="9" name="矩形 8"/>
          <p:cNvSpPr/>
          <p:nvPr userDrawn="1"/>
        </p:nvSpPr>
        <p:spPr>
          <a:xfrm>
            <a:off x="0" y="1484311"/>
            <a:ext cx="666749"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667561" y="1484310"/>
            <a:ext cx="403257"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userDrawn="1"/>
        </p:nvSpPr>
        <p:spPr>
          <a:xfrm>
            <a:off x="9258300" y="1484313"/>
            <a:ext cx="2930035"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userDrawn="1"/>
        </p:nvSpPr>
        <p:spPr>
          <a:xfrm>
            <a:off x="8882428" y="1484310"/>
            <a:ext cx="377842"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6" name="组合 15"/>
          <p:cNvGrpSpPr/>
          <p:nvPr userDrawn="1"/>
        </p:nvGrpSpPr>
        <p:grpSpPr>
          <a:xfrm>
            <a:off x="9832019" y="2031917"/>
            <a:ext cx="1732861" cy="3286784"/>
            <a:chOff x="9778366" y="1977238"/>
            <a:chExt cx="1732861" cy="3286784"/>
          </a:xfrm>
          <a:solidFill>
            <a:schemeClr val="bg1">
              <a:alpha val="5000"/>
            </a:schemeClr>
          </a:solidFill>
        </p:grpSpPr>
        <p:grpSp>
          <p:nvGrpSpPr>
            <p:cNvPr id="17" name="组合 16"/>
            <p:cNvGrpSpPr/>
            <p:nvPr/>
          </p:nvGrpSpPr>
          <p:grpSpPr>
            <a:xfrm>
              <a:off x="9778366" y="2020414"/>
              <a:ext cx="567014" cy="3193100"/>
              <a:chOff x="11305242" y="2003776"/>
              <a:chExt cx="354194" cy="1994619"/>
            </a:xfrm>
            <a:grpFill/>
          </p:grpSpPr>
          <p:sp>
            <p:nvSpPr>
              <p:cNvPr id="32" name="Freeform 5"/>
              <p:cNvSpPr/>
              <p:nvPr/>
            </p:nvSpPr>
            <p:spPr bwMode="auto">
              <a:xfrm>
                <a:off x="11307751" y="3052538"/>
                <a:ext cx="345981" cy="390126"/>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3" name="Freeform 6"/>
              <p:cNvSpPr/>
              <p:nvPr/>
            </p:nvSpPr>
            <p:spPr bwMode="auto">
              <a:xfrm>
                <a:off x="11382341" y="3698614"/>
                <a:ext cx="199170" cy="299781"/>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4" name="组合 33"/>
              <p:cNvGrpSpPr/>
              <p:nvPr/>
            </p:nvGrpSpPr>
            <p:grpSpPr>
              <a:xfrm>
                <a:off x="11305242" y="2003776"/>
                <a:ext cx="354194" cy="439406"/>
                <a:chOff x="5548313" y="2084388"/>
                <a:chExt cx="547688" cy="679451"/>
              </a:xfrm>
              <a:grpFill/>
            </p:grpSpPr>
            <p:sp>
              <p:nvSpPr>
                <p:cNvPr id="39"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5" name="组合 34"/>
              <p:cNvGrpSpPr/>
              <p:nvPr/>
            </p:nvGrpSpPr>
            <p:grpSpPr>
              <a:xfrm>
                <a:off x="11380187" y="2628491"/>
                <a:ext cx="208353" cy="241263"/>
                <a:chOff x="3792874" y="3138488"/>
                <a:chExt cx="322175" cy="373063"/>
              </a:xfrm>
              <a:grpFill/>
            </p:grpSpPr>
            <p:sp>
              <p:nvSpPr>
                <p:cNvPr id="36"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7"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8" name="组合 17"/>
            <p:cNvGrpSpPr/>
            <p:nvPr/>
          </p:nvGrpSpPr>
          <p:grpSpPr>
            <a:xfrm>
              <a:off x="10861863" y="1977238"/>
              <a:ext cx="649364" cy="3286784"/>
              <a:chOff x="10232762" y="2216649"/>
              <a:chExt cx="405635" cy="2053139"/>
            </a:xfrm>
            <a:grpFill/>
          </p:grpSpPr>
          <p:grpSp>
            <p:nvGrpSpPr>
              <p:cNvPr id="19" name="组合 18"/>
              <p:cNvGrpSpPr/>
              <p:nvPr/>
            </p:nvGrpSpPr>
            <p:grpSpPr>
              <a:xfrm>
                <a:off x="10279016" y="3306476"/>
                <a:ext cx="313128" cy="329555"/>
                <a:chOff x="6113463" y="3541713"/>
                <a:chExt cx="484188" cy="509588"/>
              </a:xfrm>
              <a:grpFill/>
            </p:grpSpPr>
            <p:sp>
              <p:nvSpPr>
                <p:cNvPr id="30"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10268702" y="2216649"/>
                <a:ext cx="355220" cy="448646"/>
                <a:chOff x="6108700" y="2066926"/>
                <a:chExt cx="549275" cy="693738"/>
              </a:xfrm>
              <a:grpFill/>
            </p:grpSpPr>
            <p:sp>
              <p:nvSpPr>
                <p:cNvPr id="28"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1" name="组合 20"/>
              <p:cNvGrpSpPr/>
              <p:nvPr/>
            </p:nvGrpSpPr>
            <p:grpSpPr>
              <a:xfrm>
                <a:off x="10332867" y="2868571"/>
                <a:ext cx="238182" cy="205330"/>
                <a:chOff x="6186488" y="2930526"/>
                <a:chExt cx="368300" cy="317500"/>
              </a:xfrm>
              <a:grpFill/>
            </p:grpSpPr>
            <p:sp>
              <p:nvSpPr>
                <p:cNvPr id="25"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2" name="组合 21"/>
              <p:cNvGrpSpPr/>
              <p:nvPr/>
            </p:nvGrpSpPr>
            <p:grpSpPr>
              <a:xfrm>
                <a:off x="10232762" y="3871448"/>
                <a:ext cx="405635" cy="398340"/>
                <a:chOff x="11854992" y="1994536"/>
                <a:chExt cx="405635" cy="398340"/>
              </a:xfrm>
              <a:grpFill/>
            </p:grpSpPr>
            <p:sp>
              <p:nvSpPr>
                <p:cNvPr id="23" name="Freeform 11"/>
                <p:cNvSpPr>
                  <a:spLocks noEditPoints="1"/>
                </p:cNvSpPr>
                <p:nvPr/>
              </p:nvSpPr>
              <p:spPr bwMode="auto">
                <a:xfrm>
                  <a:off x="11976099" y="1994536"/>
                  <a:ext cx="284528" cy="39834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12"/>
                <p:cNvSpPr/>
                <p:nvPr/>
              </p:nvSpPr>
              <p:spPr bwMode="auto">
                <a:xfrm>
                  <a:off x="11854992" y="2009127"/>
                  <a:ext cx="153208" cy="383749"/>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grpSp>
      <p:sp>
        <p:nvSpPr>
          <p:cNvPr id="41" name="文本框 40"/>
          <p:cNvSpPr txBox="1"/>
          <p:nvPr userDrawn="1"/>
        </p:nvSpPr>
        <p:spPr>
          <a:xfrm rot="16200000">
            <a:off x="-1443469" y="3524086"/>
            <a:ext cx="3170099" cy="261610"/>
          </a:xfrm>
          <a:prstGeom prst="rect">
            <a:avLst/>
          </a:prstGeom>
          <a:noFill/>
        </p:spPr>
        <p:txBody>
          <a:bodyPr wrap="square" rtlCol="0">
            <a:noAutofit/>
          </a:bodyPr>
          <a:lstStyle>
            <a:defPPr>
              <a:defRPr lang="zh-CN"/>
            </a:defPPr>
            <a:lvl1pPr algn="dist">
              <a:defRPr sz="1100" b="1">
                <a:solidFill>
                  <a:schemeClr val="bg1">
                    <a:alpha val="22000"/>
                  </a:schemeClr>
                </a:solidFill>
                <a:latin typeface="Arial" panose="020B0604020202020204" pitchFamily="34" charset="0"/>
                <a:cs typeface="Arial" panose="020B0604020202020204" pitchFamily="34" charset="0"/>
              </a:defRPr>
            </a:lvl1pPr>
          </a:lstStyle>
          <a:p>
            <a:r>
              <a:rPr lang="en-US" altLang="zh-CN" dirty="0">
                <a:solidFill>
                  <a:schemeClr val="bg1">
                    <a:alpha val="5000"/>
                  </a:schemeClr>
                </a:solidFill>
              </a:rPr>
              <a:t>BEIJING INSTITUTE OF TECHNOLOGY</a:t>
            </a:r>
          </a:p>
        </p:txBody>
      </p:sp>
      <p:pic>
        <p:nvPicPr>
          <p:cNvPr id="42" name="图片 41"/>
          <p:cNvPicPr>
            <a:picLocks noChangeAspect="1"/>
          </p:cNvPicPr>
          <p:nvPr userDrawn="1"/>
        </p:nvPicPr>
        <p:blipFill>
          <a:blip r:embed="rId3" cstate="screen"/>
          <a:stretch>
            <a:fillRect/>
          </a:stretch>
        </p:blipFill>
        <p:spPr>
          <a:xfrm>
            <a:off x="9452633" y="548450"/>
            <a:ext cx="2295327" cy="504694"/>
          </a:xfrm>
          <a:prstGeom prst="rect">
            <a:avLst/>
          </a:prstGeom>
        </p:spPr>
      </p:pic>
      <p:cxnSp>
        <p:nvCxnSpPr>
          <p:cNvPr id="4" name="直接连接符 3"/>
          <p:cNvCxnSpPr/>
          <p:nvPr userDrawn="1"/>
        </p:nvCxnSpPr>
        <p:spPr>
          <a:xfrm>
            <a:off x="666749" y="1329225"/>
            <a:ext cx="0" cy="471473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userDrawn="1"/>
        </p:nvCxnSpPr>
        <p:spPr>
          <a:xfrm>
            <a:off x="9258300" y="1280160"/>
            <a:ext cx="0" cy="4835169"/>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封面样式2-首页1">
    <p:spTree>
      <p:nvGrpSpPr>
        <p:cNvPr id="1" name=""/>
        <p:cNvGrpSpPr/>
        <p:nvPr/>
      </p:nvGrpSpPr>
      <p:grpSpPr>
        <a:xfrm>
          <a:off x="0" y="0"/>
          <a:ext cx="0" cy="0"/>
          <a:chOff x="0" y="0"/>
          <a:chExt cx="0" cy="0"/>
        </a:xfrm>
      </p:grpSpPr>
      <p:sp>
        <p:nvSpPr>
          <p:cNvPr id="6"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PA-矩形 7"/>
          <p:cNvSpPr/>
          <p:nvPr userDrawn="1">
            <p:custDataLst>
              <p:tags r:id="rId2"/>
            </p:custDataLst>
          </p:nvPr>
        </p:nvSpPr>
        <p:spPr>
          <a:xfrm>
            <a:off x="0" y="0"/>
            <a:ext cx="12192000" cy="6858000"/>
          </a:xfrm>
          <a:prstGeom prst="rect">
            <a:avLst/>
          </a:prstGeom>
          <a:gradFill>
            <a:gsLst>
              <a:gs pos="0">
                <a:srgbClr val="008244"/>
              </a:gs>
              <a:gs pos="100000">
                <a:schemeClr val="accent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zh-CN" altLang="en-US" dirty="0"/>
          </a:p>
        </p:txBody>
      </p:sp>
      <p:sp>
        <p:nvSpPr>
          <p:cNvPr id="8" name="任意多边形: 形状 39"/>
          <p:cNvSpPr/>
          <p:nvPr userDrawn="1"/>
        </p:nvSpPr>
        <p:spPr>
          <a:xfrm>
            <a:off x="221886" y="0"/>
            <a:ext cx="7536857" cy="6858000"/>
          </a:xfrm>
          <a:custGeom>
            <a:avLst/>
            <a:gdLst>
              <a:gd name="connsiteX0" fmla="*/ 0 w 7536857"/>
              <a:gd name="connsiteY0" fmla="*/ 0 h 6858000"/>
              <a:gd name="connsiteX1" fmla="*/ 6351816 w 7536857"/>
              <a:gd name="connsiteY1" fmla="*/ 0 h 6858000"/>
              <a:gd name="connsiteX2" fmla="*/ 6432300 w 7536857"/>
              <a:gd name="connsiteY2" fmla="*/ 102417 h 6858000"/>
              <a:gd name="connsiteX3" fmla="*/ 7536857 w 7536857"/>
              <a:gd name="connsiteY3" fmla="*/ 3429000 h 6858000"/>
              <a:gd name="connsiteX4" fmla="*/ 6432300 w 7536857"/>
              <a:gd name="connsiteY4" fmla="*/ 6755583 h 6858000"/>
              <a:gd name="connsiteX5" fmla="*/ 6351816 w 7536857"/>
              <a:gd name="connsiteY5" fmla="*/ 6858000 h 6858000"/>
              <a:gd name="connsiteX6" fmla="*/ 0 w 753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36857" h="6858000">
                <a:moveTo>
                  <a:pt x="0" y="0"/>
                </a:moveTo>
                <a:lnTo>
                  <a:pt x="6351816" y="0"/>
                </a:lnTo>
                <a:lnTo>
                  <a:pt x="6432300" y="102417"/>
                </a:lnTo>
                <a:cubicBezTo>
                  <a:pt x="7126033" y="1030047"/>
                  <a:pt x="7536857" y="2181547"/>
                  <a:pt x="7536857" y="3429000"/>
                </a:cubicBezTo>
                <a:cubicBezTo>
                  <a:pt x="7536857" y="4676454"/>
                  <a:pt x="7126033" y="5827953"/>
                  <a:pt x="6432300" y="6755583"/>
                </a:cubicBezTo>
                <a:lnTo>
                  <a:pt x="6351816" y="6858000"/>
                </a:lnTo>
                <a:lnTo>
                  <a:pt x="0" y="6858000"/>
                </a:lnTo>
                <a:close/>
              </a:path>
            </a:pathLst>
          </a:custGeom>
          <a:pattFill prst="pct5">
            <a:fgClr>
              <a:schemeClr val="bg1">
                <a:lumMod val="85000"/>
              </a:schemeClr>
            </a:fgClr>
            <a:bgClr>
              <a:schemeClr val="bg1"/>
            </a:bgClr>
          </a:pattFill>
          <a:ln>
            <a:noFill/>
          </a:ln>
          <a:effectLst>
            <a:outerShdw blurRad="190500" sx="101000" sy="101000" algn="l" rotWithShape="0">
              <a:prstClr val="black">
                <a:alpha val="1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任意多边形: 形状 39"/>
          <p:cNvSpPr/>
          <p:nvPr userDrawn="1"/>
        </p:nvSpPr>
        <p:spPr>
          <a:xfrm>
            <a:off x="189674" y="0"/>
            <a:ext cx="7536857" cy="6858000"/>
          </a:xfrm>
          <a:custGeom>
            <a:avLst/>
            <a:gdLst>
              <a:gd name="connsiteX0" fmla="*/ 0 w 7536857"/>
              <a:gd name="connsiteY0" fmla="*/ 0 h 6858000"/>
              <a:gd name="connsiteX1" fmla="*/ 6351816 w 7536857"/>
              <a:gd name="connsiteY1" fmla="*/ 0 h 6858000"/>
              <a:gd name="connsiteX2" fmla="*/ 6432300 w 7536857"/>
              <a:gd name="connsiteY2" fmla="*/ 102417 h 6858000"/>
              <a:gd name="connsiteX3" fmla="*/ 7536857 w 7536857"/>
              <a:gd name="connsiteY3" fmla="*/ 3429000 h 6858000"/>
              <a:gd name="connsiteX4" fmla="*/ 6432300 w 7536857"/>
              <a:gd name="connsiteY4" fmla="*/ 6755583 h 6858000"/>
              <a:gd name="connsiteX5" fmla="*/ 6351816 w 7536857"/>
              <a:gd name="connsiteY5" fmla="*/ 6858000 h 6858000"/>
              <a:gd name="connsiteX6" fmla="*/ 0 w 753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36857" h="6858000">
                <a:moveTo>
                  <a:pt x="0" y="0"/>
                </a:moveTo>
                <a:lnTo>
                  <a:pt x="6351816" y="0"/>
                </a:lnTo>
                <a:lnTo>
                  <a:pt x="6432300" y="102417"/>
                </a:lnTo>
                <a:cubicBezTo>
                  <a:pt x="7126033" y="1030047"/>
                  <a:pt x="7536857" y="2181547"/>
                  <a:pt x="7536857" y="3429000"/>
                </a:cubicBezTo>
                <a:cubicBezTo>
                  <a:pt x="7536857" y="4676454"/>
                  <a:pt x="7126033" y="5827953"/>
                  <a:pt x="6432300" y="6755583"/>
                </a:cubicBezTo>
                <a:lnTo>
                  <a:pt x="6351816" y="6858000"/>
                </a:lnTo>
                <a:lnTo>
                  <a:pt x="0" y="6858000"/>
                </a:lnTo>
                <a:close/>
              </a:path>
            </a:pathLst>
          </a:custGeom>
          <a:solidFill>
            <a:srgbClr val="A13F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任意多边形: 形状 39"/>
          <p:cNvSpPr/>
          <p:nvPr userDrawn="1"/>
        </p:nvSpPr>
        <p:spPr>
          <a:xfrm>
            <a:off x="0" y="0"/>
            <a:ext cx="7536857" cy="6858000"/>
          </a:xfrm>
          <a:custGeom>
            <a:avLst/>
            <a:gdLst>
              <a:gd name="connsiteX0" fmla="*/ 0 w 7536857"/>
              <a:gd name="connsiteY0" fmla="*/ 0 h 6858000"/>
              <a:gd name="connsiteX1" fmla="*/ 6351816 w 7536857"/>
              <a:gd name="connsiteY1" fmla="*/ 0 h 6858000"/>
              <a:gd name="connsiteX2" fmla="*/ 6432300 w 7536857"/>
              <a:gd name="connsiteY2" fmla="*/ 102417 h 6858000"/>
              <a:gd name="connsiteX3" fmla="*/ 7536857 w 7536857"/>
              <a:gd name="connsiteY3" fmla="*/ 3429000 h 6858000"/>
              <a:gd name="connsiteX4" fmla="*/ 6432300 w 7536857"/>
              <a:gd name="connsiteY4" fmla="*/ 6755583 h 6858000"/>
              <a:gd name="connsiteX5" fmla="*/ 6351816 w 7536857"/>
              <a:gd name="connsiteY5" fmla="*/ 6858000 h 6858000"/>
              <a:gd name="connsiteX6" fmla="*/ 0 w 753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36857" h="6858000">
                <a:moveTo>
                  <a:pt x="0" y="0"/>
                </a:moveTo>
                <a:lnTo>
                  <a:pt x="6351816" y="0"/>
                </a:lnTo>
                <a:lnTo>
                  <a:pt x="6432300" y="102417"/>
                </a:lnTo>
                <a:cubicBezTo>
                  <a:pt x="7126033" y="1030047"/>
                  <a:pt x="7536857" y="2181547"/>
                  <a:pt x="7536857" y="3429000"/>
                </a:cubicBezTo>
                <a:cubicBezTo>
                  <a:pt x="7536857" y="4676454"/>
                  <a:pt x="7126033" y="5827953"/>
                  <a:pt x="6432300" y="6755583"/>
                </a:cubicBezTo>
                <a:lnTo>
                  <a:pt x="6351816" y="6858000"/>
                </a:lnTo>
                <a:lnTo>
                  <a:pt x="0" y="6858000"/>
                </a:lnTo>
                <a:close/>
              </a:path>
            </a:pathLst>
          </a:custGeom>
          <a:solidFill>
            <a:schemeClr val="bg1"/>
          </a:solidFill>
          <a:ln>
            <a:noFill/>
          </a:ln>
          <a:effectLst>
            <a:outerShdw blurRad="76200" sx="101000" sy="101000" algn="l" rotWithShape="0">
              <a:prstClr val="black">
                <a:alpha val="7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任意多边形: 形状 74"/>
          <p:cNvSpPr/>
          <p:nvPr userDrawn="1"/>
        </p:nvSpPr>
        <p:spPr>
          <a:xfrm flipV="1">
            <a:off x="660400" y="3829587"/>
            <a:ext cx="6489382"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1" fmla="*/ 0 w 6415214"/>
              <a:gd name="connsiteY0-2" fmla="*/ 171407 h 262847"/>
              <a:gd name="connsiteX1-3" fmla="*/ 6415214 w 6415214"/>
              <a:gd name="connsiteY1-4" fmla="*/ 171407 h 262847"/>
              <a:gd name="connsiteX2-5" fmla="*/ 6415214 w 6415214"/>
              <a:gd name="connsiteY2-6" fmla="*/ 100390 h 262847"/>
              <a:gd name="connsiteX3-7" fmla="*/ 511261 w 6415214"/>
              <a:gd name="connsiteY3-8" fmla="*/ 100390 h 262847"/>
              <a:gd name="connsiteX4-9" fmla="*/ 229919 w 6415214"/>
              <a:gd name="connsiteY4-10" fmla="*/ 0 h 262847"/>
              <a:gd name="connsiteX5-11" fmla="*/ 229919 w 6415214"/>
              <a:gd name="connsiteY5-12" fmla="*/ 100390 h 262847"/>
              <a:gd name="connsiteX6-13" fmla="*/ 0 w 6415214"/>
              <a:gd name="connsiteY6-14" fmla="*/ 100390 h 262847"/>
              <a:gd name="connsiteX7" fmla="*/ 91440 w 6415214"/>
              <a:gd name="connsiteY7" fmla="*/ 262847 h 262847"/>
              <a:gd name="connsiteX0-15" fmla="*/ 0 w 6415214"/>
              <a:gd name="connsiteY0-16" fmla="*/ 171407 h 171407"/>
              <a:gd name="connsiteX1-17" fmla="*/ 6415214 w 6415214"/>
              <a:gd name="connsiteY1-18" fmla="*/ 171407 h 171407"/>
              <a:gd name="connsiteX2-19" fmla="*/ 6415214 w 6415214"/>
              <a:gd name="connsiteY2-20" fmla="*/ 100390 h 171407"/>
              <a:gd name="connsiteX3-21" fmla="*/ 511261 w 6415214"/>
              <a:gd name="connsiteY3-22" fmla="*/ 100390 h 171407"/>
              <a:gd name="connsiteX4-23" fmla="*/ 229919 w 6415214"/>
              <a:gd name="connsiteY4-24" fmla="*/ 0 h 171407"/>
              <a:gd name="connsiteX5-25" fmla="*/ 229919 w 6415214"/>
              <a:gd name="connsiteY5-26" fmla="*/ 100390 h 171407"/>
              <a:gd name="connsiteX6-27" fmla="*/ 0 w 6415214"/>
              <a:gd name="connsiteY6-28" fmla="*/ 100390 h 171407"/>
              <a:gd name="connsiteX0-29" fmla="*/ 0 w 6415214"/>
              <a:gd name="connsiteY0-30" fmla="*/ 171407 h 171407"/>
              <a:gd name="connsiteX1-31" fmla="*/ 6415214 w 6415214"/>
              <a:gd name="connsiteY1-32" fmla="*/ 100390 h 171407"/>
              <a:gd name="connsiteX2-33" fmla="*/ 511261 w 6415214"/>
              <a:gd name="connsiteY2-34" fmla="*/ 100390 h 171407"/>
              <a:gd name="connsiteX3-35" fmla="*/ 229919 w 6415214"/>
              <a:gd name="connsiteY3-36" fmla="*/ 0 h 171407"/>
              <a:gd name="connsiteX4-37" fmla="*/ 229919 w 6415214"/>
              <a:gd name="connsiteY4-38" fmla="*/ 100390 h 171407"/>
              <a:gd name="connsiteX5-39" fmla="*/ 0 w 6415214"/>
              <a:gd name="connsiteY5-40" fmla="*/ 100390 h 171407"/>
              <a:gd name="connsiteX0-41" fmla="*/ 6415214 w 6415214"/>
              <a:gd name="connsiteY0-42" fmla="*/ 100390 h 100390"/>
              <a:gd name="connsiteX1-43" fmla="*/ 511261 w 6415214"/>
              <a:gd name="connsiteY1-44" fmla="*/ 100390 h 100390"/>
              <a:gd name="connsiteX2-45" fmla="*/ 229919 w 6415214"/>
              <a:gd name="connsiteY2-46" fmla="*/ 0 h 100390"/>
              <a:gd name="connsiteX3-47" fmla="*/ 229919 w 6415214"/>
              <a:gd name="connsiteY3-48" fmla="*/ 100390 h 100390"/>
              <a:gd name="connsiteX4-49" fmla="*/ 0 w 6415214"/>
              <a:gd name="connsiteY4-50" fmla="*/ 100390 h 100390"/>
              <a:gd name="connsiteX0-51" fmla="*/ 6415214 w 6415214"/>
              <a:gd name="connsiteY0-52" fmla="*/ 195640 h 195640"/>
              <a:gd name="connsiteX1-53" fmla="*/ 511261 w 6415214"/>
              <a:gd name="connsiteY1-54" fmla="*/ 195640 h 195640"/>
              <a:gd name="connsiteX2-55" fmla="*/ 227538 w 6415214"/>
              <a:gd name="connsiteY2-56" fmla="*/ 0 h 195640"/>
              <a:gd name="connsiteX3-57" fmla="*/ 229919 w 6415214"/>
              <a:gd name="connsiteY3-58" fmla="*/ 195640 h 195640"/>
              <a:gd name="connsiteX4-59" fmla="*/ 0 w 6415214"/>
              <a:gd name="connsiteY4-60" fmla="*/ 195640 h 195640"/>
              <a:gd name="connsiteX0-61" fmla="*/ 6415214 w 6415214"/>
              <a:gd name="connsiteY0-62" fmla="*/ 193259 h 193259"/>
              <a:gd name="connsiteX1-63" fmla="*/ 511261 w 6415214"/>
              <a:gd name="connsiteY1-64" fmla="*/ 193259 h 193259"/>
              <a:gd name="connsiteX2-65" fmla="*/ 232301 w 6415214"/>
              <a:gd name="connsiteY2-66" fmla="*/ 0 h 193259"/>
              <a:gd name="connsiteX3-67" fmla="*/ 229919 w 6415214"/>
              <a:gd name="connsiteY3-68" fmla="*/ 193259 h 193259"/>
              <a:gd name="connsiteX4-69" fmla="*/ 0 w 6415214"/>
              <a:gd name="connsiteY4-70" fmla="*/ 193259 h 19325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415214" h="193259">
                <a:moveTo>
                  <a:pt x="6415214" y="193259"/>
                </a:moveTo>
                <a:lnTo>
                  <a:pt x="511261" y="193259"/>
                </a:lnTo>
                <a:lnTo>
                  <a:pt x="232301" y="0"/>
                </a:lnTo>
                <a:cubicBezTo>
                  <a:pt x="233095" y="65213"/>
                  <a:pt x="229125" y="128046"/>
                  <a:pt x="229919" y="193259"/>
                </a:cubicBezTo>
                <a:lnTo>
                  <a:pt x="0" y="193259"/>
                </a:lnTo>
              </a:path>
            </a:pathLst>
          </a:cu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a:cs typeface="+mn-ea"/>
              <a:sym typeface="+mn-lt"/>
            </a:endParaRPr>
          </a:p>
        </p:txBody>
      </p:sp>
      <p:sp>
        <p:nvSpPr>
          <p:cNvPr id="12" name="标题 47"/>
          <p:cNvSpPr>
            <a:spLocks noGrp="1"/>
          </p:cNvSpPr>
          <p:nvPr>
            <p:ph type="title" hasCustomPrompt="1"/>
          </p:nvPr>
        </p:nvSpPr>
        <p:spPr>
          <a:xfrm>
            <a:off x="630418" y="2616692"/>
            <a:ext cx="7055958" cy="1200329"/>
          </a:xfrm>
          <a:prstGeom prst="rect">
            <a:avLst/>
          </a:prstGeom>
          <a:noFill/>
        </p:spPr>
        <p:txBody>
          <a:bodyPr wrap="square" lIns="0" rtlCol="0">
            <a:spAutoFit/>
          </a:bodyPr>
          <a:lstStyle>
            <a:lvl1pPr>
              <a:lnSpc>
                <a:spcPct val="100000"/>
              </a:lnSpc>
              <a:defRPr lang="zh-CN" altLang="en-US" sz="3600" b="1" spc="100" dirty="0">
                <a:latin typeface="微软雅黑" panose="020B0503020204020204" pitchFamily="34" charset="-122"/>
                <a:ea typeface="微软雅黑" panose="020B0503020204020204" pitchFamily="34" charset="-122"/>
                <a:cs typeface="+mn-ea"/>
              </a:defRPr>
            </a:lvl1pPr>
          </a:lstStyle>
          <a:p>
            <a:pPr marL="0" lvl="0"/>
            <a:r>
              <a:rPr lang="zh-CN" altLang="en-US" dirty="0"/>
              <a:t>请在此输入标题</a:t>
            </a:r>
            <a:br>
              <a:rPr lang="zh-CN" altLang="en-US" dirty="0"/>
            </a:br>
            <a:r>
              <a:rPr lang="zh-CN" altLang="en-US" dirty="0"/>
              <a:t>尽量回车保证标题为两行</a:t>
            </a:r>
          </a:p>
        </p:txBody>
      </p:sp>
      <p:sp>
        <p:nvSpPr>
          <p:cNvPr id="13" name="文本占位符 87"/>
          <p:cNvSpPr>
            <a:spLocks noGrp="1"/>
          </p:cNvSpPr>
          <p:nvPr>
            <p:ph type="body" sz="quarter" idx="13" hasCustomPrompt="1"/>
          </p:nvPr>
        </p:nvSpPr>
        <p:spPr>
          <a:xfrm>
            <a:off x="654709" y="2352090"/>
            <a:ext cx="5154585" cy="258532"/>
          </a:xfrm>
          <a:prstGeom prst="rect">
            <a:avLst/>
          </a:prstGeom>
          <a:noFill/>
        </p:spPr>
        <p:txBody>
          <a:bodyPr wrap="square" lIns="0" rtlCol="0">
            <a:spAutoFit/>
          </a:bodyPr>
          <a:lstStyle>
            <a:lvl1pPr marL="0" indent="0">
              <a:buNone/>
              <a:defRPr lang="zh-CN" altLang="en-US" sz="1200" spc="100" dirty="0">
                <a:solidFill>
                  <a:schemeClr val="tx1">
                    <a:lumMod val="65000"/>
                    <a:lumOff val="35000"/>
                  </a:schemeClr>
                </a:solidFill>
                <a:latin typeface="微软雅黑 Light" panose="020B0502040204020203" pitchFamily="34" charset="-122"/>
                <a:ea typeface="微软雅黑 Light" panose="020B0502040204020203" pitchFamily="34" charset="-122"/>
                <a:cs typeface="+mn-ea"/>
                <a:sym typeface="Wingdings 3" panose="05040102010807070707" pitchFamily="18" charset="2"/>
              </a:defRPr>
            </a:lvl1pPr>
          </a:lstStyle>
          <a:p>
            <a:pPr marL="228600" lvl="0" indent="-228600"/>
            <a:r>
              <a:rPr lang="zh-CN" altLang="en-US" dirty="0"/>
              <a:t>请在此输入你的副标题</a:t>
            </a:r>
          </a:p>
        </p:txBody>
      </p:sp>
      <p:sp>
        <p:nvSpPr>
          <p:cNvPr id="14" name="文本占位符 53"/>
          <p:cNvSpPr>
            <a:spLocks noGrp="1"/>
          </p:cNvSpPr>
          <p:nvPr>
            <p:ph type="body" sz="quarter" idx="16" hasCustomPrompt="1"/>
          </p:nvPr>
        </p:nvSpPr>
        <p:spPr>
          <a:xfrm>
            <a:off x="655638" y="4304189"/>
            <a:ext cx="4065361" cy="344710"/>
          </a:xfrm>
          <a:prstGeom prst="rect">
            <a:avLst/>
          </a:prstGeom>
          <a:noFill/>
        </p:spPr>
        <p:txBody>
          <a:bodyPr wrap="square" lIns="0" rtlCol="0" anchor="ctr" anchorCtr="0">
            <a:spAutoFit/>
          </a:bodyPr>
          <a:lstStyle>
            <a:lvl1pPr marL="0" indent="0">
              <a:lnSpc>
                <a:spcPct val="130000"/>
              </a:lnSpc>
              <a:buNone/>
              <a:defRPr lang="zh-CN" altLang="en-US" sz="1400" spc="100" smtClean="0">
                <a:solidFill>
                  <a:schemeClr val="tx1">
                    <a:lumMod val="85000"/>
                    <a:lumOff val="15000"/>
                  </a:schemeClr>
                </a:solidFill>
                <a:cs typeface="+mn-ea"/>
              </a:defRPr>
            </a:lvl1pPr>
            <a:lvl2pPr>
              <a:defRPr lang="zh-CN" altLang="en-US" sz="1800" smtClean="0"/>
            </a:lvl2pPr>
            <a:lvl3pPr>
              <a:defRPr lang="zh-CN" altLang="en-US" sz="1800" smtClean="0"/>
            </a:lvl3pPr>
            <a:lvl4pPr>
              <a:defRPr lang="zh-CN" altLang="en-US" smtClean="0"/>
            </a:lvl4pPr>
            <a:lvl5pPr>
              <a:defRPr lang="zh-CN" altLang="en-US"/>
            </a:lvl5pPr>
          </a:lstStyle>
          <a:p>
            <a:pPr marL="0" lvl="0">
              <a:lnSpc>
                <a:spcPct val="130000"/>
              </a:lnSpc>
            </a:pPr>
            <a:r>
              <a:rPr lang="zh-CN" altLang="en-US" dirty="0"/>
              <a:t>指导教师： </a:t>
            </a:r>
            <a:r>
              <a:rPr lang="en-US" altLang="zh-CN" dirty="0"/>
              <a:t>XXX	</a:t>
            </a:r>
            <a:r>
              <a:rPr lang="zh-CN" altLang="en-US" dirty="0"/>
              <a:t>答辩学生： 芃苇</a:t>
            </a:r>
          </a:p>
        </p:txBody>
      </p:sp>
      <p:sp>
        <p:nvSpPr>
          <p:cNvPr id="16" name="文本框 15"/>
          <p:cNvSpPr txBox="1"/>
          <p:nvPr userDrawn="1"/>
        </p:nvSpPr>
        <p:spPr>
          <a:xfrm>
            <a:off x="474450" y="318256"/>
            <a:ext cx="1899117" cy="792864"/>
          </a:xfrm>
          <a:prstGeom prst="rect">
            <a:avLst/>
          </a:prstGeom>
          <a:noFill/>
          <a:ln>
            <a:noFill/>
          </a:ln>
        </p:spPr>
        <p:txBody>
          <a:bodyPr wrap="square" lIns="180000" tIns="180000" rIns="180000" bIns="180000" rtlCol="0">
            <a:spAutoFit/>
          </a:bodyPr>
          <a:lstStyle/>
          <a:p>
            <a:pPr algn="l">
              <a:lnSpc>
                <a:spcPct val="130000"/>
              </a:lnSpc>
            </a:pPr>
            <a:r>
              <a:rPr lang="en-US" altLang="zh-CN" sz="2400" b="1" i="0" spc="100" dirty="0">
                <a:solidFill>
                  <a:schemeClr val="accent3"/>
                </a:solidFill>
                <a:latin typeface="+mn-ea"/>
              </a:rPr>
              <a:t>◀ BIT</a:t>
            </a:r>
            <a:r>
              <a:rPr lang="en-US" altLang="zh-CN" sz="2400" b="1" i="0" spc="100" baseline="0" dirty="0">
                <a:solidFill>
                  <a:schemeClr val="accent3"/>
                </a:solidFill>
                <a:latin typeface="+mn-ea"/>
              </a:rPr>
              <a:t> </a:t>
            </a:r>
            <a:r>
              <a:rPr lang="en-US" altLang="zh-CN" sz="2400" b="1" i="0" spc="100" dirty="0">
                <a:solidFill>
                  <a:schemeClr val="accent3"/>
                </a:solidFill>
                <a:latin typeface="+mn-ea"/>
              </a:rPr>
              <a:t>▶</a:t>
            </a:r>
            <a:endParaRPr lang="zh-CN" altLang="en-US" sz="2400" b="1" i="0" spc="100" dirty="0">
              <a:solidFill>
                <a:schemeClr val="accent3"/>
              </a:solidFill>
              <a:latin typeface="+mn-ea"/>
            </a:endParaRPr>
          </a:p>
        </p:txBody>
      </p:sp>
      <p:pic>
        <p:nvPicPr>
          <p:cNvPr id="23" name="图片 22"/>
          <p:cNvPicPr>
            <a:picLocks noChangeAspect="1"/>
          </p:cNvPicPr>
          <p:nvPr userDrawn="1"/>
        </p:nvPicPr>
        <p:blipFill>
          <a:blip r:embed="rId4"/>
          <a:stretch>
            <a:fillRect/>
          </a:stretch>
        </p:blipFill>
        <p:spPr>
          <a:xfrm>
            <a:off x="8250894" y="-774608"/>
            <a:ext cx="7885491" cy="7588381"/>
          </a:xfrm>
          <a:prstGeom prst="rect">
            <a:avLst/>
          </a:prstGeom>
        </p:spPr>
      </p:pic>
      <p:pic>
        <p:nvPicPr>
          <p:cNvPr id="20" name="图片 19"/>
          <p:cNvPicPr>
            <a:picLocks noChangeAspect="1"/>
          </p:cNvPicPr>
          <p:nvPr userDrawn="1"/>
        </p:nvPicPr>
        <p:blipFill>
          <a:blip r:embed="rId5" cstate="screen"/>
          <a:stretch>
            <a:fillRect/>
          </a:stretch>
        </p:blipFill>
        <p:spPr>
          <a:xfrm>
            <a:off x="8250874" y="2196869"/>
            <a:ext cx="3243162" cy="2464261"/>
          </a:xfrm>
          <a:prstGeom prst="rect">
            <a:avLst/>
          </a:prstGeom>
        </p:spPr>
      </p:pic>
      <p:grpSp>
        <p:nvGrpSpPr>
          <p:cNvPr id="24" name="组合 23"/>
          <p:cNvGrpSpPr/>
          <p:nvPr userDrawn="1"/>
        </p:nvGrpSpPr>
        <p:grpSpPr>
          <a:xfrm>
            <a:off x="671368" y="6083135"/>
            <a:ext cx="2542613" cy="276499"/>
            <a:chOff x="598941" y="6399999"/>
            <a:chExt cx="2542613" cy="276499"/>
          </a:xfrm>
          <a:solidFill>
            <a:schemeClr val="bg1">
              <a:lumMod val="65000"/>
            </a:schemeClr>
          </a:solidFill>
        </p:grpSpPr>
        <p:grpSp>
          <p:nvGrpSpPr>
            <p:cNvPr id="25" name="组合 24"/>
            <p:cNvGrpSpPr/>
            <p:nvPr/>
          </p:nvGrpSpPr>
          <p:grpSpPr>
            <a:xfrm>
              <a:off x="2055693" y="6402621"/>
              <a:ext cx="1085861" cy="270805"/>
              <a:chOff x="10340336" y="2247899"/>
              <a:chExt cx="2724438" cy="679451"/>
            </a:xfrm>
            <a:grpFill/>
          </p:grpSpPr>
          <p:sp>
            <p:nvSpPr>
              <p:cNvPr id="39"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40"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41" name="组合 40"/>
              <p:cNvGrpSpPr/>
              <p:nvPr/>
            </p:nvGrpSpPr>
            <p:grpSpPr>
              <a:xfrm>
                <a:off x="10340336" y="2247899"/>
                <a:ext cx="547688" cy="679451"/>
                <a:chOff x="5548313" y="2084388"/>
                <a:chExt cx="547688" cy="679451"/>
              </a:xfrm>
              <a:grpFill/>
            </p:grpSpPr>
            <p:sp>
              <p:nvSpPr>
                <p:cNvPr id="46"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7"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42" name="组合 41"/>
              <p:cNvGrpSpPr/>
              <p:nvPr/>
            </p:nvGrpSpPr>
            <p:grpSpPr>
              <a:xfrm>
                <a:off x="11192276" y="2400300"/>
                <a:ext cx="322175" cy="373063"/>
                <a:chOff x="3792874" y="3138488"/>
                <a:chExt cx="322175" cy="373063"/>
              </a:xfrm>
              <a:grpFill/>
            </p:grpSpPr>
            <p:sp>
              <p:nvSpPr>
                <p:cNvPr id="43"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4"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5"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26" name="组合 25"/>
            <p:cNvGrpSpPr/>
            <p:nvPr/>
          </p:nvGrpSpPr>
          <p:grpSpPr>
            <a:xfrm>
              <a:off x="598941" y="6399999"/>
              <a:ext cx="1102619" cy="276499"/>
              <a:chOff x="6738929" y="2270918"/>
              <a:chExt cx="2766486" cy="693738"/>
            </a:xfrm>
            <a:grpFill/>
          </p:grpSpPr>
          <p:grpSp>
            <p:nvGrpSpPr>
              <p:cNvPr id="27" name="组合 26"/>
              <p:cNvGrpSpPr/>
              <p:nvPr/>
            </p:nvGrpSpPr>
            <p:grpSpPr>
              <a:xfrm>
                <a:off x="8180494" y="2355056"/>
                <a:ext cx="484188" cy="509588"/>
                <a:chOff x="6113463" y="3541713"/>
                <a:chExt cx="484188" cy="509588"/>
              </a:xfrm>
              <a:grpFill/>
            </p:grpSpPr>
            <p:sp>
              <p:nvSpPr>
                <p:cNvPr id="37"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8" name="组合 27"/>
              <p:cNvGrpSpPr/>
              <p:nvPr/>
            </p:nvGrpSpPr>
            <p:grpSpPr>
              <a:xfrm>
                <a:off x="6738929" y="2270918"/>
                <a:ext cx="549275" cy="693738"/>
                <a:chOff x="6108700" y="2066926"/>
                <a:chExt cx="549275" cy="693738"/>
              </a:xfrm>
              <a:grpFill/>
            </p:grpSpPr>
            <p:sp>
              <p:nvSpPr>
                <p:cNvPr id="35"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9" name="组合 28"/>
              <p:cNvGrpSpPr/>
              <p:nvPr/>
            </p:nvGrpSpPr>
            <p:grpSpPr>
              <a:xfrm>
                <a:off x="7532962" y="2451100"/>
                <a:ext cx="368300" cy="317500"/>
                <a:chOff x="6186488" y="2930526"/>
                <a:chExt cx="368300" cy="317500"/>
              </a:xfrm>
              <a:grpFill/>
            </p:grpSpPr>
            <p:sp>
              <p:nvSpPr>
                <p:cNvPr id="32"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3"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4"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30"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封面样式2-首页2">
    <p:spTree>
      <p:nvGrpSpPr>
        <p:cNvPr id="1" name=""/>
        <p:cNvGrpSpPr/>
        <p:nvPr/>
      </p:nvGrpSpPr>
      <p:grpSpPr>
        <a:xfrm>
          <a:off x="0" y="0"/>
          <a:ext cx="0" cy="0"/>
          <a:chOff x="0" y="0"/>
          <a:chExt cx="0" cy="0"/>
        </a:xfrm>
      </p:grpSpPr>
      <p:sp>
        <p:nvSpPr>
          <p:cNvPr id="35" name="PA-矩形 7"/>
          <p:cNvSpPr/>
          <p:nvPr userDrawn="1">
            <p:custDataLst>
              <p:tags r:id="rId1"/>
            </p:custDataLst>
          </p:nvPr>
        </p:nvSpPr>
        <p:spPr>
          <a:xfrm>
            <a:off x="11373037" y="1"/>
            <a:ext cx="818963"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3" name="PA-矩形 7"/>
          <p:cNvSpPr/>
          <p:nvPr userDrawn="1">
            <p:custDataLst>
              <p:tags r:id="rId2"/>
            </p:custDataLst>
          </p:nvPr>
        </p:nvSpPr>
        <p:spPr>
          <a:xfrm>
            <a:off x="0" y="0"/>
            <a:ext cx="11379387"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11" name="直接连接符 10"/>
          <p:cNvCxnSpPr/>
          <p:nvPr userDrawn="1"/>
        </p:nvCxnSpPr>
        <p:spPr>
          <a:xfrm>
            <a:off x="11373037" y="0"/>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37" name="图片 36"/>
          <p:cNvPicPr>
            <a:picLocks noChangeAspect="1"/>
          </p:cNvPicPr>
          <p:nvPr userDrawn="1"/>
        </p:nvPicPr>
        <p:blipFill>
          <a:blip r:embed="rId4"/>
          <a:stretch>
            <a:fillRect/>
          </a:stretch>
        </p:blipFill>
        <p:spPr>
          <a:xfrm>
            <a:off x="-2610651" y="161103"/>
            <a:ext cx="6791691" cy="6535792"/>
          </a:xfrm>
          <a:prstGeom prst="rect">
            <a:avLst/>
          </a:prstGeom>
        </p:spPr>
      </p:pic>
      <p:sp>
        <p:nvSpPr>
          <p:cNvPr id="3" name="矩形 2"/>
          <p:cNvSpPr/>
          <p:nvPr userDrawn="1"/>
        </p:nvSpPr>
        <p:spPr>
          <a:xfrm>
            <a:off x="0" y="1504950"/>
            <a:ext cx="12192000" cy="3848100"/>
          </a:xfrm>
          <a:prstGeom prst="rect">
            <a:avLst/>
          </a:prstGeom>
          <a:solidFill>
            <a:schemeClr val="bg1"/>
          </a:solidFill>
          <a:ln>
            <a:noFill/>
          </a:ln>
          <a:effectLst>
            <a:outerShdw blurRad="101600" sx="101000" sy="101000" algn="ctr" rotWithShape="0">
              <a:prstClr val="black">
                <a:alpha val="2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endParaRPr lang="zh-CN" altLang="en-US" dirty="0">
              <a:cs typeface="+mn-ea"/>
              <a:sym typeface="+mn-lt"/>
            </a:endParaRPr>
          </a:p>
        </p:txBody>
      </p:sp>
      <p:sp>
        <p:nvSpPr>
          <p:cNvPr id="31" name="任意多边形: 形状 30"/>
          <p:cNvSpPr/>
          <p:nvPr userDrawn="1"/>
        </p:nvSpPr>
        <p:spPr>
          <a:xfrm flipV="1">
            <a:off x="5143364" y="3786901"/>
            <a:ext cx="6236023"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1" fmla="*/ 0 w 6415214"/>
              <a:gd name="connsiteY0-2" fmla="*/ 171407 h 262847"/>
              <a:gd name="connsiteX1-3" fmla="*/ 6415214 w 6415214"/>
              <a:gd name="connsiteY1-4" fmla="*/ 171407 h 262847"/>
              <a:gd name="connsiteX2-5" fmla="*/ 6415214 w 6415214"/>
              <a:gd name="connsiteY2-6" fmla="*/ 100390 h 262847"/>
              <a:gd name="connsiteX3-7" fmla="*/ 511261 w 6415214"/>
              <a:gd name="connsiteY3-8" fmla="*/ 100390 h 262847"/>
              <a:gd name="connsiteX4-9" fmla="*/ 229919 w 6415214"/>
              <a:gd name="connsiteY4-10" fmla="*/ 0 h 262847"/>
              <a:gd name="connsiteX5-11" fmla="*/ 229919 w 6415214"/>
              <a:gd name="connsiteY5-12" fmla="*/ 100390 h 262847"/>
              <a:gd name="connsiteX6-13" fmla="*/ 0 w 6415214"/>
              <a:gd name="connsiteY6-14" fmla="*/ 100390 h 262847"/>
              <a:gd name="connsiteX7" fmla="*/ 91440 w 6415214"/>
              <a:gd name="connsiteY7" fmla="*/ 262847 h 262847"/>
              <a:gd name="connsiteX0-15" fmla="*/ 0 w 6415214"/>
              <a:gd name="connsiteY0-16" fmla="*/ 171407 h 171407"/>
              <a:gd name="connsiteX1-17" fmla="*/ 6415214 w 6415214"/>
              <a:gd name="connsiteY1-18" fmla="*/ 171407 h 171407"/>
              <a:gd name="connsiteX2-19" fmla="*/ 6415214 w 6415214"/>
              <a:gd name="connsiteY2-20" fmla="*/ 100390 h 171407"/>
              <a:gd name="connsiteX3-21" fmla="*/ 511261 w 6415214"/>
              <a:gd name="connsiteY3-22" fmla="*/ 100390 h 171407"/>
              <a:gd name="connsiteX4-23" fmla="*/ 229919 w 6415214"/>
              <a:gd name="connsiteY4-24" fmla="*/ 0 h 171407"/>
              <a:gd name="connsiteX5-25" fmla="*/ 229919 w 6415214"/>
              <a:gd name="connsiteY5-26" fmla="*/ 100390 h 171407"/>
              <a:gd name="connsiteX6-27" fmla="*/ 0 w 6415214"/>
              <a:gd name="connsiteY6-28" fmla="*/ 100390 h 171407"/>
              <a:gd name="connsiteX0-29" fmla="*/ 0 w 6415214"/>
              <a:gd name="connsiteY0-30" fmla="*/ 171407 h 171407"/>
              <a:gd name="connsiteX1-31" fmla="*/ 6415214 w 6415214"/>
              <a:gd name="connsiteY1-32" fmla="*/ 100390 h 171407"/>
              <a:gd name="connsiteX2-33" fmla="*/ 511261 w 6415214"/>
              <a:gd name="connsiteY2-34" fmla="*/ 100390 h 171407"/>
              <a:gd name="connsiteX3-35" fmla="*/ 229919 w 6415214"/>
              <a:gd name="connsiteY3-36" fmla="*/ 0 h 171407"/>
              <a:gd name="connsiteX4-37" fmla="*/ 229919 w 6415214"/>
              <a:gd name="connsiteY4-38" fmla="*/ 100390 h 171407"/>
              <a:gd name="connsiteX5-39" fmla="*/ 0 w 6415214"/>
              <a:gd name="connsiteY5-40" fmla="*/ 100390 h 171407"/>
              <a:gd name="connsiteX0-41" fmla="*/ 6415214 w 6415214"/>
              <a:gd name="connsiteY0-42" fmla="*/ 100390 h 100390"/>
              <a:gd name="connsiteX1-43" fmla="*/ 511261 w 6415214"/>
              <a:gd name="connsiteY1-44" fmla="*/ 100390 h 100390"/>
              <a:gd name="connsiteX2-45" fmla="*/ 229919 w 6415214"/>
              <a:gd name="connsiteY2-46" fmla="*/ 0 h 100390"/>
              <a:gd name="connsiteX3-47" fmla="*/ 229919 w 6415214"/>
              <a:gd name="connsiteY3-48" fmla="*/ 100390 h 100390"/>
              <a:gd name="connsiteX4-49" fmla="*/ 0 w 6415214"/>
              <a:gd name="connsiteY4-50" fmla="*/ 100390 h 100390"/>
              <a:gd name="connsiteX0-51" fmla="*/ 6415214 w 6415214"/>
              <a:gd name="connsiteY0-52" fmla="*/ 195640 h 195640"/>
              <a:gd name="connsiteX1-53" fmla="*/ 511261 w 6415214"/>
              <a:gd name="connsiteY1-54" fmla="*/ 195640 h 195640"/>
              <a:gd name="connsiteX2-55" fmla="*/ 227538 w 6415214"/>
              <a:gd name="connsiteY2-56" fmla="*/ 0 h 195640"/>
              <a:gd name="connsiteX3-57" fmla="*/ 229919 w 6415214"/>
              <a:gd name="connsiteY3-58" fmla="*/ 195640 h 195640"/>
              <a:gd name="connsiteX4-59" fmla="*/ 0 w 6415214"/>
              <a:gd name="connsiteY4-60" fmla="*/ 195640 h 195640"/>
              <a:gd name="connsiteX0-61" fmla="*/ 6415214 w 6415214"/>
              <a:gd name="connsiteY0-62" fmla="*/ 193259 h 193259"/>
              <a:gd name="connsiteX1-63" fmla="*/ 511261 w 6415214"/>
              <a:gd name="connsiteY1-64" fmla="*/ 193259 h 193259"/>
              <a:gd name="connsiteX2-65" fmla="*/ 232301 w 6415214"/>
              <a:gd name="connsiteY2-66" fmla="*/ 0 h 193259"/>
              <a:gd name="connsiteX3-67" fmla="*/ 229919 w 6415214"/>
              <a:gd name="connsiteY3-68" fmla="*/ 193259 h 193259"/>
              <a:gd name="connsiteX4-69" fmla="*/ 0 w 6415214"/>
              <a:gd name="connsiteY4-70" fmla="*/ 193259 h 19325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415214" h="193259">
                <a:moveTo>
                  <a:pt x="6415214" y="193259"/>
                </a:moveTo>
                <a:lnTo>
                  <a:pt x="511261" y="193259"/>
                </a:lnTo>
                <a:lnTo>
                  <a:pt x="232301" y="0"/>
                </a:lnTo>
                <a:cubicBezTo>
                  <a:pt x="233095" y="65213"/>
                  <a:pt x="229125" y="128046"/>
                  <a:pt x="229919" y="193259"/>
                </a:cubicBezTo>
                <a:lnTo>
                  <a:pt x="0" y="193259"/>
                </a:lnTo>
              </a:path>
            </a:pathLst>
          </a:cu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a:cs typeface="+mn-ea"/>
              <a:sym typeface="+mn-lt"/>
            </a:endParaRPr>
          </a:p>
        </p:txBody>
      </p:sp>
      <p:sp>
        <p:nvSpPr>
          <p:cNvPr id="48" name="标题 47"/>
          <p:cNvSpPr>
            <a:spLocks noGrp="1"/>
          </p:cNvSpPr>
          <p:nvPr>
            <p:ph type="title" hasCustomPrompt="1"/>
          </p:nvPr>
        </p:nvSpPr>
        <p:spPr>
          <a:xfrm>
            <a:off x="5113420" y="2558484"/>
            <a:ext cx="6236023" cy="1200329"/>
          </a:xfrm>
          <a:prstGeom prst="rect">
            <a:avLst/>
          </a:prstGeom>
          <a:noFill/>
        </p:spPr>
        <p:txBody>
          <a:bodyPr wrap="square" lIns="0" rtlCol="0">
            <a:spAutoFit/>
          </a:bodyPr>
          <a:lstStyle>
            <a:lvl1pPr>
              <a:lnSpc>
                <a:spcPct val="100000"/>
              </a:lnSpc>
              <a:defRPr lang="zh-CN" altLang="en-US" sz="3600" b="1" spc="100" dirty="0">
                <a:latin typeface="+mn-ea"/>
                <a:ea typeface="+mn-ea"/>
                <a:cs typeface="+mn-ea"/>
              </a:defRPr>
            </a:lvl1pPr>
          </a:lstStyle>
          <a:p>
            <a:pPr marL="0" lvl="0"/>
            <a:r>
              <a:rPr lang="zh-CN" altLang="en-US" dirty="0"/>
              <a:t>请在此输入标题</a:t>
            </a:r>
            <a:br>
              <a:rPr lang="zh-CN" altLang="en-US" dirty="0"/>
            </a:br>
            <a:r>
              <a:rPr lang="zh-CN" altLang="en-US" dirty="0"/>
              <a:t>尽量回车保证标题为两行</a:t>
            </a:r>
          </a:p>
        </p:txBody>
      </p:sp>
      <p:sp>
        <p:nvSpPr>
          <p:cNvPr id="60" name="文本占位符 87"/>
          <p:cNvSpPr>
            <a:spLocks noGrp="1"/>
          </p:cNvSpPr>
          <p:nvPr>
            <p:ph type="body" sz="quarter" idx="13" hasCustomPrompt="1"/>
          </p:nvPr>
        </p:nvSpPr>
        <p:spPr>
          <a:xfrm>
            <a:off x="5137014" y="2329801"/>
            <a:ext cx="5154585" cy="258532"/>
          </a:xfrm>
          <a:prstGeom prst="rect">
            <a:avLst/>
          </a:prstGeom>
          <a:noFill/>
        </p:spPr>
        <p:txBody>
          <a:bodyPr wrap="square" lIns="0" rtlCol="0">
            <a:spAutoFit/>
          </a:bodyPr>
          <a:lstStyle>
            <a:lvl1pPr marL="0" indent="0">
              <a:buNone/>
              <a:defRPr lang="zh-CN" altLang="en-US" sz="1200" spc="100" dirty="0">
                <a:solidFill>
                  <a:schemeClr val="tx1">
                    <a:lumMod val="65000"/>
                    <a:lumOff val="35000"/>
                  </a:schemeClr>
                </a:solidFill>
                <a:latin typeface="微软雅黑 Light" panose="020B0502040204020203" pitchFamily="34" charset="-122"/>
                <a:ea typeface="微软雅黑 Light" panose="020B0502040204020203" pitchFamily="34" charset="-122"/>
                <a:cs typeface="+mn-ea"/>
                <a:sym typeface="Wingdings 3" panose="05040102010807070707" pitchFamily="18" charset="2"/>
              </a:defRPr>
            </a:lvl1pPr>
          </a:lstStyle>
          <a:p>
            <a:pPr marL="228600" lvl="0" indent="-228600"/>
            <a:r>
              <a:rPr lang="zh-CN" altLang="en-US" dirty="0"/>
              <a:t>请在此输入你的副标题</a:t>
            </a:r>
          </a:p>
        </p:txBody>
      </p:sp>
      <p:sp>
        <p:nvSpPr>
          <p:cNvPr id="38" name="文本占位符 53"/>
          <p:cNvSpPr>
            <a:spLocks noGrp="1"/>
          </p:cNvSpPr>
          <p:nvPr>
            <p:ph type="body" sz="quarter" idx="16" hasCustomPrompt="1"/>
          </p:nvPr>
        </p:nvSpPr>
        <p:spPr>
          <a:xfrm>
            <a:off x="5143364" y="4198880"/>
            <a:ext cx="4065361" cy="344710"/>
          </a:xfrm>
          <a:prstGeom prst="rect">
            <a:avLst/>
          </a:prstGeom>
          <a:noFill/>
        </p:spPr>
        <p:txBody>
          <a:bodyPr wrap="square" lIns="0" rtlCol="0" anchor="ctr" anchorCtr="0">
            <a:spAutoFit/>
          </a:bodyPr>
          <a:lstStyle>
            <a:lvl1pPr marL="0" indent="0">
              <a:lnSpc>
                <a:spcPct val="130000"/>
              </a:lnSpc>
              <a:buNone/>
              <a:defRPr lang="zh-CN" altLang="en-US" sz="1400" spc="100" smtClean="0">
                <a:solidFill>
                  <a:schemeClr val="tx1">
                    <a:lumMod val="85000"/>
                    <a:lumOff val="15000"/>
                  </a:schemeClr>
                </a:solidFill>
                <a:cs typeface="+mn-ea"/>
              </a:defRPr>
            </a:lvl1pPr>
            <a:lvl2pPr>
              <a:defRPr lang="zh-CN" altLang="en-US" sz="1800" smtClean="0"/>
            </a:lvl2pPr>
            <a:lvl3pPr>
              <a:defRPr lang="zh-CN" altLang="en-US" sz="1800" smtClean="0"/>
            </a:lvl3pPr>
            <a:lvl4pPr>
              <a:defRPr lang="zh-CN" altLang="en-US" smtClean="0"/>
            </a:lvl4pPr>
            <a:lvl5pPr>
              <a:defRPr lang="zh-CN" altLang="en-US"/>
            </a:lvl5pPr>
          </a:lstStyle>
          <a:p>
            <a:pPr marL="0" lvl="0">
              <a:lnSpc>
                <a:spcPct val="130000"/>
              </a:lnSpc>
            </a:pPr>
            <a:r>
              <a:rPr lang="zh-CN" altLang="en-US" dirty="0"/>
              <a:t>指导教师： </a:t>
            </a:r>
            <a:r>
              <a:rPr lang="en-US" altLang="zh-CN" dirty="0"/>
              <a:t>XXX	</a:t>
            </a:r>
            <a:r>
              <a:rPr lang="zh-CN" altLang="en-US" dirty="0"/>
              <a:t>答辩学生： 芃苇</a:t>
            </a:r>
          </a:p>
        </p:txBody>
      </p:sp>
      <p:pic>
        <p:nvPicPr>
          <p:cNvPr id="8" name="图片 7"/>
          <p:cNvPicPr>
            <a:picLocks noChangeAspect="1"/>
          </p:cNvPicPr>
          <p:nvPr userDrawn="1"/>
        </p:nvPicPr>
        <p:blipFill>
          <a:blip r:embed="rId5" cstate="screen"/>
          <a:stretch>
            <a:fillRect/>
          </a:stretch>
        </p:blipFill>
        <p:spPr>
          <a:xfrm>
            <a:off x="1111261" y="2359437"/>
            <a:ext cx="2855386" cy="2169616"/>
          </a:xfrm>
          <a:prstGeom prst="rect">
            <a:avLst/>
          </a:prstGeom>
        </p:spPr>
      </p:pic>
    </p:spTree>
  </p:cSld>
  <p:clrMapOvr>
    <a:masterClrMapping/>
  </p:clrMapOvr>
  <p:transition spd="med">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封面样式2-首页3">
    <p:spTree>
      <p:nvGrpSpPr>
        <p:cNvPr id="1" name=""/>
        <p:cNvGrpSpPr/>
        <p:nvPr/>
      </p:nvGrpSpPr>
      <p:grpSpPr>
        <a:xfrm>
          <a:off x="0" y="0"/>
          <a:ext cx="0" cy="0"/>
          <a:chOff x="0" y="0"/>
          <a:chExt cx="0" cy="0"/>
        </a:xfrm>
      </p:grpSpPr>
      <p:sp>
        <p:nvSpPr>
          <p:cNvPr id="33"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9" name="任意多边形: 形状 118"/>
          <p:cNvSpPr/>
          <p:nvPr userDrawn="1"/>
        </p:nvSpPr>
        <p:spPr>
          <a:xfrm rot="1916941">
            <a:off x="-628945" y="-604401"/>
            <a:ext cx="12918999" cy="10347422"/>
          </a:xfrm>
          <a:custGeom>
            <a:avLst/>
            <a:gdLst>
              <a:gd name="connsiteX0" fmla="*/ 3910821 w 12918999"/>
              <a:gd name="connsiteY0" fmla="*/ 3392979 h 10347422"/>
              <a:gd name="connsiteX1" fmla="*/ 10262073 w 12918999"/>
              <a:gd name="connsiteY1" fmla="*/ 135295 h 10347422"/>
              <a:gd name="connsiteX2" fmla="*/ 10593809 w 12918999"/>
              <a:gd name="connsiteY2" fmla="*/ 0 h 10347422"/>
              <a:gd name="connsiteX3" fmla="*/ 12918999 w 12918999"/>
              <a:gd name="connsiteY3" fmla="*/ 3728462 h 10347422"/>
              <a:gd name="connsiteX4" fmla="*/ 11966464 w 12918999"/>
              <a:gd name="connsiteY4" fmla="*/ 4224159 h 10347422"/>
              <a:gd name="connsiteX5" fmla="*/ 3050273 w 12918999"/>
              <a:gd name="connsiteY5" fmla="*/ 10050202 h 10347422"/>
              <a:gd name="connsiteX6" fmla="*/ 2678241 w 12918999"/>
              <a:gd name="connsiteY6" fmla="*/ 10347422 h 10347422"/>
              <a:gd name="connsiteX7" fmla="*/ 0 w 12918999"/>
              <a:gd name="connsiteY7" fmla="*/ 6052840 h 10347422"/>
              <a:gd name="connsiteX8" fmla="*/ 4301 w 12918999"/>
              <a:gd name="connsiteY8" fmla="*/ 6049545 h 10347422"/>
              <a:gd name="connsiteX9" fmla="*/ 3049697 w 12918999"/>
              <a:gd name="connsiteY9" fmla="*/ 3931365 h 10347422"/>
              <a:gd name="connsiteX10" fmla="*/ 3910821 w 12918999"/>
              <a:gd name="connsiteY10" fmla="*/ 3392979 h 1034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918999" h="10347422">
                <a:moveTo>
                  <a:pt x="3910821" y="3392979"/>
                </a:moveTo>
                <a:cubicBezTo>
                  <a:pt x="5934272" y="2157348"/>
                  <a:pt x="8056184" y="1066634"/>
                  <a:pt x="10262073" y="135295"/>
                </a:cubicBezTo>
                <a:lnTo>
                  <a:pt x="10593809" y="0"/>
                </a:lnTo>
                <a:lnTo>
                  <a:pt x="12918999" y="3728462"/>
                </a:lnTo>
                <a:lnTo>
                  <a:pt x="11966464" y="4224159"/>
                </a:lnTo>
                <a:cubicBezTo>
                  <a:pt x="8816355" y="5904658"/>
                  <a:pt x="5833798" y="7857148"/>
                  <a:pt x="3050273" y="10050202"/>
                </a:cubicBezTo>
                <a:lnTo>
                  <a:pt x="2678241" y="10347422"/>
                </a:lnTo>
                <a:lnTo>
                  <a:pt x="0" y="6052840"/>
                </a:lnTo>
                <a:lnTo>
                  <a:pt x="4301" y="6049545"/>
                </a:lnTo>
                <a:cubicBezTo>
                  <a:pt x="990558" y="5305797"/>
                  <a:pt x="2006380" y="4599047"/>
                  <a:pt x="3049697" y="3931365"/>
                </a:cubicBezTo>
                <a:cubicBezTo>
                  <a:pt x="3334701" y="3748973"/>
                  <a:pt x="3621756" y="3569497"/>
                  <a:pt x="3910821" y="3392979"/>
                </a:cubicBezTo>
                <a:close/>
              </a:path>
            </a:pathLst>
          </a:custGeom>
          <a:gradFill>
            <a:gsLst>
              <a:gs pos="0">
                <a:schemeClr val="bg1">
                  <a:alpha val="0"/>
                </a:schemeClr>
              </a:gs>
              <a:gs pos="100000">
                <a:schemeClr val="accent2">
                  <a:alpha val="1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6" name="任意多边形: 形状 105"/>
          <p:cNvSpPr/>
          <p:nvPr userDrawn="1"/>
        </p:nvSpPr>
        <p:spPr>
          <a:xfrm rot="2885786">
            <a:off x="1087929" y="-2969595"/>
            <a:ext cx="10843749" cy="12155155"/>
          </a:xfrm>
          <a:custGeom>
            <a:avLst/>
            <a:gdLst>
              <a:gd name="connsiteX0" fmla="*/ 6051751 w 10843749"/>
              <a:gd name="connsiteY0" fmla="*/ 1433305 h 12155155"/>
              <a:gd name="connsiteX1" fmla="*/ 6837805 w 10843749"/>
              <a:gd name="connsiteY1" fmla="*/ 587393 h 12155155"/>
              <a:gd name="connsiteX2" fmla="*/ 7410328 w 10843749"/>
              <a:gd name="connsiteY2" fmla="*/ 0 h 12155155"/>
              <a:gd name="connsiteX3" fmla="*/ 10843749 w 10843749"/>
              <a:gd name="connsiteY3" fmla="*/ 3081016 h 12155155"/>
              <a:gd name="connsiteX4" fmla="*/ 2700969 w 10843749"/>
              <a:gd name="connsiteY4" fmla="*/ 12155155 h 12155155"/>
              <a:gd name="connsiteX5" fmla="*/ 0 w 10843749"/>
              <a:gd name="connsiteY5" fmla="*/ 9731411 h 12155155"/>
              <a:gd name="connsiteX6" fmla="*/ 261077 w 10843749"/>
              <a:gd name="connsiteY6" fmla="*/ 9278934 h 12155155"/>
              <a:gd name="connsiteX7" fmla="*/ 6051751 w 10843749"/>
              <a:gd name="connsiteY7" fmla="*/ 1433305 h 12155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43749" h="12155155">
                <a:moveTo>
                  <a:pt x="6051751" y="1433305"/>
                </a:moveTo>
                <a:cubicBezTo>
                  <a:pt x="6310424" y="1148193"/>
                  <a:pt x="6572461" y="866201"/>
                  <a:pt x="6837805" y="587393"/>
                </a:cubicBezTo>
                <a:lnTo>
                  <a:pt x="7410328" y="0"/>
                </a:lnTo>
                <a:lnTo>
                  <a:pt x="10843749" y="3081016"/>
                </a:lnTo>
                <a:lnTo>
                  <a:pt x="2700969" y="12155155"/>
                </a:lnTo>
                <a:lnTo>
                  <a:pt x="0" y="9731411"/>
                </a:lnTo>
                <a:lnTo>
                  <a:pt x="261077" y="9278934"/>
                </a:lnTo>
                <a:cubicBezTo>
                  <a:pt x="1926385" y="6466781"/>
                  <a:pt x="3869211" y="3838947"/>
                  <a:pt x="6051751" y="1433305"/>
                </a:cubicBezTo>
                <a:close/>
              </a:path>
            </a:pathLst>
          </a:custGeom>
          <a:gradFill>
            <a:gsLst>
              <a:gs pos="0">
                <a:schemeClr val="bg1">
                  <a:alpha val="0"/>
                </a:schemeClr>
              </a:gs>
              <a:gs pos="100000">
                <a:schemeClr val="accent2">
                  <a:alpha val="11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18" name="任意多边形: 形状 117"/>
          <p:cNvSpPr/>
          <p:nvPr userDrawn="1"/>
        </p:nvSpPr>
        <p:spPr>
          <a:xfrm rot="1846855">
            <a:off x="-307281" y="-539696"/>
            <a:ext cx="12650822" cy="11532482"/>
          </a:xfrm>
          <a:custGeom>
            <a:avLst/>
            <a:gdLst>
              <a:gd name="connsiteX0" fmla="*/ 7956679 w 12650822"/>
              <a:gd name="connsiteY0" fmla="*/ 1195248 h 11532482"/>
              <a:gd name="connsiteX1" fmla="*/ 9978822 w 12650822"/>
              <a:gd name="connsiteY1" fmla="*/ 62012 h 11532482"/>
              <a:gd name="connsiteX2" fmla="*/ 10098991 w 12650822"/>
              <a:gd name="connsiteY2" fmla="*/ 0 h 11532482"/>
              <a:gd name="connsiteX3" fmla="*/ 12650822 w 12650822"/>
              <a:gd name="connsiteY3" fmla="*/ 4283979 h 11532482"/>
              <a:gd name="connsiteX4" fmla="*/ 12245569 w 12650822"/>
              <a:gd name="connsiteY4" fmla="*/ 4531370 h 11532482"/>
              <a:gd name="connsiteX5" fmla="*/ 3166697 w 12650822"/>
              <a:gd name="connsiteY5" fmla="*/ 11321300 h 11532482"/>
              <a:gd name="connsiteX6" fmla="*/ 2933905 w 12650822"/>
              <a:gd name="connsiteY6" fmla="*/ 11532482 h 11532482"/>
              <a:gd name="connsiteX7" fmla="*/ 1718627 w 12650822"/>
              <a:gd name="connsiteY7" fmla="*/ 9865697 h 11532482"/>
              <a:gd name="connsiteX8" fmla="*/ 0 w 12650822"/>
              <a:gd name="connsiteY8" fmla="*/ 6980488 h 11532482"/>
              <a:gd name="connsiteX9" fmla="*/ 22022 w 12650822"/>
              <a:gd name="connsiteY9" fmla="*/ 6960742 h 11532482"/>
              <a:gd name="connsiteX10" fmla="*/ 4718407 w 12650822"/>
              <a:gd name="connsiteY10" fmla="*/ 3273000 h 11532482"/>
              <a:gd name="connsiteX11" fmla="*/ 7956679 w 12650822"/>
              <a:gd name="connsiteY11" fmla="*/ 1195248 h 11532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50822" h="11532482">
                <a:moveTo>
                  <a:pt x="7956679" y="1195248"/>
                </a:moveTo>
                <a:cubicBezTo>
                  <a:pt x="8621077" y="803084"/>
                  <a:pt x="9295272" y="425195"/>
                  <a:pt x="9978822" y="62012"/>
                </a:cubicBezTo>
                <a:lnTo>
                  <a:pt x="10098991" y="0"/>
                </a:lnTo>
                <a:lnTo>
                  <a:pt x="12650822" y="4283979"/>
                </a:lnTo>
                <a:lnTo>
                  <a:pt x="12245569" y="4531370"/>
                </a:lnTo>
                <a:cubicBezTo>
                  <a:pt x="9012618" y="6531229"/>
                  <a:pt x="5974903" y="8805712"/>
                  <a:pt x="3166697" y="11321300"/>
                </a:cubicBezTo>
                <a:lnTo>
                  <a:pt x="2933905" y="11532482"/>
                </a:lnTo>
                <a:lnTo>
                  <a:pt x="1718627" y="9865697"/>
                </a:lnTo>
                <a:lnTo>
                  <a:pt x="0" y="6980488"/>
                </a:lnTo>
                <a:lnTo>
                  <a:pt x="22022" y="6960742"/>
                </a:lnTo>
                <a:cubicBezTo>
                  <a:pt x="1511041" y="5644986"/>
                  <a:pt x="3079104" y="4413194"/>
                  <a:pt x="4718407" y="3273000"/>
                </a:cubicBezTo>
                <a:cubicBezTo>
                  <a:pt x="5769244" y="2542106"/>
                  <a:pt x="6849352" y="1848853"/>
                  <a:pt x="7956679" y="1195248"/>
                </a:cubicBezTo>
                <a:close/>
              </a:path>
            </a:pathLst>
          </a:custGeom>
          <a:gradFill>
            <a:gsLst>
              <a:gs pos="0">
                <a:schemeClr val="bg1">
                  <a:alpha val="3000"/>
                </a:schemeClr>
              </a:gs>
              <a:gs pos="100000">
                <a:schemeClr val="accent2">
                  <a:alpha val="18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49" name="任意多边形: 形状 83"/>
          <p:cNvSpPr/>
          <p:nvPr userDrawn="1"/>
        </p:nvSpPr>
        <p:spPr>
          <a:xfrm>
            <a:off x="-1" y="2998308"/>
            <a:ext cx="12191999" cy="3656014"/>
          </a:xfrm>
          <a:custGeom>
            <a:avLst/>
            <a:gdLst>
              <a:gd name="connsiteX0" fmla="*/ 6096002 w 12191999"/>
              <a:gd name="connsiteY0" fmla="*/ 0 h 3656014"/>
              <a:gd name="connsiteX1" fmla="*/ 11517301 w 12191999"/>
              <a:gd name="connsiteY1" fmla="*/ 568339 h 3656014"/>
              <a:gd name="connsiteX2" fmla="*/ 12191999 w 12191999"/>
              <a:gd name="connsiteY2" fmla="*/ 741496 h 3656014"/>
              <a:gd name="connsiteX3" fmla="*/ 12191999 w 12191999"/>
              <a:gd name="connsiteY3" fmla="*/ 3656014 h 3656014"/>
              <a:gd name="connsiteX4" fmla="*/ 0 w 12191999"/>
              <a:gd name="connsiteY4" fmla="*/ 3656014 h 3656014"/>
              <a:gd name="connsiteX5" fmla="*/ 0 w 12191999"/>
              <a:gd name="connsiteY5" fmla="*/ 741497 h 3656014"/>
              <a:gd name="connsiteX6" fmla="*/ 674702 w 12191999"/>
              <a:gd name="connsiteY6" fmla="*/ 568339 h 3656014"/>
              <a:gd name="connsiteX7" fmla="*/ 6096002 w 12191999"/>
              <a:gd name="connsiteY7" fmla="*/ 0 h 365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3656014">
                <a:moveTo>
                  <a:pt x="6096002" y="0"/>
                </a:moveTo>
                <a:cubicBezTo>
                  <a:pt x="8104174" y="0"/>
                  <a:pt x="9969760" y="209519"/>
                  <a:pt x="11517301" y="568339"/>
                </a:cubicBezTo>
                <a:lnTo>
                  <a:pt x="12191999" y="741496"/>
                </a:lnTo>
                <a:lnTo>
                  <a:pt x="12191999" y="3656014"/>
                </a:lnTo>
                <a:lnTo>
                  <a:pt x="0" y="3656014"/>
                </a:lnTo>
                <a:lnTo>
                  <a:pt x="0" y="741497"/>
                </a:lnTo>
                <a:lnTo>
                  <a:pt x="674702" y="568339"/>
                </a:lnTo>
                <a:cubicBezTo>
                  <a:pt x="2222243" y="209519"/>
                  <a:pt x="4087830" y="0"/>
                  <a:pt x="6096002" y="0"/>
                </a:cubicBezTo>
                <a:close/>
              </a:path>
            </a:pathLst>
          </a:custGeom>
          <a:solidFill>
            <a:schemeClr val="bg1"/>
          </a:solidFill>
          <a:ln>
            <a:noFill/>
          </a:ln>
          <a:effectLst>
            <a:outerShdw blurRad="3810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lnSpc>
                <a:spcPct val="130000"/>
              </a:lnSpc>
            </a:pPr>
            <a:endParaRPr lang="zh-CN" altLang="en-US">
              <a:cs typeface="+mn-ea"/>
            </a:endParaRPr>
          </a:p>
        </p:txBody>
      </p:sp>
      <p:sp>
        <p:nvSpPr>
          <p:cNvPr id="50" name="任意多边形: 形状 83"/>
          <p:cNvSpPr/>
          <p:nvPr userDrawn="1"/>
        </p:nvSpPr>
        <p:spPr>
          <a:xfrm>
            <a:off x="-2" y="3019587"/>
            <a:ext cx="12191999" cy="3656014"/>
          </a:xfrm>
          <a:custGeom>
            <a:avLst/>
            <a:gdLst>
              <a:gd name="connsiteX0" fmla="*/ 6096002 w 12191999"/>
              <a:gd name="connsiteY0" fmla="*/ 0 h 3656014"/>
              <a:gd name="connsiteX1" fmla="*/ 11517301 w 12191999"/>
              <a:gd name="connsiteY1" fmla="*/ 568339 h 3656014"/>
              <a:gd name="connsiteX2" fmla="*/ 12191999 w 12191999"/>
              <a:gd name="connsiteY2" fmla="*/ 741496 h 3656014"/>
              <a:gd name="connsiteX3" fmla="*/ 12191999 w 12191999"/>
              <a:gd name="connsiteY3" fmla="*/ 3656014 h 3656014"/>
              <a:gd name="connsiteX4" fmla="*/ 0 w 12191999"/>
              <a:gd name="connsiteY4" fmla="*/ 3656014 h 3656014"/>
              <a:gd name="connsiteX5" fmla="*/ 0 w 12191999"/>
              <a:gd name="connsiteY5" fmla="*/ 741497 h 3656014"/>
              <a:gd name="connsiteX6" fmla="*/ 674702 w 12191999"/>
              <a:gd name="connsiteY6" fmla="*/ 568339 h 3656014"/>
              <a:gd name="connsiteX7" fmla="*/ 6096002 w 12191999"/>
              <a:gd name="connsiteY7" fmla="*/ 0 h 365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3656014">
                <a:moveTo>
                  <a:pt x="6096002" y="0"/>
                </a:moveTo>
                <a:cubicBezTo>
                  <a:pt x="8104174" y="0"/>
                  <a:pt x="9969760" y="209519"/>
                  <a:pt x="11517301" y="568339"/>
                </a:cubicBezTo>
                <a:lnTo>
                  <a:pt x="12191999" y="741496"/>
                </a:lnTo>
                <a:lnTo>
                  <a:pt x="12191999" y="3656014"/>
                </a:lnTo>
                <a:lnTo>
                  <a:pt x="0" y="3656014"/>
                </a:lnTo>
                <a:lnTo>
                  <a:pt x="0" y="741497"/>
                </a:lnTo>
                <a:lnTo>
                  <a:pt x="674702" y="568339"/>
                </a:lnTo>
                <a:cubicBezTo>
                  <a:pt x="2222243" y="209519"/>
                  <a:pt x="4087830" y="0"/>
                  <a:pt x="6096002" y="0"/>
                </a:cubicBezTo>
                <a:close/>
              </a:path>
            </a:pathLst>
          </a:cu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lnSpc>
                <a:spcPct val="130000"/>
              </a:lnSpc>
            </a:pPr>
            <a:endParaRPr lang="zh-CN" altLang="en-US">
              <a:cs typeface="+mn-ea"/>
            </a:endParaRPr>
          </a:p>
        </p:txBody>
      </p:sp>
      <p:sp>
        <p:nvSpPr>
          <p:cNvPr id="102" name="任意多边形: 形状 101"/>
          <p:cNvSpPr/>
          <p:nvPr userDrawn="1"/>
        </p:nvSpPr>
        <p:spPr>
          <a:xfrm rot="2676034">
            <a:off x="-1681418" y="5021332"/>
            <a:ext cx="3362838" cy="3410056"/>
          </a:xfrm>
          <a:custGeom>
            <a:avLst/>
            <a:gdLst>
              <a:gd name="connsiteX0" fmla="*/ 0 w 3362838"/>
              <a:gd name="connsiteY0" fmla="*/ 0 h 3410056"/>
              <a:gd name="connsiteX1" fmla="*/ 3362838 w 3362838"/>
              <a:gd name="connsiteY1" fmla="*/ 3410056 h 3410056"/>
              <a:gd name="connsiteX2" fmla="*/ 3362837 w 3362838"/>
              <a:gd name="connsiteY2" fmla="*/ 3410056 h 3410056"/>
              <a:gd name="connsiteX3" fmla="*/ 0 w 3362838"/>
              <a:gd name="connsiteY3" fmla="*/ 1 h 3410056"/>
            </a:gdLst>
            <a:ahLst/>
            <a:cxnLst>
              <a:cxn ang="0">
                <a:pos x="connsiteX0" y="connsiteY0"/>
              </a:cxn>
              <a:cxn ang="0">
                <a:pos x="connsiteX1" y="connsiteY1"/>
              </a:cxn>
              <a:cxn ang="0">
                <a:pos x="connsiteX2" y="connsiteY2"/>
              </a:cxn>
              <a:cxn ang="0">
                <a:pos x="connsiteX3" y="connsiteY3"/>
              </a:cxn>
            </a:cxnLst>
            <a:rect l="l" t="t" r="r" b="b"/>
            <a:pathLst>
              <a:path w="3362838" h="3410056">
                <a:moveTo>
                  <a:pt x="0" y="0"/>
                </a:moveTo>
                <a:lnTo>
                  <a:pt x="3362838" y="3410056"/>
                </a:lnTo>
                <a:lnTo>
                  <a:pt x="3362837" y="3410056"/>
                </a:lnTo>
                <a:lnTo>
                  <a:pt x="0" y="1"/>
                </a:lnTo>
                <a:close/>
              </a:path>
            </a:pathLst>
          </a:custGeom>
          <a:gradFill>
            <a:gsLst>
              <a:gs pos="0">
                <a:schemeClr val="bg1">
                  <a:alpha val="0"/>
                </a:schemeClr>
              </a:gs>
              <a:gs pos="100000">
                <a:schemeClr val="accent2"/>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4" name="任意多边形: 形状 83"/>
          <p:cNvSpPr/>
          <p:nvPr userDrawn="1"/>
        </p:nvSpPr>
        <p:spPr>
          <a:xfrm>
            <a:off x="0" y="3201986"/>
            <a:ext cx="12191999" cy="3656014"/>
          </a:xfrm>
          <a:custGeom>
            <a:avLst/>
            <a:gdLst>
              <a:gd name="connsiteX0" fmla="*/ 6096002 w 12191999"/>
              <a:gd name="connsiteY0" fmla="*/ 0 h 3656014"/>
              <a:gd name="connsiteX1" fmla="*/ 11517301 w 12191999"/>
              <a:gd name="connsiteY1" fmla="*/ 568339 h 3656014"/>
              <a:gd name="connsiteX2" fmla="*/ 12191999 w 12191999"/>
              <a:gd name="connsiteY2" fmla="*/ 741496 h 3656014"/>
              <a:gd name="connsiteX3" fmla="*/ 12191999 w 12191999"/>
              <a:gd name="connsiteY3" fmla="*/ 3656014 h 3656014"/>
              <a:gd name="connsiteX4" fmla="*/ 0 w 12191999"/>
              <a:gd name="connsiteY4" fmla="*/ 3656014 h 3656014"/>
              <a:gd name="connsiteX5" fmla="*/ 0 w 12191999"/>
              <a:gd name="connsiteY5" fmla="*/ 741497 h 3656014"/>
              <a:gd name="connsiteX6" fmla="*/ 674702 w 12191999"/>
              <a:gd name="connsiteY6" fmla="*/ 568339 h 3656014"/>
              <a:gd name="connsiteX7" fmla="*/ 6096002 w 12191999"/>
              <a:gd name="connsiteY7" fmla="*/ 0 h 365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3656014">
                <a:moveTo>
                  <a:pt x="6096002" y="0"/>
                </a:moveTo>
                <a:cubicBezTo>
                  <a:pt x="8104174" y="0"/>
                  <a:pt x="9969760" y="209519"/>
                  <a:pt x="11517301" y="568339"/>
                </a:cubicBezTo>
                <a:lnTo>
                  <a:pt x="12191999" y="741496"/>
                </a:lnTo>
                <a:lnTo>
                  <a:pt x="12191999" y="3656014"/>
                </a:lnTo>
                <a:lnTo>
                  <a:pt x="0" y="3656014"/>
                </a:lnTo>
                <a:lnTo>
                  <a:pt x="0" y="741497"/>
                </a:lnTo>
                <a:lnTo>
                  <a:pt x="674702" y="568339"/>
                </a:lnTo>
                <a:cubicBezTo>
                  <a:pt x="2222243" y="209519"/>
                  <a:pt x="4087830" y="0"/>
                  <a:pt x="6096002" y="0"/>
                </a:cubicBezTo>
                <a:close/>
              </a:path>
            </a:pathLst>
          </a:custGeom>
          <a:solidFill>
            <a:schemeClr val="bg1"/>
          </a:solidFill>
          <a:ln>
            <a:noFill/>
          </a:ln>
          <a:effectLst>
            <a:outerShdw blurRad="3810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lnSpc>
                <a:spcPct val="130000"/>
              </a:lnSpc>
            </a:pPr>
            <a:endParaRPr lang="zh-CN" altLang="en-US">
              <a:cs typeface="+mn-ea"/>
            </a:endParaRPr>
          </a:p>
        </p:txBody>
      </p:sp>
      <p:sp>
        <p:nvSpPr>
          <p:cNvPr id="48" name="标题 47"/>
          <p:cNvSpPr>
            <a:spLocks noGrp="1"/>
          </p:cNvSpPr>
          <p:nvPr userDrawn="1">
            <p:ph type="title" hasCustomPrompt="1"/>
          </p:nvPr>
        </p:nvSpPr>
        <p:spPr>
          <a:xfrm>
            <a:off x="515939" y="3758091"/>
            <a:ext cx="11160124" cy="1323439"/>
          </a:xfrm>
          <a:prstGeom prst="rect">
            <a:avLst/>
          </a:prstGeom>
          <a:noFill/>
        </p:spPr>
        <p:txBody>
          <a:bodyPr wrap="square" lIns="0" rtlCol="0">
            <a:spAutoFit/>
          </a:bodyPr>
          <a:lstStyle>
            <a:lvl1pPr algn="ctr">
              <a:lnSpc>
                <a:spcPct val="100000"/>
              </a:lnSpc>
              <a:defRPr lang="zh-CN" altLang="en-US" sz="4000" b="1" spc="100" dirty="0">
                <a:solidFill>
                  <a:schemeClr val="tx1"/>
                </a:solidFill>
                <a:latin typeface="+mn-ea"/>
                <a:ea typeface="+mn-ea"/>
                <a:cs typeface="+mn-ea"/>
              </a:defRPr>
            </a:lvl1pPr>
          </a:lstStyle>
          <a:p>
            <a:pPr marL="0" lvl="0"/>
            <a:r>
              <a:rPr lang="zh-CN" altLang="en-US" dirty="0"/>
              <a:t>北京理工大学</a:t>
            </a:r>
            <a:br>
              <a:rPr lang="zh-CN" altLang="en-US" dirty="0"/>
            </a:br>
            <a:r>
              <a:rPr lang="zh-CN" altLang="en-US" dirty="0"/>
              <a:t>毕业设计论文答辩模板</a:t>
            </a:r>
          </a:p>
        </p:txBody>
      </p:sp>
      <p:sp>
        <p:nvSpPr>
          <p:cNvPr id="38" name="文本占位符 53"/>
          <p:cNvSpPr>
            <a:spLocks noGrp="1"/>
          </p:cNvSpPr>
          <p:nvPr userDrawn="1">
            <p:ph type="body" sz="quarter" idx="16" hasCustomPrompt="1"/>
          </p:nvPr>
        </p:nvSpPr>
        <p:spPr>
          <a:xfrm>
            <a:off x="4063320" y="5540739"/>
            <a:ext cx="4065361" cy="344710"/>
          </a:xfrm>
          <a:prstGeom prst="rect">
            <a:avLst/>
          </a:prstGeom>
          <a:noFill/>
        </p:spPr>
        <p:txBody>
          <a:bodyPr wrap="square" lIns="0" rtlCol="0" anchor="ctr" anchorCtr="0">
            <a:spAutoFit/>
          </a:bodyPr>
          <a:lstStyle>
            <a:lvl1pPr marL="0" indent="0" algn="ctr">
              <a:lnSpc>
                <a:spcPct val="130000"/>
              </a:lnSpc>
              <a:buNone/>
              <a:defRPr lang="zh-CN" altLang="en-US" sz="1400" spc="100" smtClean="0">
                <a:solidFill>
                  <a:schemeClr val="tx1">
                    <a:lumMod val="85000"/>
                    <a:lumOff val="15000"/>
                  </a:schemeClr>
                </a:solidFill>
                <a:cs typeface="+mn-ea"/>
              </a:defRPr>
            </a:lvl1pPr>
            <a:lvl2pPr>
              <a:defRPr lang="zh-CN" altLang="en-US" sz="1800" smtClean="0"/>
            </a:lvl2pPr>
            <a:lvl3pPr>
              <a:defRPr lang="zh-CN" altLang="en-US" sz="1800" smtClean="0"/>
            </a:lvl3pPr>
            <a:lvl4pPr>
              <a:defRPr lang="zh-CN" altLang="en-US" smtClean="0"/>
            </a:lvl4pPr>
            <a:lvl5pPr>
              <a:defRPr lang="zh-CN" altLang="en-US"/>
            </a:lvl5pPr>
          </a:lstStyle>
          <a:p>
            <a:pPr marL="0" lvl="0">
              <a:lnSpc>
                <a:spcPct val="130000"/>
              </a:lnSpc>
            </a:pPr>
            <a:r>
              <a:rPr lang="zh-CN" altLang="en-US" dirty="0"/>
              <a:t>指导教师： </a:t>
            </a:r>
            <a:r>
              <a:rPr lang="en-US" altLang="zh-CN" dirty="0"/>
              <a:t>XXX	</a:t>
            </a:r>
            <a:r>
              <a:rPr lang="zh-CN" altLang="en-US" dirty="0"/>
              <a:t>答辩学生： 芃苇</a:t>
            </a:r>
          </a:p>
        </p:txBody>
      </p:sp>
      <p:cxnSp>
        <p:nvCxnSpPr>
          <p:cNvPr id="18" name="直接连接符 17"/>
          <p:cNvCxnSpPr/>
          <p:nvPr userDrawn="1"/>
        </p:nvCxnSpPr>
        <p:spPr>
          <a:xfrm>
            <a:off x="2108522" y="5295418"/>
            <a:ext cx="7974957"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userDrawn="1"/>
        </p:nvPicPr>
        <p:blipFill>
          <a:blip r:embed="rId3" cstate="screen"/>
          <a:stretch>
            <a:fillRect/>
          </a:stretch>
        </p:blipFill>
        <p:spPr>
          <a:xfrm>
            <a:off x="3866200" y="944838"/>
            <a:ext cx="4510874" cy="1262604"/>
          </a:xfrm>
          <a:prstGeom prst="rect">
            <a:avLst/>
          </a:prstGeom>
        </p:spPr>
      </p:pic>
      <p:sp>
        <p:nvSpPr>
          <p:cNvPr id="51" name="文本框 50"/>
          <p:cNvSpPr txBox="1"/>
          <p:nvPr userDrawn="1"/>
        </p:nvSpPr>
        <p:spPr>
          <a:xfrm>
            <a:off x="150844" y="6088688"/>
            <a:ext cx="2156520" cy="617431"/>
          </a:xfrm>
          <a:prstGeom prst="rect">
            <a:avLst/>
          </a:prstGeom>
          <a:noFill/>
          <a:ln>
            <a:noFill/>
          </a:ln>
        </p:spPr>
        <p:txBody>
          <a:bodyPr wrap="square" lIns="180000" tIns="180000" rIns="180000" bIns="180000" rtlCol="0">
            <a:spAutoFit/>
          </a:bodyPr>
          <a:lstStyle/>
          <a:p>
            <a:pPr marL="0" marR="0" lvl="0" indent="0" algn="l" defTabSz="914400" rtl="0" eaLnBrk="0" fontAlgn="base" latinLnBrk="0" hangingPunct="0">
              <a:lnSpc>
                <a:spcPct val="130000"/>
              </a:lnSpc>
              <a:spcBef>
                <a:spcPct val="0"/>
              </a:spcBef>
              <a:spcAft>
                <a:spcPct val="0"/>
              </a:spcAft>
              <a:buClrTx/>
              <a:buSzTx/>
              <a:buFontTx/>
              <a:buNone/>
              <a:defRPr/>
            </a:pPr>
            <a:r>
              <a:rPr lang="en-US" altLang="zh-CN" sz="1400" b="1" i="0" spc="100" dirty="0">
                <a:solidFill>
                  <a:schemeClr val="accent3"/>
                </a:solidFill>
                <a:latin typeface="+mn-ea"/>
                <a:ea typeface="+mn-ea"/>
              </a:rPr>
              <a:t>BIT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SINCE 1940</a:t>
            </a:r>
            <a:endParaRPr lang="zh-CN" altLang="en-US" sz="1400" b="1" i="0" spc="100" dirty="0">
              <a:solidFill>
                <a:schemeClr val="accent3"/>
              </a:solidFill>
              <a:latin typeface="微软雅黑 Light" panose="020B0502040204020203" pitchFamily="34" charset="-122"/>
              <a:ea typeface="微软雅黑 Light" panose="020B0502040204020203" pitchFamily="34" charset="-122"/>
            </a:endParaRPr>
          </a:p>
        </p:txBody>
      </p:sp>
      <p:grpSp>
        <p:nvGrpSpPr>
          <p:cNvPr id="52" name="组合 51"/>
          <p:cNvGrpSpPr/>
          <p:nvPr userDrawn="1"/>
        </p:nvGrpSpPr>
        <p:grpSpPr>
          <a:xfrm>
            <a:off x="10083479" y="6315185"/>
            <a:ext cx="1765866" cy="192031"/>
            <a:chOff x="598941" y="6399999"/>
            <a:chExt cx="2542613" cy="276499"/>
          </a:xfrm>
          <a:solidFill>
            <a:schemeClr val="bg1">
              <a:lumMod val="65000"/>
            </a:schemeClr>
          </a:solidFill>
        </p:grpSpPr>
        <p:grpSp>
          <p:nvGrpSpPr>
            <p:cNvPr id="53" name="组合 52"/>
            <p:cNvGrpSpPr/>
            <p:nvPr/>
          </p:nvGrpSpPr>
          <p:grpSpPr>
            <a:xfrm>
              <a:off x="2055693" y="6402621"/>
              <a:ext cx="1085861" cy="270805"/>
              <a:chOff x="10340336" y="2247899"/>
              <a:chExt cx="2724438" cy="679451"/>
            </a:xfrm>
            <a:grpFill/>
          </p:grpSpPr>
          <p:sp>
            <p:nvSpPr>
              <p:cNvPr id="89"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90"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91" name="组合 90"/>
              <p:cNvGrpSpPr/>
              <p:nvPr/>
            </p:nvGrpSpPr>
            <p:grpSpPr>
              <a:xfrm>
                <a:off x="10340336" y="2247899"/>
                <a:ext cx="547688" cy="679451"/>
                <a:chOff x="5548313" y="2084388"/>
                <a:chExt cx="547688" cy="679451"/>
              </a:xfrm>
              <a:grpFill/>
            </p:grpSpPr>
            <p:sp>
              <p:nvSpPr>
                <p:cNvPr id="96"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7"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2" name="组合 91"/>
              <p:cNvGrpSpPr/>
              <p:nvPr/>
            </p:nvGrpSpPr>
            <p:grpSpPr>
              <a:xfrm>
                <a:off x="11192276" y="2400300"/>
                <a:ext cx="322175" cy="373063"/>
                <a:chOff x="3792874" y="3138488"/>
                <a:chExt cx="322175" cy="373063"/>
              </a:xfrm>
              <a:grpFill/>
            </p:grpSpPr>
            <p:sp>
              <p:nvSpPr>
                <p:cNvPr id="93"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4"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5"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54" name="组合 53"/>
            <p:cNvGrpSpPr/>
            <p:nvPr/>
          </p:nvGrpSpPr>
          <p:grpSpPr>
            <a:xfrm>
              <a:off x="598941" y="6399999"/>
              <a:ext cx="1102619" cy="276499"/>
              <a:chOff x="6738929" y="2270918"/>
              <a:chExt cx="2766486" cy="693738"/>
            </a:xfrm>
            <a:grpFill/>
          </p:grpSpPr>
          <p:grpSp>
            <p:nvGrpSpPr>
              <p:cNvPr id="55" name="组合 54"/>
              <p:cNvGrpSpPr/>
              <p:nvPr/>
            </p:nvGrpSpPr>
            <p:grpSpPr>
              <a:xfrm>
                <a:off x="8180494" y="2355056"/>
                <a:ext cx="484188" cy="509588"/>
                <a:chOff x="6113463" y="3541713"/>
                <a:chExt cx="484188" cy="509588"/>
              </a:xfrm>
              <a:grpFill/>
            </p:grpSpPr>
            <p:sp>
              <p:nvSpPr>
                <p:cNvPr id="87"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8"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6" name="组合 55"/>
              <p:cNvGrpSpPr/>
              <p:nvPr/>
            </p:nvGrpSpPr>
            <p:grpSpPr>
              <a:xfrm>
                <a:off x="6738929" y="2270918"/>
                <a:ext cx="549275" cy="693738"/>
                <a:chOff x="6108700" y="2066926"/>
                <a:chExt cx="549275" cy="693738"/>
              </a:xfrm>
              <a:grpFill/>
            </p:grpSpPr>
            <p:sp>
              <p:nvSpPr>
                <p:cNvPr id="85"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6"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7" name="组合 56"/>
              <p:cNvGrpSpPr/>
              <p:nvPr/>
            </p:nvGrpSpPr>
            <p:grpSpPr>
              <a:xfrm>
                <a:off x="7532962" y="2451100"/>
                <a:ext cx="368300" cy="317500"/>
                <a:chOff x="6186488" y="2930526"/>
                <a:chExt cx="368300" cy="317500"/>
              </a:xfrm>
              <a:grpFill/>
            </p:grpSpPr>
            <p:sp>
              <p:nvSpPr>
                <p:cNvPr id="6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5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5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封面样式2-尾页">
    <p:spTree>
      <p:nvGrpSpPr>
        <p:cNvPr id="1" name=""/>
        <p:cNvGrpSpPr/>
        <p:nvPr/>
      </p:nvGrpSpPr>
      <p:grpSpPr>
        <a:xfrm>
          <a:off x="0" y="0"/>
          <a:ext cx="0" cy="0"/>
          <a:chOff x="0" y="0"/>
          <a:chExt cx="0" cy="0"/>
        </a:xfrm>
      </p:grpSpPr>
      <p:sp>
        <p:nvSpPr>
          <p:cNvPr id="6"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PA-矩形 7"/>
          <p:cNvSpPr/>
          <p:nvPr userDrawn="1">
            <p:custDataLst>
              <p:tags r:id="rId2"/>
            </p:custDataLst>
          </p:nvPr>
        </p:nvSpPr>
        <p:spPr>
          <a:xfrm>
            <a:off x="0" y="0"/>
            <a:ext cx="12192000" cy="6858000"/>
          </a:xfrm>
          <a:prstGeom prst="rect">
            <a:avLst/>
          </a:prstGeom>
          <a:gradFill flip="none" rotWithShape="1">
            <a:gsLst>
              <a:gs pos="0">
                <a:schemeClr val="accent1">
                  <a:alpha val="0"/>
                </a:schemeClr>
              </a:gs>
              <a:gs pos="5220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 name="任意多边形: 形状 19"/>
          <p:cNvSpPr/>
          <p:nvPr userDrawn="1"/>
        </p:nvSpPr>
        <p:spPr>
          <a:xfrm flipH="1" flipV="1">
            <a:off x="4442085" y="3759199"/>
            <a:ext cx="3307830" cy="2335892"/>
          </a:xfrm>
          <a:custGeom>
            <a:avLst/>
            <a:gdLst>
              <a:gd name="connsiteX0" fmla="*/ 3162300 w 3162300"/>
              <a:gd name="connsiteY0" fmla="*/ 2147409 h 2147409"/>
              <a:gd name="connsiteX1" fmla="*/ 0 w 3162300"/>
              <a:gd name="connsiteY1" fmla="*/ 2147409 h 2147409"/>
              <a:gd name="connsiteX2" fmla="*/ 0 w 3162300"/>
              <a:gd name="connsiteY2" fmla="*/ 1565265 h 2147409"/>
              <a:gd name="connsiteX3" fmla="*/ 0 w 3162300"/>
              <a:gd name="connsiteY3" fmla="*/ 1544697 h 2147409"/>
              <a:gd name="connsiteX4" fmla="*/ 0 w 3162300"/>
              <a:gd name="connsiteY4" fmla="*/ 0 h 2147409"/>
              <a:gd name="connsiteX5" fmla="*/ 1585774 w 3162300"/>
              <a:gd name="connsiteY5" fmla="*/ 1112898 h 2147409"/>
              <a:gd name="connsiteX6" fmla="*/ 3162300 w 3162300"/>
              <a:gd name="connsiteY6" fmla="*/ 0 h 2147409"/>
              <a:gd name="connsiteX7" fmla="*/ 3162300 w 3162300"/>
              <a:gd name="connsiteY7" fmla="*/ 1544697 h 2147409"/>
              <a:gd name="connsiteX8" fmla="*/ 3162300 w 3162300"/>
              <a:gd name="connsiteY8" fmla="*/ 1565265 h 2147409"/>
              <a:gd name="connsiteX0-1" fmla="*/ 0 w 3162300"/>
              <a:gd name="connsiteY0-2" fmla="*/ 2147409 h 2238849"/>
              <a:gd name="connsiteX1-3" fmla="*/ 0 w 3162300"/>
              <a:gd name="connsiteY1-4" fmla="*/ 1565265 h 2238849"/>
              <a:gd name="connsiteX2-5" fmla="*/ 0 w 3162300"/>
              <a:gd name="connsiteY2-6" fmla="*/ 1544697 h 2238849"/>
              <a:gd name="connsiteX3-7" fmla="*/ 0 w 3162300"/>
              <a:gd name="connsiteY3-8" fmla="*/ 0 h 2238849"/>
              <a:gd name="connsiteX4-9" fmla="*/ 1585774 w 3162300"/>
              <a:gd name="connsiteY4-10" fmla="*/ 1112898 h 2238849"/>
              <a:gd name="connsiteX5-11" fmla="*/ 3162300 w 3162300"/>
              <a:gd name="connsiteY5-12" fmla="*/ 0 h 2238849"/>
              <a:gd name="connsiteX6-13" fmla="*/ 3162300 w 3162300"/>
              <a:gd name="connsiteY6-14" fmla="*/ 1544697 h 2238849"/>
              <a:gd name="connsiteX7-15" fmla="*/ 3162300 w 3162300"/>
              <a:gd name="connsiteY7-16" fmla="*/ 1565265 h 2238849"/>
              <a:gd name="connsiteX8-17" fmla="*/ 3162300 w 3162300"/>
              <a:gd name="connsiteY8-18" fmla="*/ 2147409 h 2238849"/>
              <a:gd name="connsiteX9" fmla="*/ 91440 w 3162300"/>
              <a:gd name="connsiteY9" fmla="*/ 2238849 h 2238849"/>
              <a:gd name="connsiteX0-19" fmla="*/ 0 w 3162300"/>
              <a:gd name="connsiteY0-20" fmla="*/ 2147409 h 2147409"/>
              <a:gd name="connsiteX1-21" fmla="*/ 0 w 3162300"/>
              <a:gd name="connsiteY1-22" fmla="*/ 1565265 h 2147409"/>
              <a:gd name="connsiteX2-23" fmla="*/ 0 w 3162300"/>
              <a:gd name="connsiteY2-24" fmla="*/ 1544697 h 2147409"/>
              <a:gd name="connsiteX3-25" fmla="*/ 0 w 3162300"/>
              <a:gd name="connsiteY3-26" fmla="*/ 0 h 2147409"/>
              <a:gd name="connsiteX4-27" fmla="*/ 1585774 w 3162300"/>
              <a:gd name="connsiteY4-28" fmla="*/ 1112898 h 2147409"/>
              <a:gd name="connsiteX5-29" fmla="*/ 3162300 w 3162300"/>
              <a:gd name="connsiteY5-30" fmla="*/ 0 h 2147409"/>
              <a:gd name="connsiteX6-31" fmla="*/ 3162300 w 3162300"/>
              <a:gd name="connsiteY6-32" fmla="*/ 1544697 h 2147409"/>
              <a:gd name="connsiteX7-33" fmla="*/ 3162300 w 3162300"/>
              <a:gd name="connsiteY7-34" fmla="*/ 1565265 h 2147409"/>
              <a:gd name="connsiteX8-35" fmla="*/ 3162300 w 3162300"/>
              <a:gd name="connsiteY8-36" fmla="*/ 2147409 h 214740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3162300" h="2147409">
                <a:moveTo>
                  <a:pt x="0" y="2147409"/>
                </a:moveTo>
                <a:lnTo>
                  <a:pt x="0" y="1565265"/>
                </a:lnTo>
                <a:lnTo>
                  <a:pt x="0" y="1544697"/>
                </a:lnTo>
                <a:lnTo>
                  <a:pt x="0" y="0"/>
                </a:lnTo>
                <a:lnTo>
                  <a:pt x="1585774" y="1112898"/>
                </a:lnTo>
                <a:lnTo>
                  <a:pt x="3162300" y="0"/>
                </a:lnTo>
                <a:lnTo>
                  <a:pt x="3162300" y="1544697"/>
                </a:lnTo>
                <a:lnTo>
                  <a:pt x="3162300" y="1565265"/>
                </a:lnTo>
                <a:lnTo>
                  <a:pt x="3162300" y="2147409"/>
                </a:lnTo>
              </a:path>
            </a:pathLst>
          </a:cu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dirty="0">
              <a:cs typeface="+mn-ea"/>
              <a:sym typeface="+mn-lt"/>
            </a:endParaRPr>
          </a:p>
        </p:txBody>
      </p:sp>
      <p:sp>
        <p:nvSpPr>
          <p:cNvPr id="11" name="矩形 3"/>
          <p:cNvSpPr/>
          <p:nvPr userDrawn="1"/>
        </p:nvSpPr>
        <p:spPr>
          <a:xfrm>
            <a:off x="4442085" y="1015093"/>
            <a:ext cx="3307830" cy="1428368"/>
          </a:xfrm>
          <a:custGeom>
            <a:avLst/>
            <a:gdLst>
              <a:gd name="connsiteX0" fmla="*/ 0 w 3162300"/>
              <a:gd name="connsiteY0" fmla="*/ 0 h 1871961"/>
              <a:gd name="connsiteX1" fmla="*/ 3162300 w 3162300"/>
              <a:gd name="connsiteY1" fmla="*/ 0 h 1871961"/>
              <a:gd name="connsiteX2" fmla="*/ 3162300 w 3162300"/>
              <a:gd name="connsiteY2" fmla="*/ 1871961 h 1871961"/>
              <a:gd name="connsiteX3" fmla="*/ 0 w 3162300"/>
              <a:gd name="connsiteY3" fmla="*/ 1871961 h 1871961"/>
              <a:gd name="connsiteX4" fmla="*/ 0 w 3162300"/>
              <a:gd name="connsiteY4" fmla="*/ 0 h 1871961"/>
              <a:gd name="connsiteX0-1" fmla="*/ 0 w 3162300"/>
              <a:gd name="connsiteY0-2" fmla="*/ 1871961 h 1963401"/>
              <a:gd name="connsiteX1-3" fmla="*/ 0 w 3162300"/>
              <a:gd name="connsiteY1-4" fmla="*/ 0 h 1963401"/>
              <a:gd name="connsiteX2-5" fmla="*/ 3162300 w 3162300"/>
              <a:gd name="connsiteY2-6" fmla="*/ 0 h 1963401"/>
              <a:gd name="connsiteX3-7" fmla="*/ 3162300 w 3162300"/>
              <a:gd name="connsiteY3-8" fmla="*/ 1871961 h 1963401"/>
              <a:gd name="connsiteX4-9" fmla="*/ 91440 w 3162300"/>
              <a:gd name="connsiteY4-10" fmla="*/ 1963401 h 1963401"/>
              <a:gd name="connsiteX0-11" fmla="*/ 0 w 3162300"/>
              <a:gd name="connsiteY0-12" fmla="*/ 1871961 h 1871961"/>
              <a:gd name="connsiteX1-13" fmla="*/ 0 w 3162300"/>
              <a:gd name="connsiteY1-14" fmla="*/ 0 h 1871961"/>
              <a:gd name="connsiteX2-15" fmla="*/ 3162300 w 3162300"/>
              <a:gd name="connsiteY2-16" fmla="*/ 0 h 1871961"/>
              <a:gd name="connsiteX3-17" fmla="*/ 3162300 w 3162300"/>
              <a:gd name="connsiteY3-18" fmla="*/ 1871961 h 1871961"/>
            </a:gdLst>
            <a:ahLst/>
            <a:cxnLst>
              <a:cxn ang="0">
                <a:pos x="connsiteX0-1" y="connsiteY0-2"/>
              </a:cxn>
              <a:cxn ang="0">
                <a:pos x="connsiteX1-3" y="connsiteY1-4"/>
              </a:cxn>
              <a:cxn ang="0">
                <a:pos x="connsiteX2-5" y="connsiteY2-6"/>
              </a:cxn>
              <a:cxn ang="0">
                <a:pos x="connsiteX3-7" y="connsiteY3-8"/>
              </a:cxn>
            </a:cxnLst>
            <a:rect l="l" t="t" r="r" b="b"/>
            <a:pathLst>
              <a:path w="3162300" h="1871961">
                <a:moveTo>
                  <a:pt x="0" y="1871961"/>
                </a:moveTo>
                <a:lnTo>
                  <a:pt x="0" y="0"/>
                </a:lnTo>
                <a:lnTo>
                  <a:pt x="3162300" y="0"/>
                </a:lnTo>
                <a:lnTo>
                  <a:pt x="3162300" y="1871961"/>
                </a:lnTo>
              </a:path>
            </a:pathLst>
          </a:cu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lnSpc>
                <a:spcPct val="130000"/>
              </a:lnSpc>
            </a:pPr>
            <a:endParaRPr lang="zh-CN" altLang="en-US">
              <a:cs typeface="+mn-ea"/>
              <a:sym typeface="+mn-lt"/>
            </a:endParaRPr>
          </a:p>
        </p:txBody>
      </p:sp>
      <p:sp>
        <p:nvSpPr>
          <p:cNvPr id="12" name="等腰三角形 11"/>
          <p:cNvSpPr/>
          <p:nvPr userDrawn="1"/>
        </p:nvSpPr>
        <p:spPr>
          <a:xfrm flipV="1">
            <a:off x="6007269" y="3832178"/>
            <a:ext cx="177462" cy="152984"/>
          </a:xfrm>
          <a:prstGeom prst="triangle">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a:p>
        </p:txBody>
      </p:sp>
      <p:pic>
        <p:nvPicPr>
          <p:cNvPr id="13" name="图片 12"/>
          <p:cNvPicPr>
            <a:picLocks noChangeAspect="1"/>
          </p:cNvPicPr>
          <p:nvPr userDrawn="1"/>
        </p:nvPicPr>
        <p:blipFill>
          <a:blip r:embed="rId4" cstate="screen"/>
          <a:stretch>
            <a:fillRect/>
          </a:stretch>
        </p:blipFill>
        <p:spPr>
          <a:xfrm>
            <a:off x="4974749" y="1401223"/>
            <a:ext cx="2256308" cy="631546"/>
          </a:xfrm>
          <a:prstGeom prst="rect">
            <a:avLst/>
          </a:prstGeom>
        </p:spPr>
      </p:pic>
    </p:spTree>
  </p:cSld>
  <p:clrMapOvr>
    <a:masterClrMapping/>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封面样式3-首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cstate="screen"/>
          <a:srcRect l="128" r="23340"/>
          <a:stretch>
            <a:fillRect/>
          </a:stretch>
        </p:blipFill>
        <p:spPr>
          <a:xfrm>
            <a:off x="4303956" y="0"/>
            <a:ext cx="7888043" cy="6858000"/>
          </a:xfrm>
          <a:prstGeom prst="rect">
            <a:avLst/>
          </a:prstGeom>
        </p:spPr>
      </p:pic>
      <p:sp>
        <p:nvSpPr>
          <p:cNvPr id="7" name="矩形 6"/>
          <p:cNvSpPr/>
          <p:nvPr userDrawn="1"/>
        </p:nvSpPr>
        <p:spPr>
          <a:xfrm>
            <a:off x="-1" y="0"/>
            <a:ext cx="12192000" cy="6858000"/>
          </a:xfrm>
          <a:prstGeom prst="rect">
            <a:avLst/>
          </a:prstGeom>
          <a:gradFill>
            <a:gsLst>
              <a:gs pos="100000">
                <a:schemeClr val="accent1">
                  <a:lumMod val="100000"/>
                  <a:alpha val="0"/>
                </a:schemeClr>
              </a:gs>
              <a:gs pos="50000">
                <a:schemeClr val="accent1">
                  <a:lumMod val="100000"/>
                </a:schemeClr>
              </a:gs>
              <a:gs pos="0">
                <a:schemeClr val="accent1">
                  <a:lumMod val="10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3" name="图片 12"/>
          <p:cNvPicPr>
            <a:picLocks noChangeAspect="1"/>
          </p:cNvPicPr>
          <p:nvPr userDrawn="1"/>
        </p:nvPicPr>
        <p:blipFill>
          <a:blip r:embed="rId3" cstate="screen"/>
          <a:stretch>
            <a:fillRect/>
          </a:stretch>
        </p:blipFill>
        <p:spPr>
          <a:xfrm>
            <a:off x="540452" y="479393"/>
            <a:ext cx="2203058" cy="616640"/>
          </a:xfrm>
          <a:prstGeom prst="rect">
            <a:avLst/>
          </a:prstGeom>
        </p:spPr>
      </p:pic>
      <p:grpSp>
        <p:nvGrpSpPr>
          <p:cNvPr id="15" name="组合 14"/>
          <p:cNvGrpSpPr/>
          <p:nvPr userDrawn="1"/>
        </p:nvGrpSpPr>
        <p:grpSpPr>
          <a:xfrm>
            <a:off x="706026"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封面样式3-尾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cstate="screen"/>
          <a:srcRect l="15573" r="198"/>
          <a:stretch>
            <a:fillRect/>
          </a:stretch>
        </p:blipFill>
        <p:spPr>
          <a:xfrm>
            <a:off x="0" y="0"/>
            <a:ext cx="8678174" cy="6858000"/>
          </a:xfrm>
          <a:prstGeom prst="rect">
            <a:avLst/>
          </a:prstGeom>
        </p:spPr>
      </p:pic>
      <p:sp>
        <p:nvSpPr>
          <p:cNvPr id="7" name="矩形 6"/>
          <p:cNvSpPr/>
          <p:nvPr userDrawn="1"/>
        </p:nvSpPr>
        <p:spPr>
          <a:xfrm>
            <a:off x="0" y="0"/>
            <a:ext cx="12191999" cy="6858000"/>
          </a:xfrm>
          <a:prstGeom prst="rect">
            <a:avLst/>
          </a:prstGeom>
          <a:gradFill flip="none" rotWithShape="1">
            <a:gsLst>
              <a:gs pos="0">
                <a:schemeClr val="accent1">
                  <a:lumMod val="100000"/>
                  <a:alpha val="0"/>
                </a:schemeClr>
              </a:gs>
              <a:gs pos="59000">
                <a:schemeClr val="accent1">
                  <a:lumMod val="100000"/>
                </a:schemeClr>
              </a:gs>
              <a:gs pos="100000">
                <a:schemeClr val="accent1">
                  <a:lumMod val="100000"/>
                </a:schemeClr>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 name="图片 13"/>
          <p:cNvPicPr>
            <a:picLocks noChangeAspect="1"/>
          </p:cNvPicPr>
          <p:nvPr userDrawn="1"/>
        </p:nvPicPr>
        <p:blipFill>
          <a:blip r:embed="rId3" cstate="screen"/>
          <a:stretch>
            <a:fillRect/>
          </a:stretch>
        </p:blipFill>
        <p:spPr>
          <a:xfrm>
            <a:off x="9403566" y="501046"/>
            <a:ext cx="2203058" cy="616640"/>
          </a:xfrm>
          <a:prstGeom prst="rect">
            <a:avLst/>
          </a:prstGeom>
        </p:spPr>
      </p:pic>
      <p:grpSp>
        <p:nvGrpSpPr>
          <p:cNvPr id="15" name="组合 14"/>
          <p:cNvGrpSpPr/>
          <p:nvPr userDrawn="1"/>
        </p:nvGrpSpPr>
        <p:grpSpPr>
          <a:xfrm>
            <a:off x="7382858"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封面样式4-首页">
    <p:spTree>
      <p:nvGrpSpPr>
        <p:cNvPr id="1" name=""/>
        <p:cNvGrpSpPr/>
        <p:nvPr/>
      </p:nvGrpSpPr>
      <p:grpSpPr>
        <a:xfrm>
          <a:off x="0" y="0"/>
          <a:ext cx="0" cy="0"/>
          <a:chOff x="0" y="0"/>
          <a:chExt cx="0" cy="0"/>
        </a:xfrm>
      </p:grpSpPr>
      <p:pic>
        <p:nvPicPr>
          <p:cNvPr id="39" name="图片 38"/>
          <p:cNvPicPr>
            <a:picLocks noChangeAspect="1"/>
          </p:cNvPicPr>
          <p:nvPr userDrawn="1"/>
        </p:nvPicPr>
        <p:blipFill rotWithShape="1">
          <a:blip r:embed="rId2" cstate="hqprint"/>
          <a:srcRect/>
          <a:stretch>
            <a:fillRect/>
          </a:stretch>
        </p:blipFill>
        <p:spPr>
          <a:xfrm>
            <a:off x="4768810" y="7452"/>
            <a:ext cx="7423189" cy="6850548"/>
          </a:xfrm>
          <a:prstGeom prst="rect">
            <a:avLst/>
          </a:prstGeom>
        </p:spPr>
      </p:pic>
      <p:sp>
        <p:nvSpPr>
          <p:cNvPr id="7" name="矩形 6"/>
          <p:cNvSpPr/>
          <p:nvPr userDrawn="1"/>
        </p:nvSpPr>
        <p:spPr>
          <a:xfrm>
            <a:off x="-2" y="0"/>
            <a:ext cx="12192001" cy="6858000"/>
          </a:xfrm>
          <a:prstGeom prst="rect">
            <a:avLst/>
          </a:prstGeom>
          <a:gradFill>
            <a:gsLst>
              <a:gs pos="100000">
                <a:schemeClr val="accent1">
                  <a:lumMod val="100000"/>
                  <a:alpha val="0"/>
                </a:schemeClr>
              </a:gs>
              <a:gs pos="50000">
                <a:schemeClr val="accent1">
                  <a:lumMod val="100000"/>
                </a:schemeClr>
              </a:gs>
              <a:gs pos="0">
                <a:schemeClr val="accent1">
                  <a:lumMod val="10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 name="组合 14"/>
          <p:cNvGrpSpPr/>
          <p:nvPr userDrawn="1"/>
        </p:nvGrpSpPr>
        <p:grpSpPr>
          <a:xfrm>
            <a:off x="706026"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40" name="图片 39"/>
          <p:cNvPicPr>
            <a:picLocks noChangeAspect="1"/>
          </p:cNvPicPr>
          <p:nvPr userDrawn="1"/>
        </p:nvPicPr>
        <p:blipFill>
          <a:blip r:embed="rId3" cstate="screen"/>
          <a:stretch>
            <a:fillRect/>
          </a:stretch>
        </p:blipFill>
        <p:spPr>
          <a:xfrm>
            <a:off x="540452" y="479393"/>
            <a:ext cx="2203058" cy="616640"/>
          </a:xfrm>
          <a:prstGeom prst="rect">
            <a:avLst/>
          </a:prstGeom>
        </p:spPr>
      </p:pic>
    </p:spTree>
  </p:cSld>
  <p:clrMapOvr>
    <a:masterClrMapping/>
  </p:clrMapOvr>
  <p:transition spd="med">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封面样式4-尾页">
    <p:spTree>
      <p:nvGrpSpPr>
        <p:cNvPr id="1" name=""/>
        <p:cNvGrpSpPr/>
        <p:nvPr/>
      </p:nvGrpSpPr>
      <p:grpSpPr>
        <a:xfrm>
          <a:off x="0" y="0"/>
          <a:ext cx="0" cy="0"/>
          <a:chOff x="0" y="0"/>
          <a:chExt cx="0" cy="0"/>
        </a:xfrm>
      </p:grpSpPr>
      <p:pic>
        <p:nvPicPr>
          <p:cNvPr id="39" name="图片 38"/>
          <p:cNvPicPr>
            <a:picLocks noChangeAspect="1"/>
          </p:cNvPicPr>
          <p:nvPr userDrawn="1"/>
        </p:nvPicPr>
        <p:blipFill rotWithShape="1">
          <a:blip r:embed="rId2" cstate="hqprint"/>
          <a:srcRect/>
          <a:stretch>
            <a:fillRect/>
          </a:stretch>
        </p:blipFill>
        <p:spPr>
          <a:xfrm>
            <a:off x="-10414" y="0"/>
            <a:ext cx="8336943" cy="6860043"/>
          </a:xfrm>
          <a:prstGeom prst="rect">
            <a:avLst/>
          </a:prstGeom>
        </p:spPr>
      </p:pic>
      <p:sp>
        <p:nvSpPr>
          <p:cNvPr id="7" name="矩形 6"/>
          <p:cNvSpPr/>
          <p:nvPr userDrawn="1"/>
        </p:nvSpPr>
        <p:spPr>
          <a:xfrm>
            <a:off x="-10414" y="0"/>
            <a:ext cx="12202413" cy="6858000"/>
          </a:xfrm>
          <a:prstGeom prst="rect">
            <a:avLst/>
          </a:prstGeom>
          <a:gradFill flip="none" rotWithShape="1">
            <a:gsLst>
              <a:gs pos="0">
                <a:schemeClr val="accent1">
                  <a:lumMod val="100000"/>
                  <a:alpha val="0"/>
                </a:schemeClr>
              </a:gs>
              <a:gs pos="50000">
                <a:schemeClr val="accent1">
                  <a:lumMod val="100000"/>
                </a:schemeClr>
              </a:gs>
              <a:gs pos="100000">
                <a:schemeClr val="accent1">
                  <a:lumMod val="10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 name="组合 14"/>
          <p:cNvGrpSpPr/>
          <p:nvPr userDrawn="1"/>
        </p:nvGrpSpPr>
        <p:grpSpPr>
          <a:xfrm>
            <a:off x="7382858"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40" name="图片 39"/>
          <p:cNvPicPr>
            <a:picLocks noChangeAspect="1"/>
          </p:cNvPicPr>
          <p:nvPr userDrawn="1"/>
        </p:nvPicPr>
        <p:blipFill>
          <a:blip r:embed="rId3" cstate="screen"/>
          <a:stretch>
            <a:fillRect/>
          </a:stretch>
        </p:blipFill>
        <p:spPr>
          <a:xfrm>
            <a:off x="9403566" y="501046"/>
            <a:ext cx="2203058" cy="616640"/>
          </a:xfrm>
          <a:prstGeom prst="rect">
            <a:avLst/>
          </a:prstGeom>
        </p:spPr>
      </p:pic>
    </p:spTree>
  </p:cSld>
  <p:clrMapOvr>
    <a:masterClrMapping/>
  </p:clrMapOvr>
  <p:transition spd="med">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封面样式5-首页">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cstate="screen"/>
          <a:stretch>
            <a:fillRect/>
          </a:stretch>
        </p:blipFill>
        <p:spPr>
          <a:xfrm>
            <a:off x="-6352" y="0"/>
            <a:ext cx="12198351" cy="5024521"/>
          </a:xfrm>
          <a:prstGeom prst="rect">
            <a:avLst/>
          </a:prstGeom>
        </p:spPr>
      </p:pic>
      <p:sp>
        <p:nvSpPr>
          <p:cNvPr id="7" name="矩形 6"/>
          <p:cNvSpPr/>
          <p:nvPr userDrawn="1"/>
        </p:nvSpPr>
        <p:spPr>
          <a:xfrm>
            <a:off x="-6351" y="0"/>
            <a:ext cx="12198349" cy="6858000"/>
          </a:xfrm>
          <a:prstGeom prst="rect">
            <a:avLst/>
          </a:prstGeom>
          <a:gradFill>
            <a:gsLst>
              <a:gs pos="0">
                <a:schemeClr val="accent1">
                  <a:lumMod val="100000"/>
                  <a:alpha val="0"/>
                </a:schemeClr>
              </a:gs>
              <a:gs pos="66000">
                <a:schemeClr val="accent1">
                  <a:lumMod val="100000"/>
                </a:schemeClr>
              </a:gs>
              <a:gs pos="100000">
                <a:schemeClr val="accent1">
                  <a:lumMod val="10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9" name="直接连接符 8"/>
          <p:cNvCxnSpPr/>
          <p:nvPr userDrawn="1"/>
        </p:nvCxnSpPr>
        <p:spPr>
          <a:xfrm>
            <a:off x="660400" y="4550546"/>
            <a:ext cx="10858500" cy="0"/>
          </a:xfrm>
          <a:prstGeom prst="line">
            <a:avLst/>
          </a:prstGeom>
          <a:ln w="9525" cmpd="sng">
            <a:gradFill>
              <a:gsLst>
                <a:gs pos="50000">
                  <a:srgbClr val="F3F8FF">
                    <a:alpha val="77000"/>
                  </a:srgbClr>
                </a:gs>
                <a:gs pos="0">
                  <a:schemeClr val="accent1">
                    <a:lumMod val="5000"/>
                    <a:lumOff val="95000"/>
                    <a:alpha val="0"/>
                  </a:schemeClr>
                </a:gs>
                <a:gs pos="100000">
                  <a:schemeClr val="bg1">
                    <a:alpha val="0"/>
                  </a:schemeClr>
                </a:gs>
              </a:gsLst>
              <a:lin ang="0" scaled="0"/>
            </a:gradFill>
            <a:prstDash val="solid"/>
          </a:ln>
        </p:spPr>
        <p:style>
          <a:lnRef idx="1">
            <a:schemeClr val="accent1"/>
          </a:lnRef>
          <a:fillRef idx="0">
            <a:schemeClr val="accent1"/>
          </a:fillRef>
          <a:effectRef idx="0">
            <a:schemeClr val="accent1"/>
          </a:effectRef>
          <a:fontRef idx="minor">
            <a:schemeClr val="tx1"/>
          </a:fontRef>
        </p:style>
      </p:cxnSp>
      <p:pic>
        <p:nvPicPr>
          <p:cNvPr id="10" name="图片 9"/>
          <p:cNvPicPr>
            <a:picLocks noChangeAspect="1"/>
          </p:cNvPicPr>
          <p:nvPr userDrawn="1"/>
        </p:nvPicPr>
        <p:blipFill>
          <a:blip r:embed="rId3" cstate="screen"/>
          <a:stretch>
            <a:fillRect/>
          </a:stretch>
        </p:blipFill>
        <p:spPr>
          <a:xfrm>
            <a:off x="7223405" y="2402693"/>
            <a:ext cx="4785100" cy="4774940"/>
          </a:xfrm>
          <a:prstGeom prst="rect">
            <a:avLst/>
          </a:prstGeom>
        </p:spPr>
      </p:pic>
      <p:pic>
        <p:nvPicPr>
          <p:cNvPr id="11" name="图片 10"/>
          <p:cNvPicPr>
            <a:picLocks noChangeAspect="1"/>
          </p:cNvPicPr>
          <p:nvPr userDrawn="1"/>
        </p:nvPicPr>
        <p:blipFill rotWithShape="1">
          <a:blip r:embed="rId4" cstate="screen"/>
          <a:srcRect l="6610" b="12305"/>
          <a:stretch>
            <a:fillRect/>
          </a:stretch>
        </p:blipFill>
        <p:spPr>
          <a:xfrm>
            <a:off x="14873" y="5340546"/>
            <a:ext cx="6018099" cy="1518363"/>
          </a:xfrm>
          <a:prstGeom prst="rect">
            <a:avLst/>
          </a:prstGeom>
        </p:spPr>
      </p:pic>
      <p:pic>
        <p:nvPicPr>
          <p:cNvPr id="12" name="图片 11"/>
          <p:cNvPicPr>
            <a:picLocks noChangeAspect="1"/>
          </p:cNvPicPr>
          <p:nvPr userDrawn="1"/>
        </p:nvPicPr>
        <p:blipFill rotWithShape="1">
          <a:blip r:embed="rId4" cstate="screen"/>
          <a:srcRect l="6610" b="12305"/>
          <a:stretch>
            <a:fillRect/>
          </a:stretch>
        </p:blipFill>
        <p:spPr>
          <a:xfrm flipH="1">
            <a:off x="6154789" y="5340546"/>
            <a:ext cx="6018099" cy="1518363"/>
          </a:xfrm>
          <a:prstGeom prst="rect">
            <a:avLst/>
          </a:prstGeom>
        </p:spPr>
      </p:pic>
      <p:pic>
        <p:nvPicPr>
          <p:cNvPr id="18" name="图片 17"/>
          <p:cNvPicPr>
            <a:picLocks noChangeAspect="1"/>
          </p:cNvPicPr>
          <p:nvPr userDrawn="1"/>
        </p:nvPicPr>
        <p:blipFill>
          <a:blip r:embed="rId5" cstate="screen"/>
          <a:stretch>
            <a:fillRect/>
          </a:stretch>
        </p:blipFill>
        <p:spPr>
          <a:xfrm>
            <a:off x="5018002" y="2568943"/>
            <a:ext cx="2143294" cy="599913"/>
          </a:xfrm>
          <a:prstGeom prst="rect">
            <a:avLst/>
          </a:prstGeom>
        </p:spPr>
      </p:pic>
    </p:spTree>
  </p:cSld>
  <p:clrMapOvr>
    <a:masterClrMapping/>
  </p:clrMapOvr>
  <p:transition spd="med">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封面样式5-尾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cstate="screen"/>
          <a:srcRect/>
          <a:stretch>
            <a:fillRect/>
          </a:stretch>
        </p:blipFill>
        <p:spPr>
          <a:xfrm>
            <a:off x="0" y="0"/>
            <a:ext cx="12192000" cy="5902493"/>
          </a:xfrm>
          <a:prstGeom prst="rect">
            <a:avLst/>
          </a:prstGeom>
        </p:spPr>
      </p:pic>
      <p:sp>
        <p:nvSpPr>
          <p:cNvPr id="7" name="矩形 6"/>
          <p:cNvSpPr/>
          <p:nvPr userDrawn="1"/>
        </p:nvSpPr>
        <p:spPr>
          <a:xfrm>
            <a:off x="1" y="0"/>
            <a:ext cx="12191998" cy="6858000"/>
          </a:xfrm>
          <a:prstGeom prst="rect">
            <a:avLst/>
          </a:prstGeom>
          <a:gradFill>
            <a:gsLst>
              <a:gs pos="0">
                <a:schemeClr val="bg1">
                  <a:alpha val="30000"/>
                </a:schemeClr>
              </a:gs>
              <a:gs pos="60000">
                <a:schemeClr val="accent1">
                  <a:lumMod val="100000"/>
                </a:schemeClr>
              </a:gs>
              <a:gs pos="100000">
                <a:schemeClr val="accent1">
                  <a:lumMod val="10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9" name="直接连接符 8"/>
          <p:cNvCxnSpPr/>
          <p:nvPr userDrawn="1"/>
        </p:nvCxnSpPr>
        <p:spPr>
          <a:xfrm>
            <a:off x="660400" y="4626145"/>
            <a:ext cx="10858500" cy="0"/>
          </a:xfrm>
          <a:prstGeom prst="line">
            <a:avLst/>
          </a:prstGeom>
          <a:ln w="9525" cmpd="sng">
            <a:gradFill>
              <a:gsLst>
                <a:gs pos="50000">
                  <a:srgbClr val="F3F8FF">
                    <a:alpha val="77000"/>
                  </a:srgbClr>
                </a:gs>
                <a:gs pos="0">
                  <a:schemeClr val="accent1">
                    <a:lumMod val="5000"/>
                    <a:lumOff val="95000"/>
                    <a:alpha val="0"/>
                  </a:schemeClr>
                </a:gs>
                <a:gs pos="100000">
                  <a:schemeClr val="bg1">
                    <a:alpha val="0"/>
                  </a:schemeClr>
                </a:gs>
              </a:gsLst>
              <a:lin ang="0" scaled="0"/>
            </a:gradFill>
            <a:prstDash val="solid"/>
          </a:ln>
        </p:spPr>
        <p:style>
          <a:lnRef idx="1">
            <a:schemeClr val="accent1"/>
          </a:lnRef>
          <a:fillRef idx="0">
            <a:schemeClr val="accent1"/>
          </a:fillRef>
          <a:effectRef idx="0">
            <a:schemeClr val="accent1"/>
          </a:effectRef>
          <a:fontRef idx="minor">
            <a:schemeClr val="tx1"/>
          </a:fontRef>
        </p:style>
      </p:cxnSp>
      <p:pic>
        <p:nvPicPr>
          <p:cNvPr id="14" name="图片 13"/>
          <p:cNvPicPr>
            <a:picLocks noChangeAspect="1"/>
          </p:cNvPicPr>
          <p:nvPr userDrawn="1"/>
        </p:nvPicPr>
        <p:blipFill rotWithShape="1">
          <a:blip r:embed="rId3" cstate="screen"/>
          <a:srcRect l="6610" b="12305"/>
          <a:stretch>
            <a:fillRect/>
          </a:stretch>
        </p:blipFill>
        <p:spPr>
          <a:xfrm flipV="1">
            <a:off x="14873" y="-15231"/>
            <a:ext cx="6018099" cy="1518363"/>
          </a:xfrm>
          <a:prstGeom prst="rect">
            <a:avLst/>
          </a:prstGeom>
        </p:spPr>
      </p:pic>
      <p:pic>
        <p:nvPicPr>
          <p:cNvPr id="15" name="图片 14"/>
          <p:cNvPicPr>
            <a:picLocks noChangeAspect="1"/>
          </p:cNvPicPr>
          <p:nvPr userDrawn="1"/>
        </p:nvPicPr>
        <p:blipFill rotWithShape="1">
          <a:blip r:embed="rId3" cstate="screen"/>
          <a:srcRect l="6610" b="12305"/>
          <a:stretch>
            <a:fillRect/>
          </a:stretch>
        </p:blipFill>
        <p:spPr>
          <a:xfrm flipH="1" flipV="1">
            <a:off x="6154789" y="-15231"/>
            <a:ext cx="6018099" cy="1518363"/>
          </a:xfrm>
          <a:prstGeom prst="rect">
            <a:avLst/>
          </a:prstGeom>
        </p:spPr>
      </p:pic>
      <p:pic>
        <p:nvPicPr>
          <p:cNvPr id="16" name="图片 15"/>
          <p:cNvPicPr>
            <a:picLocks noChangeAspect="1"/>
          </p:cNvPicPr>
          <p:nvPr userDrawn="1"/>
        </p:nvPicPr>
        <p:blipFill>
          <a:blip r:embed="rId4" cstate="screen"/>
          <a:stretch>
            <a:fillRect/>
          </a:stretch>
        </p:blipFill>
        <p:spPr>
          <a:xfrm>
            <a:off x="5018002" y="2577573"/>
            <a:ext cx="2143294" cy="599913"/>
          </a:xfrm>
          <a:prstGeom prst="rect">
            <a:avLst/>
          </a:prstGeom>
        </p:spPr>
      </p:pic>
      <p:grpSp>
        <p:nvGrpSpPr>
          <p:cNvPr id="17" name="组合 16"/>
          <p:cNvGrpSpPr/>
          <p:nvPr userDrawn="1"/>
        </p:nvGrpSpPr>
        <p:grpSpPr>
          <a:xfrm>
            <a:off x="3040886" y="5719548"/>
            <a:ext cx="6136451" cy="681262"/>
            <a:chOff x="582366" y="5719539"/>
            <a:chExt cx="6136451" cy="681262"/>
          </a:xfrm>
          <a:gradFill flip="none" rotWithShape="1">
            <a:gsLst>
              <a:gs pos="100000">
                <a:schemeClr val="bg1">
                  <a:alpha val="9000"/>
                </a:schemeClr>
              </a:gs>
              <a:gs pos="0">
                <a:schemeClr val="bg1">
                  <a:alpha val="3000"/>
                </a:schemeClr>
              </a:gs>
            </a:gsLst>
            <a:lin ang="16200000" scaled="1"/>
            <a:tileRect/>
          </a:gradFill>
        </p:grpSpPr>
        <p:grpSp>
          <p:nvGrpSpPr>
            <p:cNvPr id="18" name="组合 17"/>
            <p:cNvGrpSpPr/>
            <p:nvPr/>
          </p:nvGrpSpPr>
          <p:grpSpPr>
            <a:xfrm>
              <a:off x="4043374" y="5725999"/>
              <a:ext cx="2675443" cy="667232"/>
              <a:chOff x="10340336" y="2247899"/>
              <a:chExt cx="2724438" cy="679451"/>
            </a:xfrm>
            <a:grpFill/>
          </p:grpSpPr>
          <p:sp>
            <p:nvSpPr>
              <p:cNvPr id="32"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3"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4" name="组合 33"/>
              <p:cNvGrpSpPr/>
              <p:nvPr/>
            </p:nvGrpSpPr>
            <p:grpSpPr>
              <a:xfrm>
                <a:off x="10340336" y="2247899"/>
                <a:ext cx="547688" cy="679451"/>
                <a:chOff x="5548313" y="2084388"/>
                <a:chExt cx="547688" cy="679451"/>
              </a:xfrm>
              <a:grpFill/>
            </p:grpSpPr>
            <p:sp>
              <p:nvSpPr>
                <p:cNvPr id="39"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5" name="组合 34"/>
              <p:cNvGrpSpPr/>
              <p:nvPr/>
            </p:nvGrpSpPr>
            <p:grpSpPr>
              <a:xfrm>
                <a:off x="11192276" y="2400300"/>
                <a:ext cx="322175" cy="373063"/>
                <a:chOff x="3792874" y="3138488"/>
                <a:chExt cx="322175" cy="373063"/>
              </a:xfrm>
              <a:grpFill/>
            </p:grpSpPr>
            <p:sp>
              <p:nvSpPr>
                <p:cNvPr id="36"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7"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9" name="组合 18"/>
            <p:cNvGrpSpPr/>
            <p:nvPr/>
          </p:nvGrpSpPr>
          <p:grpSpPr>
            <a:xfrm>
              <a:off x="582366" y="5719539"/>
              <a:ext cx="2716733" cy="681262"/>
              <a:chOff x="6738929" y="2270918"/>
              <a:chExt cx="2766486" cy="693738"/>
            </a:xfrm>
            <a:grpFill/>
          </p:grpSpPr>
          <p:grpSp>
            <p:nvGrpSpPr>
              <p:cNvPr id="20" name="组合 19"/>
              <p:cNvGrpSpPr/>
              <p:nvPr/>
            </p:nvGrpSpPr>
            <p:grpSpPr>
              <a:xfrm>
                <a:off x="8180494" y="2355056"/>
                <a:ext cx="484188" cy="509588"/>
                <a:chOff x="6113463" y="3541713"/>
                <a:chExt cx="484188" cy="509588"/>
              </a:xfrm>
              <a:grpFill/>
            </p:grpSpPr>
            <p:sp>
              <p:nvSpPr>
                <p:cNvPr id="30"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1" name="组合 20"/>
              <p:cNvGrpSpPr/>
              <p:nvPr/>
            </p:nvGrpSpPr>
            <p:grpSpPr>
              <a:xfrm>
                <a:off x="6738929" y="2270918"/>
                <a:ext cx="549275" cy="693738"/>
                <a:chOff x="6108700" y="2066926"/>
                <a:chExt cx="549275" cy="693738"/>
              </a:xfrm>
              <a:grpFill/>
            </p:grpSpPr>
            <p:sp>
              <p:nvSpPr>
                <p:cNvPr id="28"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2" name="组合 21"/>
              <p:cNvGrpSpPr/>
              <p:nvPr/>
            </p:nvGrpSpPr>
            <p:grpSpPr>
              <a:xfrm>
                <a:off x="7532962" y="2451100"/>
                <a:ext cx="368300" cy="317500"/>
                <a:chOff x="6186488" y="2930526"/>
                <a:chExt cx="368300" cy="317500"/>
              </a:xfrm>
              <a:grpFill/>
            </p:grpSpPr>
            <p:sp>
              <p:nvSpPr>
                <p:cNvPr id="25"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3"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封面样式6">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529" y="-2924"/>
            <a:ext cx="12193057" cy="3633531"/>
          </a:xfrm>
          <a:prstGeom prst="rect">
            <a:avLst/>
          </a:prstGeom>
        </p:spPr>
      </p:pic>
      <p:sp>
        <p:nvSpPr>
          <p:cNvPr id="37" name="任意形状 36"/>
          <p:cNvSpPr/>
          <p:nvPr userDrawn="1"/>
        </p:nvSpPr>
        <p:spPr>
          <a:xfrm>
            <a:off x="-134112" y="-106934"/>
            <a:ext cx="12468264" cy="3829332"/>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
        <p:nvSpPr>
          <p:cNvPr id="41" name="矩形 40"/>
          <p:cNvSpPr/>
          <p:nvPr userDrawn="1"/>
        </p:nvSpPr>
        <p:spPr>
          <a:xfrm>
            <a:off x="0" y="0"/>
            <a:ext cx="12192000" cy="163286"/>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pic>
        <p:nvPicPr>
          <p:cNvPr id="42" name="图片 41"/>
          <p:cNvPicPr>
            <a:picLocks noChangeAspect="1"/>
          </p:cNvPicPr>
          <p:nvPr userDrawn="1"/>
        </p:nvPicPr>
        <p:blipFill>
          <a:blip r:embed="rId3" cstate="screen"/>
          <a:stretch>
            <a:fillRect/>
          </a:stretch>
        </p:blipFill>
        <p:spPr>
          <a:xfrm>
            <a:off x="5502191" y="3048198"/>
            <a:ext cx="1193467" cy="1192626"/>
          </a:xfrm>
          <a:prstGeom prst="rect">
            <a:avLst/>
          </a:prstGeom>
        </p:spPr>
      </p:pic>
      <p:sp>
        <p:nvSpPr>
          <p:cNvPr id="43" name="文本框 42"/>
          <p:cNvSpPr txBox="1"/>
          <p:nvPr userDrawn="1"/>
        </p:nvSpPr>
        <p:spPr>
          <a:xfrm>
            <a:off x="150844" y="6174148"/>
            <a:ext cx="2156520" cy="617431"/>
          </a:xfrm>
          <a:prstGeom prst="rect">
            <a:avLst/>
          </a:prstGeom>
          <a:noFill/>
          <a:ln>
            <a:noFill/>
          </a:ln>
        </p:spPr>
        <p:txBody>
          <a:bodyPr wrap="square" lIns="180000" tIns="180000" rIns="180000" bIns="180000" rtlCol="0">
            <a:spAutoFit/>
          </a:bodyPr>
          <a:lstStyle/>
          <a:p>
            <a:pPr marL="0" marR="0" lvl="0" indent="0" algn="l" defTabSz="914400" rtl="0" eaLnBrk="0" fontAlgn="base" latinLnBrk="0" hangingPunct="0">
              <a:lnSpc>
                <a:spcPct val="130000"/>
              </a:lnSpc>
              <a:spcBef>
                <a:spcPct val="0"/>
              </a:spcBef>
              <a:spcAft>
                <a:spcPct val="0"/>
              </a:spcAft>
              <a:buClrTx/>
              <a:buSzTx/>
              <a:buFontTx/>
              <a:buNone/>
              <a:defRPr/>
            </a:pPr>
            <a:r>
              <a:rPr lang="en-US" altLang="zh-CN" sz="1400" b="1" i="0" spc="100" dirty="0">
                <a:solidFill>
                  <a:schemeClr val="accent3"/>
                </a:solidFill>
                <a:latin typeface="+mn-ea"/>
                <a:ea typeface="+mn-ea"/>
              </a:rPr>
              <a:t>BIT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SINCE 1940</a:t>
            </a:r>
            <a:endParaRPr lang="zh-CN" altLang="en-US" sz="1400" b="1" i="0" spc="100" dirty="0">
              <a:solidFill>
                <a:schemeClr val="accent3"/>
              </a:solidFill>
              <a:latin typeface="微软雅黑 Light" panose="020B0502040204020203" pitchFamily="34" charset="-122"/>
              <a:ea typeface="微软雅黑 Light" panose="020B0502040204020203" pitchFamily="34" charset="-122"/>
            </a:endParaRPr>
          </a:p>
        </p:txBody>
      </p:sp>
      <p:grpSp>
        <p:nvGrpSpPr>
          <p:cNvPr id="44" name="组合 43"/>
          <p:cNvGrpSpPr/>
          <p:nvPr userDrawn="1"/>
        </p:nvGrpSpPr>
        <p:grpSpPr>
          <a:xfrm>
            <a:off x="10083479" y="6400645"/>
            <a:ext cx="1765866" cy="192031"/>
            <a:chOff x="598941" y="6399999"/>
            <a:chExt cx="2542613" cy="276499"/>
          </a:xfrm>
          <a:solidFill>
            <a:schemeClr val="bg1">
              <a:lumMod val="65000"/>
            </a:schemeClr>
          </a:solidFill>
        </p:grpSpPr>
        <p:grpSp>
          <p:nvGrpSpPr>
            <p:cNvPr id="45" name="组合 44"/>
            <p:cNvGrpSpPr/>
            <p:nvPr/>
          </p:nvGrpSpPr>
          <p:grpSpPr>
            <a:xfrm>
              <a:off x="2055693" y="6402621"/>
              <a:ext cx="1085861" cy="270805"/>
              <a:chOff x="10340336" y="2247899"/>
              <a:chExt cx="2724438" cy="679451"/>
            </a:xfrm>
            <a:grpFill/>
          </p:grpSpPr>
          <p:sp>
            <p:nvSpPr>
              <p:cNvPr id="59"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60"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61" name="组合 60"/>
              <p:cNvGrpSpPr/>
              <p:nvPr/>
            </p:nvGrpSpPr>
            <p:grpSpPr>
              <a:xfrm>
                <a:off x="10340336" y="2247899"/>
                <a:ext cx="547688" cy="679451"/>
                <a:chOff x="5548313" y="2084388"/>
                <a:chExt cx="547688" cy="679451"/>
              </a:xfrm>
              <a:grpFill/>
            </p:grpSpPr>
            <p:sp>
              <p:nvSpPr>
                <p:cNvPr id="66"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7"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62" name="组合 61"/>
              <p:cNvGrpSpPr/>
              <p:nvPr/>
            </p:nvGrpSpPr>
            <p:grpSpPr>
              <a:xfrm>
                <a:off x="11192276" y="2400300"/>
                <a:ext cx="322175" cy="373063"/>
                <a:chOff x="3792874" y="3138488"/>
                <a:chExt cx="322175" cy="373063"/>
              </a:xfrm>
              <a:grpFill/>
            </p:grpSpPr>
            <p:sp>
              <p:nvSpPr>
                <p:cNvPr id="63"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4"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5"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46" name="组合 45"/>
            <p:cNvGrpSpPr/>
            <p:nvPr/>
          </p:nvGrpSpPr>
          <p:grpSpPr>
            <a:xfrm>
              <a:off x="598941" y="6399999"/>
              <a:ext cx="1102619" cy="276499"/>
              <a:chOff x="6738929" y="2270918"/>
              <a:chExt cx="2766486" cy="693738"/>
            </a:xfrm>
            <a:grpFill/>
          </p:grpSpPr>
          <p:grpSp>
            <p:nvGrpSpPr>
              <p:cNvPr id="47" name="组合 46"/>
              <p:cNvGrpSpPr/>
              <p:nvPr/>
            </p:nvGrpSpPr>
            <p:grpSpPr>
              <a:xfrm>
                <a:off x="8180494" y="2355056"/>
                <a:ext cx="484188" cy="509588"/>
                <a:chOff x="6113463" y="3541713"/>
                <a:chExt cx="484188" cy="509588"/>
              </a:xfrm>
              <a:grpFill/>
            </p:grpSpPr>
            <p:sp>
              <p:nvSpPr>
                <p:cNvPr id="57"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8"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48" name="组合 47"/>
              <p:cNvGrpSpPr/>
              <p:nvPr/>
            </p:nvGrpSpPr>
            <p:grpSpPr>
              <a:xfrm>
                <a:off x="6738929" y="2270918"/>
                <a:ext cx="549275" cy="693738"/>
                <a:chOff x="6108700" y="2066926"/>
                <a:chExt cx="549275" cy="693738"/>
              </a:xfrm>
              <a:grpFill/>
            </p:grpSpPr>
            <p:sp>
              <p:nvSpPr>
                <p:cNvPr id="55"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6"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49" name="组合 48"/>
              <p:cNvGrpSpPr/>
              <p:nvPr/>
            </p:nvGrpSpPr>
            <p:grpSpPr>
              <a:xfrm>
                <a:off x="7532962" y="2451100"/>
                <a:ext cx="368300" cy="317500"/>
                <a:chOff x="6186488" y="2930526"/>
                <a:chExt cx="368300" cy="317500"/>
              </a:xfrm>
              <a:grpFill/>
            </p:grpSpPr>
            <p:sp>
              <p:nvSpPr>
                <p:cNvPr id="52"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4"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50"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51"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封面样式7-首页">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stretch>
            <a:fillRect/>
          </a:stretch>
        </p:blipFill>
        <p:spPr>
          <a:xfrm>
            <a:off x="0" y="0"/>
            <a:ext cx="12193057" cy="4066384"/>
          </a:xfrm>
          <a:prstGeom prst="rect">
            <a:avLst/>
          </a:prstGeom>
        </p:spPr>
      </p:pic>
      <p:sp>
        <p:nvSpPr>
          <p:cNvPr id="19" name="任意多边形: 形状 20"/>
          <p:cNvSpPr/>
          <p:nvPr userDrawn="1"/>
        </p:nvSpPr>
        <p:spPr>
          <a:xfrm rot="10800000">
            <a:off x="-18" y="0"/>
            <a:ext cx="12192001" cy="4066750"/>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rgbClr val="006434">
              <a:alpha val="8588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任意多边形: 形状 44"/>
          <p:cNvSpPr/>
          <p:nvPr userDrawn="1"/>
        </p:nvSpPr>
        <p:spPr>
          <a:xfrm>
            <a:off x="0" y="2329236"/>
            <a:ext cx="12191985"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 name="任意多边形: 形状 49"/>
          <p:cNvSpPr/>
          <p:nvPr userDrawn="1"/>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2" name="图片 21"/>
          <p:cNvPicPr>
            <a:picLocks noChangeAspect="1"/>
          </p:cNvPicPr>
          <p:nvPr userDrawn="1"/>
        </p:nvPicPr>
        <p:blipFill>
          <a:blip r:embed="rId3" cstate="screen"/>
          <a:stretch>
            <a:fillRect/>
          </a:stretch>
        </p:blipFill>
        <p:spPr>
          <a:xfrm>
            <a:off x="4222990" y="1401505"/>
            <a:ext cx="3746000" cy="1048514"/>
          </a:xfrm>
          <a:prstGeom prst="rect">
            <a:avLst/>
          </a:prstGeom>
        </p:spPr>
      </p:pic>
    </p:spTree>
  </p:cSld>
  <p:clrMapOvr>
    <a:masterClrMapping/>
  </p:clrMapOvr>
  <p:transition spd="med">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封面样式7-尾页">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stretch>
            <a:fillRect/>
          </a:stretch>
        </p:blipFill>
        <p:spPr>
          <a:xfrm>
            <a:off x="0" y="0"/>
            <a:ext cx="12193057" cy="4066384"/>
          </a:xfrm>
          <a:prstGeom prst="rect">
            <a:avLst/>
          </a:prstGeom>
        </p:spPr>
      </p:pic>
      <p:sp>
        <p:nvSpPr>
          <p:cNvPr id="19" name="任意多边形: 形状 20"/>
          <p:cNvSpPr/>
          <p:nvPr userDrawn="1"/>
        </p:nvSpPr>
        <p:spPr>
          <a:xfrm rot="10800000">
            <a:off x="-18" y="0"/>
            <a:ext cx="12192001" cy="4066750"/>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rgbClr val="006434">
              <a:alpha val="8588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任意多边形: 形状 44"/>
          <p:cNvSpPr/>
          <p:nvPr userDrawn="1"/>
        </p:nvSpPr>
        <p:spPr>
          <a:xfrm>
            <a:off x="0" y="2329236"/>
            <a:ext cx="12191985"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 name="任意多边形: 形状 49"/>
          <p:cNvSpPr/>
          <p:nvPr userDrawn="1"/>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3" cstate="screen"/>
          <a:stretch>
            <a:fillRect/>
          </a:stretch>
        </p:blipFill>
        <p:spPr>
          <a:xfrm>
            <a:off x="4453730" y="4619682"/>
            <a:ext cx="3284503" cy="722193"/>
          </a:xfrm>
          <a:prstGeom prst="rect">
            <a:avLst/>
          </a:prstGeom>
        </p:spPr>
      </p:pic>
    </p:spTree>
  </p:cSld>
  <p:clrMapOvr>
    <a:masterClrMapping/>
  </p:clrMapOvr>
  <p:transition spd="med">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封面样式8">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screen"/>
          <a:srcRect b="7394"/>
          <a:stretch>
            <a:fillRect/>
          </a:stretch>
        </p:blipFill>
        <p:spPr>
          <a:xfrm>
            <a:off x="-3165" y="0"/>
            <a:ext cx="12191980" cy="6858000"/>
          </a:xfrm>
          <a:prstGeom prst="rect">
            <a:avLst/>
          </a:prstGeom>
        </p:spPr>
      </p:pic>
      <p:sp>
        <p:nvSpPr>
          <p:cNvPr id="5" name="矩形 4"/>
          <p:cNvSpPr/>
          <p:nvPr userDrawn="1"/>
        </p:nvSpPr>
        <p:spPr>
          <a:xfrm>
            <a:off x="10" y="1"/>
            <a:ext cx="12191980" cy="6857994"/>
          </a:xfrm>
          <a:prstGeom prst="rect">
            <a:avLst/>
          </a:prstGeom>
          <a:gradFill>
            <a:gsLst>
              <a:gs pos="0">
                <a:schemeClr val="accent1">
                  <a:alpha val="90000"/>
                  <a:lumMod val="85000"/>
                </a:schemeClr>
              </a:gs>
              <a:gs pos="50000">
                <a:schemeClr val="accent1">
                  <a:alpha val="90000"/>
                  <a:lumMod val="85000"/>
                </a:schemeClr>
              </a:gs>
              <a:gs pos="100000">
                <a:schemeClr val="accent1">
                  <a:alpha val="90000"/>
                  <a:lumMod val="85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spcAft>
                <a:spcPts val="100"/>
              </a:spcAft>
              <a:buFontTx/>
              <a:buNone/>
            </a:pPr>
            <a:endParaRPr lang="zh-CN" altLang="en-US"/>
          </a:p>
        </p:txBody>
      </p:sp>
      <p:sp>
        <p:nvSpPr>
          <p:cNvPr id="6" name="文本占位符 10"/>
          <p:cNvSpPr>
            <a:spLocks noGrp="1"/>
          </p:cNvSpPr>
          <p:nvPr>
            <p:ph type="body" sz="quarter" idx="11" hasCustomPrompt="1"/>
          </p:nvPr>
        </p:nvSpPr>
        <p:spPr>
          <a:xfrm>
            <a:off x="1572100" y="3028371"/>
            <a:ext cx="9041450" cy="911074"/>
          </a:xfrm>
        </p:spPr>
        <p:txBody>
          <a:bodyPr/>
          <a:lstStyle>
            <a:lvl1pPr marL="0" indent="0" algn="ctr">
              <a:buFontTx/>
              <a:buNone/>
              <a:defRPr sz="4800" b="1">
                <a:solidFill>
                  <a:schemeClr val="bg1"/>
                </a:solidFill>
                <a:latin typeface="+mn-ea"/>
                <a:ea typeface="+mn-ea"/>
              </a:defRPr>
            </a:lvl1pPr>
          </a:lstStyle>
          <a:p>
            <a:r>
              <a:rPr lang="zh-CN" altLang="en-US" dirty="0"/>
              <a:t>北京理工大学毕业答辩</a:t>
            </a:r>
            <a:r>
              <a:rPr lang="en-US" altLang="zh-CN" dirty="0"/>
              <a:t>PPT</a:t>
            </a:r>
            <a:r>
              <a:rPr lang="zh-CN" altLang="en-US" dirty="0"/>
              <a:t>模板</a:t>
            </a:r>
          </a:p>
        </p:txBody>
      </p:sp>
      <p:pic>
        <p:nvPicPr>
          <p:cNvPr id="11" name="图片 10"/>
          <p:cNvPicPr>
            <a:picLocks noChangeAspect="1"/>
          </p:cNvPicPr>
          <p:nvPr userDrawn="1"/>
        </p:nvPicPr>
        <p:blipFill>
          <a:blip r:embed="rId3" cstate="screen"/>
          <a:stretch>
            <a:fillRect/>
          </a:stretch>
        </p:blipFill>
        <p:spPr>
          <a:xfrm>
            <a:off x="3767417" y="1018488"/>
            <a:ext cx="4650816" cy="130177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封面样式9-首页">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screen"/>
          <a:stretch>
            <a:fillRect/>
          </a:stretch>
        </p:blipFill>
        <p:spPr>
          <a:xfrm>
            <a:off x="0" y="81566"/>
            <a:ext cx="12192000" cy="3244934"/>
          </a:xfrm>
          <a:prstGeom prst="rect">
            <a:avLst/>
          </a:prstGeom>
        </p:spPr>
      </p:pic>
      <p:sp>
        <p:nvSpPr>
          <p:cNvPr id="3" name="矩形 2"/>
          <p:cNvSpPr/>
          <p:nvPr userDrawn="1"/>
        </p:nvSpPr>
        <p:spPr>
          <a:xfrm>
            <a:off x="0" y="3317875"/>
            <a:ext cx="12192000" cy="35401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 name="图片 66"/>
          <p:cNvPicPr>
            <a:picLocks noChangeAspect="1"/>
          </p:cNvPicPr>
          <p:nvPr userDrawn="1"/>
        </p:nvPicPr>
        <p:blipFill>
          <a:blip r:embed="rId3" cstate="screen"/>
          <a:stretch>
            <a:fillRect/>
          </a:stretch>
        </p:blipFill>
        <p:spPr bwMode="auto">
          <a:xfrm>
            <a:off x="9790632" y="109143"/>
            <a:ext cx="2286546" cy="2975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7"/>
          <p:cNvPicPr>
            <a:picLocks noChangeAspect="1"/>
          </p:cNvPicPr>
          <p:nvPr userDrawn="1"/>
        </p:nvPicPr>
        <p:blipFill>
          <a:blip r:embed="rId4" cstate="screen"/>
          <a:stretch>
            <a:fillRect/>
          </a:stretch>
        </p:blipFill>
        <p:spPr>
          <a:xfrm>
            <a:off x="224285" y="-494144"/>
            <a:ext cx="3165893" cy="4124368"/>
          </a:xfrm>
          <a:prstGeom prst="rect">
            <a:avLst/>
          </a:prstGeom>
        </p:spPr>
      </p:pic>
    </p:spTree>
  </p:cSld>
  <p:clrMapOvr>
    <a:masterClrMapping/>
  </p:clrMapOvr>
  <p:transition spd="med">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封面样式9-尾页">
    <p:spTree>
      <p:nvGrpSpPr>
        <p:cNvPr id="1" name=""/>
        <p:cNvGrpSpPr/>
        <p:nvPr/>
      </p:nvGrpSpPr>
      <p:grpSpPr>
        <a:xfrm>
          <a:off x="0" y="0"/>
          <a:ext cx="0" cy="0"/>
          <a:chOff x="0" y="0"/>
          <a:chExt cx="0" cy="0"/>
        </a:xfrm>
      </p:grpSpPr>
      <p:grpSp>
        <p:nvGrpSpPr>
          <p:cNvPr id="2" name="组合 1"/>
          <p:cNvGrpSpPr/>
          <p:nvPr userDrawn="1"/>
        </p:nvGrpSpPr>
        <p:grpSpPr>
          <a:xfrm>
            <a:off x="0" y="0"/>
            <a:ext cx="12192000" cy="5089582"/>
            <a:chOff x="0" y="0"/>
            <a:chExt cx="12192000" cy="5089582"/>
          </a:xfrm>
          <a:solidFill>
            <a:schemeClr val="accent1"/>
          </a:solidFill>
        </p:grpSpPr>
        <p:sp>
          <p:nvSpPr>
            <p:cNvPr id="3" name="等腰三角形 2"/>
            <p:cNvSpPr/>
            <p:nvPr/>
          </p:nvSpPr>
          <p:spPr>
            <a:xfrm flipV="1">
              <a:off x="0" y="4123423"/>
              <a:ext cx="12192000" cy="966159"/>
            </a:xfrm>
            <a:prstGeom prst="triangle">
              <a:avLst/>
            </a:prstGeom>
            <a:grpFill/>
            <a:ln>
              <a:noFill/>
            </a:ln>
            <a:effectLst>
              <a:outerShdw blurRad="76200" dist="12700" dir="5400000" sx="103000" sy="103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0" y="0"/>
              <a:ext cx="12192000" cy="412342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 name="组合 4"/>
          <p:cNvGrpSpPr/>
          <p:nvPr userDrawn="1"/>
        </p:nvGrpSpPr>
        <p:grpSpPr>
          <a:xfrm>
            <a:off x="1866428" y="1872369"/>
            <a:ext cx="8481919" cy="863927"/>
            <a:chOff x="1797415" y="1328902"/>
            <a:chExt cx="8481919" cy="863927"/>
          </a:xfrm>
        </p:grpSpPr>
        <p:grpSp>
          <p:nvGrpSpPr>
            <p:cNvPr id="6" name="组合 5"/>
            <p:cNvGrpSpPr/>
            <p:nvPr/>
          </p:nvGrpSpPr>
          <p:grpSpPr>
            <a:xfrm>
              <a:off x="6886532" y="1337094"/>
              <a:ext cx="3392802" cy="846135"/>
              <a:chOff x="10340336" y="2247899"/>
              <a:chExt cx="2724438" cy="679451"/>
            </a:xfrm>
          </p:grpSpPr>
          <p:sp>
            <p:nvSpPr>
              <p:cNvPr id="2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nvGrpSpPr>
              <p:cNvPr id="22" name="组合 21"/>
              <p:cNvGrpSpPr/>
              <p:nvPr/>
            </p:nvGrpSpPr>
            <p:grpSpPr>
              <a:xfrm>
                <a:off x="10340336" y="2247899"/>
                <a:ext cx="547688" cy="679451"/>
                <a:chOff x="5548313" y="2084388"/>
                <a:chExt cx="547688" cy="679451"/>
              </a:xfrm>
              <a:solidFill>
                <a:schemeClr val="bg1"/>
              </a:solidFill>
            </p:grpSpPr>
            <p:sp>
              <p:nvSpPr>
                <p:cNvPr id="2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3" name="组合 22"/>
              <p:cNvGrpSpPr/>
              <p:nvPr/>
            </p:nvGrpSpPr>
            <p:grpSpPr>
              <a:xfrm>
                <a:off x="11192276" y="2400300"/>
                <a:ext cx="322175" cy="373063"/>
                <a:chOff x="3792874" y="3138488"/>
                <a:chExt cx="322175" cy="373063"/>
              </a:xfrm>
              <a:solidFill>
                <a:schemeClr val="bg1"/>
              </a:solidFill>
            </p:grpSpPr>
            <p:sp>
              <p:nvSpPr>
                <p:cNvPr id="2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7" name="组合 6"/>
            <p:cNvGrpSpPr/>
            <p:nvPr/>
          </p:nvGrpSpPr>
          <p:grpSpPr>
            <a:xfrm>
              <a:off x="1797415" y="1328902"/>
              <a:ext cx="3445163" cy="863927"/>
              <a:chOff x="6738929" y="2270918"/>
              <a:chExt cx="2766486" cy="693738"/>
            </a:xfrm>
          </p:grpSpPr>
          <p:grpSp>
            <p:nvGrpSpPr>
              <p:cNvPr id="8" name="组合 7"/>
              <p:cNvGrpSpPr/>
              <p:nvPr/>
            </p:nvGrpSpPr>
            <p:grpSpPr>
              <a:xfrm>
                <a:off x="8180494" y="2355056"/>
                <a:ext cx="484188" cy="509588"/>
                <a:chOff x="6113463" y="3541713"/>
                <a:chExt cx="484188" cy="509588"/>
              </a:xfrm>
              <a:solidFill>
                <a:schemeClr val="bg1"/>
              </a:solidFill>
            </p:grpSpPr>
            <p:sp>
              <p:nvSpPr>
                <p:cNvPr id="1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 name="组合 8"/>
              <p:cNvGrpSpPr/>
              <p:nvPr/>
            </p:nvGrpSpPr>
            <p:grpSpPr>
              <a:xfrm>
                <a:off x="6738929" y="2270918"/>
                <a:ext cx="549275" cy="693738"/>
                <a:chOff x="6108700" y="2066926"/>
                <a:chExt cx="549275" cy="693738"/>
              </a:xfrm>
              <a:solidFill>
                <a:schemeClr val="bg1"/>
              </a:solidFill>
            </p:grpSpPr>
            <p:sp>
              <p:nvSpPr>
                <p:cNvPr id="1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0" name="组合 9"/>
              <p:cNvGrpSpPr/>
              <p:nvPr/>
            </p:nvGrpSpPr>
            <p:grpSpPr>
              <a:xfrm>
                <a:off x="7532962" y="2451100"/>
                <a:ext cx="368300" cy="317500"/>
                <a:chOff x="6186488" y="2930526"/>
                <a:chExt cx="368300" cy="317500"/>
              </a:xfrm>
              <a:solidFill>
                <a:schemeClr val="bg1"/>
              </a:solidFill>
            </p:grpSpPr>
            <p:sp>
              <p:nvSpPr>
                <p:cNvPr id="1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目录样式1">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stretch>
            <a:fillRect/>
          </a:stretch>
        </p:blipFill>
        <p:spPr>
          <a:xfrm>
            <a:off x="0" y="567"/>
            <a:ext cx="5022689" cy="6857433"/>
          </a:xfrm>
          <a:prstGeom prst="rect">
            <a:avLst/>
          </a:prstGeom>
        </p:spPr>
      </p:pic>
      <p:sp>
        <p:nvSpPr>
          <p:cNvPr id="3" name="矩形 白1"/>
          <p:cNvSpPr/>
          <p:nvPr userDrawn="1"/>
        </p:nvSpPr>
        <p:spPr>
          <a:xfrm rot="5400000">
            <a:off x="-917658" y="918223"/>
            <a:ext cx="6858002" cy="5022690"/>
          </a:xfrm>
          <a:prstGeom prst="rect">
            <a:avLst/>
          </a:prstGeom>
          <a:gradFill flip="none" rotWithShape="1">
            <a:gsLst>
              <a:gs pos="50000">
                <a:schemeClr val="bg1">
                  <a:alpha val="50000"/>
                </a:schemeClr>
              </a:gs>
              <a:gs pos="0">
                <a:schemeClr val="bg1"/>
              </a:gs>
              <a:gs pos="100000">
                <a:srgbClr val="FFFFFF">
                  <a:alpha val="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cs typeface="+mn-ea"/>
              <a:sym typeface="+mn-lt"/>
            </a:endParaRPr>
          </a:p>
        </p:txBody>
      </p:sp>
    </p:spTree>
  </p:cSld>
  <p:clrMapOvr>
    <a:masterClrMapping/>
  </p:clrMapOvr>
  <p:transition spd="med">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目录样式2-1">
    <p:spTree>
      <p:nvGrpSpPr>
        <p:cNvPr id="1" name=""/>
        <p:cNvGrpSpPr/>
        <p:nvPr/>
      </p:nvGrpSpPr>
      <p:grpSpPr>
        <a:xfrm>
          <a:off x="0" y="0"/>
          <a:ext cx="0" cy="0"/>
          <a:chOff x="0" y="0"/>
          <a:chExt cx="0" cy="0"/>
        </a:xfrm>
      </p:grpSpPr>
      <p:sp>
        <p:nvSpPr>
          <p:cNvPr id="5" name="矩形 4"/>
          <p:cNvSpPr/>
          <p:nvPr userDrawn="1"/>
        </p:nvSpPr>
        <p:spPr>
          <a:xfrm>
            <a:off x="0" y="2289050"/>
            <a:ext cx="12192001" cy="19685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rotWithShape="1">
          <a:blip r:embed="rId2" cstate="screen"/>
          <a:srcRect t="15558" b="38705"/>
          <a:stretch>
            <a:fillRect/>
          </a:stretch>
        </p:blipFill>
        <p:spPr>
          <a:xfrm>
            <a:off x="1" y="0"/>
            <a:ext cx="12192000" cy="2290219"/>
          </a:xfrm>
          <a:prstGeom prst="rect">
            <a:avLst/>
          </a:prstGeom>
        </p:spPr>
      </p:pic>
      <p:sp>
        <p:nvSpPr>
          <p:cNvPr id="10" name="矩形 9"/>
          <p:cNvSpPr/>
          <p:nvPr userDrawn="1"/>
        </p:nvSpPr>
        <p:spPr>
          <a:xfrm>
            <a:off x="-1" y="-7884"/>
            <a:ext cx="12192001" cy="2298103"/>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图片 10"/>
          <p:cNvPicPr>
            <a:picLocks noChangeAspect="1"/>
          </p:cNvPicPr>
          <p:nvPr userDrawn="1"/>
        </p:nvPicPr>
        <p:blipFill>
          <a:blip r:embed="rId3" cstate="screen"/>
          <a:stretch>
            <a:fillRect/>
          </a:stretch>
        </p:blipFill>
        <p:spPr>
          <a:xfrm>
            <a:off x="5024353" y="841210"/>
            <a:ext cx="2143294" cy="599913"/>
          </a:xfrm>
          <a:prstGeom prst="rect">
            <a:avLst/>
          </a:prstGeom>
        </p:spPr>
      </p:pic>
      <p:cxnSp>
        <p:nvCxnSpPr>
          <p:cNvPr id="4" name="直接连接符 3"/>
          <p:cNvCxnSpPr/>
          <p:nvPr userDrawn="1"/>
        </p:nvCxnSpPr>
        <p:spPr>
          <a:xfrm>
            <a:off x="-81481" y="2289050"/>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目录样式2-2">
    <p:spTree>
      <p:nvGrpSpPr>
        <p:cNvPr id="1" name=""/>
        <p:cNvGrpSpPr/>
        <p:nvPr/>
      </p:nvGrpSpPr>
      <p:grpSpPr>
        <a:xfrm>
          <a:off x="0" y="0"/>
          <a:ext cx="0" cy="0"/>
          <a:chOff x="0" y="0"/>
          <a:chExt cx="0" cy="0"/>
        </a:xfrm>
      </p:grpSpPr>
      <p:sp>
        <p:nvSpPr>
          <p:cNvPr id="6"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PA-矩形 7"/>
          <p:cNvSpPr/>
          <p:nvPr userDrawn="1">
            <p:custDataLst>
              <p:tags r:id="rId2"/>
            </p:custDataLst>
          </p:nvPr>
        </p:nvSpPr>
        <p:spPr>
          <a:xfrm>
            <a:off x="0" y="0"/>
            <a:ext cx="12192000" cy="6858000"/>
          </a:xfrm>
          <a:prstGeom prst="rect">
            <a:avLst/>
          </a:prstGeom>
          <a:gradFill flip="none" rotWithShape="1">
            <a:gsLst>
              <a:gs pos="0">
                <a:schemeClr val="accent1">
                  <a:alpha val="0"/>
                </a:schemeClr>
              </a:gs>
              <a:gs pos="5220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4" name="直接连接符 3"/>
          <p:cNvCxnSpPr/>
          <p:nvPr userDrawn="1"/>
        </p:nvCxnSpPr>
        <p:spPr>
          <a:xfrm>
            <a:off x="5723340" y="1294827"/>
            <a:ext cx="74531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userDrawn="1"/>
        </p:nvCxnSpPr>
        <p:spPr>
          <a:xfrm>
            <a:off x="5723340" y="5613415"/>
            <a:ext cx="74531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图片 12"/>
          <p:cNvPicPr>
            <a:picLocks noChangeAspect="1"/>
          </p:cNvPicPr>
          <p:nvPr userDrawn="1"/>
        </p:nvPicPr>
        <p:blipFill rotWithShape="1">
          <a:blip r:embed="rId4" cstate="screen"/>
          <a:srcRect l="49471"/>
          <a:stretch>
            <a:fillRect/>
          </a:stretch>
        </p:blipFill>
        <p:spPr>
          <a:xfrm>
            <a:off x="-34506" y="163259"/>
            <a:ext cx="3298317" cy="6531481"/>
          </a:xfrm>
          <a:prstGeom prst="rect">
            <a:avLst/>
          </a:prstGeom>
        </p:spPr>
      </p:pic>
      <p:pic>
        <p:nvPicPr>
          <p:cNvPr id="14" name="图片 13"/>
          <p:cNvPicPr>
            <a:picLocks noChangeAspect="1"/>
          </p:cNvPicPr>
          <p:nvPr userDrawn="1"/>
        </p:nvPicPr>
        <p:blipFill rotWithShape="1">
          <a:blip r:embed="rId4" cstate="screen"/>
          <a:srcRect r="49912"/>
          <a:stretch>
            <a:fillRect/>
          </a:stretch>
        </p:blipFill>
        <p:spPr>
          <a:xfrm>
            <a:off x="8928190" y="163258"/>
            <a:ext cx="3269562" cy="6531481"/>
          </a:xfrm>
          <a:prstGeom prst="rect">
            <a:avLst/>
          </a:prstGeom>
        </p:spPr>
      </p:pic>
    </p:spTree>
  </p:cSld>
  <p:clrMapOvr>
    <a:masterClrMapping/>
  </p:clrMapOvr>
  <p:transition spd="med">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目录样式3-1">
    <p:spTree>
      <p:nvGrpSpPr>
        <p:cNvPr id="1" name=""/>
        <p:cNvGrpSpPr/>
        <p:nvPr/>
      </p:nvGrpSpPr>
      <p:grpSpPr>
        <a:xfrm>
          <a:off x="0" y="0"/>
          <a:ext cx="0" cy="0"/>
          <a:chOff x="0" y="0"/>
          <a:chExt cx="0" cy="0"/>
        </a:xfrm>
      </p:grpSpPr>
      <p:sp>
        <p:nvSpPr>
          <p:cNvPr id="8" name="文本框 7"/>
          <p:cNvSpPr txBox="1"/>
          <p:nvPr userDrawn="1"/>
        </p:nvSpPr>
        <p:spPr>
          <a:xfrm rot="16200000">
            <a:off x="-1538864" y="2653429"/>
            <a:ext cx="5229637" cy="1323439"/>
          </a:xfrm>
          <a:prstGeom prst="rect">
            <a:avLst/>
          </a:prstGeom>
          <a:noFill/>
        </p:spPr>
        <p:txBody>
          <a:bodyPr wrap="none" rtlCol="0">
            <a:spAutoFit/>
          </a:bodyPr>
          <a:lstStyle/>
          <a:p>
            <a:r>
              <a:rPr lang="en-US" altLang="zh-CN" sz="8000" b="1" spc="50" dirty="0">
                <a:solidFill>
                  <a:schemeClr val="bg1">
                    <a:lumMod val="85000"/>
                  </a:schemeClr>
                </a:solidFill>
                <a:latin typeface="+mj-lt"/>
              </a:rPr>
              <a:t>Contents</a:t>
            </a:r>
            <a:r>
              <a:rPr lang="en-US" altLang="zh-CN" sz="4400" b="1" spc="50" dirty="0">
                <a:solidFill>
                  <a:schemeClr val="accent4"/>
                </a:solidFill>
                <a:latin typeface="+mj-lt"/>
              </a:rPr>
              <a:t>■</a:t>
            </a:r>
            <a:endParaRPr lang="zh-CN" altLang="en-US" sz="4400" b="1" spc="50" dirty="0">
              <a:solidFill>
                <a:schemeClr val="accent4"/>
              </a:solidFill>
              <a:latin typeface="+mj-lt"/>
            </a:endParaRPr>
          </a:p>
        </p:txBody>
      </p:sp>
      <p:sp>
        <p:nvSpPr>
          <p:cNvPr id="9" name="文本框 8"/>
          <p:cNvSpPr txBox="1"/>
          <p:nvPr userDrawn="1"/>
        </p:nvSpPr>
        <p:spPr>
          <a:xfrm>
            <a:off x="1116549" y="3752395"/>
            <a:ext cx="738664" cy="2246769"/>
          </a:xfrm>
          <a:prstGeom prst="rect">
            <a:avLst/>
          </a:prstGeom>
          <a:noFill/>
        </p:spPr>
        <p:txBody>
          <a:bodyPr vert="eaVert" wrap="none" rtlCol="0">
            <a:spAutoFit/>
          </a:bodyPr>
          <a:lstStyle/>
          <a:p>
            <a:r>
              <a:rPr lang="zh-CN" altLang="en-US" sz="3600" b="1" spc="600" dirty="0">
                <a:solidFill>
                  <a:schemeClr val="accent1"/>
                </a:solidFill>
              </a:rPr>
              <a:t>结构大纲</a:t>
            </a:r>
          </a:p>
        </p:txBody>
      </p:sp>
      <p:sp>
        <p:nvSpPr>
          <p:cNvPr id="12" name="文本框 11"/>
          <p:cNvSpPr txBox="1"/>
          <p:nvPr userDrawn="1"/>
        </p:nvSpPr>
        <p:spPr>
          <a:xfrm>
            <a:off x="9519824" y="6600901"/>
            <a:ext cx="2523448" cy="246221"/>
          </a:xfrm>
          <a:prstGeom prst="rect">
            <a:avLst/>
          </a:prstGeom>
          <a:noFill/>
        </p:spPr>
        <p:txBody>
          <a:bodyPr wrap="none" rtlCol="0">
            <a:spAutoFit/>
          </a:bodyPr>
          <a:lstStyle/>
          <a:p>
            <a:pPr algn="r"/>
            <a:r>
              <a:rPr lang="en-US" altLang="zh-CN" sz="1000" spc="0" dirty="0">
                <a:solidFill>
                  <a:schemeClr val="bg1"/>
                </a:solidFill>
                <a:latin typeface="Arial" panose="020B0604020202020204" pitchFamily="34" charset="0"/>
                <a:ea typeface="微软雅黑" panose="020B0503020204020204" pitchFamily="34" charset="-122"/>
                <a:cs typeface="Arial" panose="020B0604020202020204" pitchFamily="34" charset="0"/>
              </a:rPr>
              <a:t>BEIJING</a:t>
            </a:r>
            <a:r>
              <a:rPr lang="en-US" altLang="zh-CN" sz="1000" spc="0" baseline="0" dirty="0">
                <a:solidFill>
                  <a:schemeClr val="bg1"/>
                </a:solidFill>
                <a:latin typeface="Arial" panose="020B0604020202020204" pitchFamily="34" charset="0"/>
                <a:ea typeface="微软雅黑" panose="020B0503020204020204" pitchFamily="34" charset="-122"/>
                <a:cs typeface="Arial" panose="020B0604020202020204" pitchFamily="34" charset="0"/>
              </a:rPr>
              <a:t> INSTITUTE OF TECHNOLOGY</a:t>
            </a:r>
            <a:endParaRPr lang="zh-CN" altLang="en-US" sz="1000" spc="0" dirty="0">
              <a:solidFill>
                <a:schemeClr val="bg1"/>
              </a:solidFill>
              <a:latin typeface="Arial" panose="020B0604020202020204" pitchFamily="34" charset="0"/>
              <a:ea typeface="微软雅黑" panose="020B0503020204020204" pitchFamily="34" charset="-122"/>
              <a:cs typeface="Arial" panose="020B0604020202020204" pitchFamily="34" charset="0"/>
            </a:endParaRPr>
          </a:p>
        </p:txBody>
      </p:sp>
      <p:pic>
        <p:nvPicPr>
          <p:cNvPr id="57" name="图片 56"/>
          <p:cNvPicPr>
            <a:picLocks noChangeAspect="1"/>
          </p:cNvPicPr>
          <p:nvPr userDrawn="1"/>
        </p:nvPicPr>
        <p:blipFill>
          <a:blip r:embed="rId2" cstate="screen"/>
          <a:stretch>
            <a:fillRect/>
          </a:stretch>
        </p:blipFill>
        <p:spPr>
          <a:xfrm>
            <a:off x="10041148" y="78493"/>
            <a:ext cx="2025400" cy="566914"/>
          </a:xfrm>
          <a:prstGeom prst="rect">
            <a:avLst/>
          </a:prstGeom>
        </p:spPr>
      </p:pic>
      <p:sp>
        <p:nvSpPr>
          <p:cNvPr id="82" name="任意多边形: 形状 59"/>
          <p:cNvSpPr/>
          <p:nvPr userDrawn="1"/>
        </p:nvSpPr>
        <p:spPr>
          <a:xfrm flipH="1">
            <a:off x="-1352550" y="-2"/>
            <a:ext cx="13544548" cy="1057277"/>
          </a:xfrm>
          <a:custGeom>
            <a:avLst/>
            <a:gdLst>
              <a:gd name="connsiteX0" fmla="*/ 12192000 w 12192000"/>
              <a:gd name="connsiteY0" fmla="*/ 0 h 723900"/>
              <a:gd name="connsiteX1" fmla="*/ 2755900 w 12192000"/>
              <a:gd name="connsiteY1" fmla="*/ 0 h 723900"/>
              <a:gd name="connsiteX2" fmla="*/ 4 w 12192000"/>
              <a:gd name="connsiteY2" fmla="*/ 0 h 723900"/>
              <a:gd name="connsiteX3" fmla="*/ 0 w 12192000"/>
              <a:gd name="connsiteY3" fmla="*/ 0 h 723900"/>
              <a:gd name="connsiteX4" fmla="*/ 0 w 12192000"/>
              <a:gd name="connsiteY4" fmla="*/ 723900 h 723900"/>
              <a:gd name="connsiteX5" fmla="*/ 1987354 w 12192000"/>
              <a:gd name="connsiteY5" fmla="*/ 723900 h 723900"/>
              <a:gd name="connsiteX6" fmla="*/ 2038350 w 12192000"/>
              <a:gd name="connsiteY6" fmla="*/ 717550 h 723900"/>
              <a:gd name="connsiteX7" fmla="*/ 2753650 w 12192000"/>
              <a:gd name="connsiteY7" fmla="*/ 288000 h 723900"/>
              <a:gd name="connsiteX8" fmla="*/ 12192000 w 12192000"/>
              <a:gd name="connsiteY8" fmla="*/ 288000 h 72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723900">
                <a:moveTo>
                  <a:pt x="12192000" y="0"/>
                </a:moveTo>
                <a:lnTo>
                  <a:pt x="2755900" y="0"/>
                </a:lnTo>
                <a:lnTo>
                  <a:pt x="4" y="0"/>
                </a:lnTo>
                <a:lnTo>
                  <a:pt x="0" y="0"/>
                </a:lnTo>
                <a:lnTo>
                  <a:pt x="0" y="723900"/>
                </a:lnTo>
                <a:lnTo>
                  <a:pt x="1987354" y="723900"/>
                </a:lnTo>
                <a:lnTo>
                  <a:pt x="2038350" y="717550"/>
                </a:lnTo>
                <a:cubicBezTo>
                  <a:pt x="2497291" y="642783"/>
                  <a:pt x="2432975" y="321492"/>
                  <a:pt x="2753650" y="288000"/>
                </a:cubicBezTo>
                <a:cubicBezTo>
                  <a:pt x="3074325" y="254508"/>
                  <a:pt x="9045883" y="288000"/>
                  <a:pt x="12192000" y="288000"/>
                </a:cubicBezTo>
                <a:close/>
              </a:path>
            </a:pathLst>
          </a:custGeom>
          <a:gradFill>
            <a:gsLst>
              <a:gs pos="0">
                <a:schemeClr val="accent1"/>
              </a:gs>
              <a:gs pos="100000">
                <a:schemeClr val="accent1">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83" name="图片 82"/>
          <p:cNvPicPr>
            <a:picLocks noChangeAspect="1"/>
          </p:cNvPicPr>
          <p:nvPr userDrawn="1"/>
        </p:nvPicPr>
        <p:blipFill>
          <a:blip r:embed="rId2" cstate="screen"/>
          <a:stretch>
            <a:fillRect/>
          </a:stretch>
        </p:blipFill>
        <p:spPr>
          <a:xfrm>
            <a:off x="9793498" y="249943"/>
            <a:ext cx="2025400" cy="566914"/>
          </a:xfrm>
          <a:prstGeom prst="rect">
            <a:avLst/>
          </a:prstGeom>
        </p:spPr>
      </p:pic>
      <p:sp>
        <p:nvSpPr>
          <p:cNvPr id="84" name="矩形 83"/>
          <p:cNvSpPr/>
          <p:nvPr userDrawn="1"/>
        </p:nvSpPr>
        <p:spPr>
          <a:xfrm>
            <a:off x="0" y="6188075"/>
            <a:ext cx="12192000" cy="669925"/>
          </a:xfrm>
          <a:prstGeom prst="rect">
            <a:avLst/>
          </a:prstGeom>
          <a:gradFill>
            <a:gsLst>
              <a:gs pos="0">
                <a:schemeClr val="accent4"/>
              </a:gs>
              <a:gs pos="10000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5" name="组合 84"/>
          <p:cNvGrpSpPr/>
          <p:nvPr userDrawn="1"/>
        </p:nvGrpSpPr>
        <p:grpSpPr>
          <a:xfrm>
            <a:off x="598941" y="6399999"/>
            <a:ext cx="2542613" cy="276499"/>
            <a:chOff x="598941" y="6399999"/>
            <a:chExt cx="2542613" cy="276499"/>
          </a:xfrm>
          <a:solidFill>
            <a:schemeClr val="bg1"/>
          </a:solidFill>
        </p:grpSpPr>
        <p:grpSp>
          <p:nvGrpSpPr>
            <p:cNvPr id="86" name="组合 85"/>
            <p:cNvGrpSpPr/>
            <p:nvPr/>
          </p:nvGrpSpPr>
          <p:grpSpPr>
            <a:xfrm>
              <a:off x="2055693" y="6402621"/>
              <a:ext cx="1085861" cy="270805"/>
              <a:chOff x="10340336" y="2247899"/>
              <a:chExt cx="2724438" cy="679451"/>
            </a:xfrm>
            <a:grpFill/>
          </p:grpSpPr>
          <p:sp>
            <p:nvSpPr>
              <p:cNvPr id="10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10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102" name="组合 101"/>
              <p:cNvGrpSpPr/>
              <p:nvPr/>
            </p:nvGrpSpPr>
            <p:grpSpPr>
              <a:xfrm>
                <a:off x="10340336" y="2247899"/>
                <a:ext cx="547688" cy="679451"/>
                <a:chOff x="5548313" y="2084388"/>
                <a:chExt cx="547688" cy="679451"/>
              </a:xfrm>
              <a:grpFill/>
            </p:grpSpPr>
            <p:sp>
              <p:nvSpPr>
                <p:cNvPr id="10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03" name="组合 102"/>
              <p:cNvGrpSpPr/>
              <p:nvPr/>
            </p:nvGrpSpPr>
            <p:grpSpPr>
              <a:xfrm>
                <a:off x="11192276" y="2400300"/>
                <a:ext cx="322175" cy="373063"/>
                <a:chOff x="3792874" y="3138488"/>
                <a:chExt cx="322175" cy="373063"/>
              </a:xfrm>
              <a:grpFill/>
            </p:grpSpPr>
            <p:sp>
              <p:nvSpPr>
                <p:cNvPr id="10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87" name="组合 86"/>
            <p:cNvGrpSpPr/>
            <p:nvPr/>
          </p:nvGrpSpPr>
          <p:grpSpPr>
            <a:xfrm>
              <a:off x="598941" y="6399999"/>
              <a:ext cx="1102619" cy="276499"/>
              <a:chOff x="6738929" y="2270918"/>
              <a:chExt cx="2766486" cy="693738"/>
            </a:xfrm>
            <a:grpFill/>
          </p:grpSpPr>
          <p:grpSp>
            <p:nvGrpSpPr>
              <p:cNvPr id="88" name="组合 87"/>
              <p:cNvGrpSpPr/>
              <p:nvPr/>
            </p:nvGrpSpPr>
            <p:grpSpPr>
              <a:xfrm>
                <a:off x="8180494" y="2355056"/>
                <a:ext cx="484188" cy="509588"/>
                <a:chOff x="6113463" y="3541713"/>
                <a:chExt cx="484188" cy="509588"/>
              </a:xfrm>
              <a:grpFill/>
            </p:grpSpPr>
            <p:sp>
              <p:nvSpPr>
                <p:cNvPr id="9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89" name="组合 88"/>
              <p:cNvGrpSpPr/>
              <p:nvPr/>
            </p:nvGrpSpPr>
            <p:grpSpPr>
              <a:xfrm>
                <a:off x="6738929" y="2270918"/>
                <a:ext cx="549275" cy="693738"/>
                <a:chOff x="6108700" y="2066926"/>
                <a:chExt cx="549275" cy="693738"/>
              </a:xfrm>
              <a:grpFill/>
            </p:grpSpPr>
            <p:sp>
              <p:nvSpPr>
                <p:cNvPr id="9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0" name="组合 89"/>
              <p:cNvGrpSpPr/>
              <p:nvPr/>
            </p:nvGrpSpPr>
            <p:grpSpPr>
              <a:xfrm>
                <a:off x="7532962" y="2451100"/>
                <a:ext cx="368300" cy="317500"/>
                <a:chOff x="6186488" y="2930526"/>
                <a:chExt cx="368300" cy="317500"/>
              </a:xfrm>
              <a:grpFill/>
            </p:grpSpPr>
            <p:sp>
              <p:nvSpPr>
                <p:cNvPr id="9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9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9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目录样式3-2">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screen"/>
          <a:srcRect r="20215"/>
          <a:stretch>
            <a:fillRect/>
          </a:stretch>
        </p:blipFill>
        <p:spPr>
          <a:xfrm>
            <a:off x="6592525" y="0"/>
            <a:ext cx="5609371" cy="6765696"/>
          </a:xfrm>
          <a:prstGeom prst="rect">
            <a:avLst/>
          </a:prstGeom>
        </p:spPr>
      </p:pic>
      <p:sp>
        <p:nvSpPr>
          <p:cNvPr id="63" name="任意多边形: 形状 59"/>
          <p:cNvSpPr/>
          <p:nvPr userDrawn="1"/>
        </p:nvSpPr>
        <p:spPr>
          <a:xfrm flipH="1">
            <a:off x="-1352550" y="-2"/>
            <a:ext cx="13544548" cy="1057277"/>
          </a:xfrm>
          <a:custGeom>
            <a:avLst/>
            <a:gdLst>
              <a:gd name="connsiteX0" fmla="*/ 12192000 w 12192000"/>
              <a:gd name="connsiteY0" fmla="*/ 0 h 723900"/>
              <a:gd name="connsiteX1" fmla="*/ 2755900 w 12192000"/>
              <a:gd name="connsiteY1" fmla="*/ 0 h 723900"/>
              <a:gd name="connsiteX2" fmla="*/ 4 w 12192000"/>
              <a:gd name="connsiteY2" fmla="*/ 0 h 723900"/>
              <a:gd name="connsiteX3" fmla="*/ 0 w 12192000"/>
              <a:gd name="connsiteY3" fmla="*/ 0 h 723900"/>
              <a:gd name="connsiteX4" fmla="*/ 0 w 12192000"/>
              <a:gd name="connsiteY4" fmla="*/ 723900 h 723900"/>
              <a:gd name="connsiteX5" fmla="*/ 1987354 w 12192000"/>
              <a:gd name="connsiteY5" fmla="*/ 723900 h 723900"/>
              <a:gd name="connsiteX6" fmla="*/ 2038350 w 12192000"/>
              <a:gd name="connsiteY6" fmla="*/ 717550 h 723900"/>
              <a:gd name="connsiteX7" fmla="*/ 2753650 w 12192000"/>
              <a:gd name="connsiteY7" fmla="*/ 288000 h 723900"/>
              <a:gd name="connsiteX8" fmla="*/ 12192000 w 12192000"/>
              <a:gd name="connsiteY8" fmla="*/ 288000 h 72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723900">
                <a:moveTo>
                  <a:pt x="12192000" y="0"/>
                </a:moveTo>
                <a:lnTo>
                  <a:pt x="2755900" y="0"/>
                </a:lnTo>
                <a:lnTo>
                  <a:pt x="4" y="0"/>
                </a:lnTo>
                <a:lnTo>
                  <a:pt x="0" y="0"/>
                </a:lnTo>
                <a:lnTo>
                  <a:pt x="0" y="723900"/>
                </a:lnTo>
                <a:lnTo>
                  <a:pt x="1987354" y="723900"/>
                </a:lnTo>
                <a:lnTo>
                  <a:pt x="2038350" y="717550"/>
                </a:lnTo>
                <a:cubicBezTo>
                  <a:pt x="2497291" y="642783"/>
                  <a:pt x="2432975" y="321492"/>
                  <a:pt x="2753650" y="288000"/>
                </a:cubicBezTo>
                <a:cubicBezTo>
                  <a:pt x="3074325" y="254508"/>
                  <a:pt x="9045883" y="288000"/>
                  <a:pt x="12192000" y="288000"/>
                </a:cubicBezTo>
                <a:close/>
              </a:path>
            </a:pathLst>
          </a:custGeom>
          <a:gradFill>
            <a:gsLst>
              <a:gs pos="0">
                <a:schemeClr val="accent1"/>
              </a:gs>
              <a:gs pos="100000">
                <a:schemeClr val="accent1">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64" name="图片 63"/>
          <p:cNvPicPr>
            <a:picLocks noChangeAspect="1"/>
          </p:cNvPicPr>
          <p:nvPr userDrawn="1"/>
        </p:nvPicPr>
        <p:blipFill>
          <a:blip r:embed="rId3" cstate="screen"/>
          <a:stretch>
            <a:fillRect/>
          </a:stretch>
        </p:blipFill>
        <p:spPr>
          <a:xfrm>
            <a:off x="9793498" y="249943"/>
            <a:ext cx="2025400" cy="566914"/>
          </a:xfrm>
          <a:prstGeom prst="rect">
            <a:avLst/>
          </a:prstGeom>
        </p:spPr>
      </p:pic>
      <p:sp>
        <p:nvSpPr>
          <p:cNvPr id="65" name="矩形 64"/>
          <p:cNvSpPr/>
          <p:nvPr userDrawn="1"/>
        </p:nvSpPr>
        <p:spPr>
          <a:xfrm>
            <a:off x="0" y="6188075"/>
            <a:ext cx="12192000" cy="669925"/>
          </a:xfrm>
          <a:prstGeom prst="rect">
            <a:avLst/>
          </a:prstGeom>
          <a:gradFill>
            <a:gsLst>
              <a:gs pos="0">
                <a:schemeClr val="accent4"/>
              </a:gs>
              <a:gs pos="10000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6" name="组合 65"/>
          <p:cNvGrpSpPr/>
          <p:nvPr userDrawn="1"/>
        </p:nvGrpSpPr>
        <p:grpSpPr>
          <a:xfrm>
            <a:off x="598941" y="6399999"/>
            <a:ext cx="2542613" cy="276499"/>
            <a:chOff x="598941" y="6399999"/>
            <a:chExt cx="2542613" cy="276499"/>
          </a:xfrm>
          <a:solidFill>
            <a:schemeClr val="bg1"/>
          </a:solidFill>
        </p:grpSpPr>
        <p:grpSp>
          <p:nvGrpSpPr>
            <p:cNvPr id="67" name="组合 66"/>
            <p:cNvGrpSpPr/>
            <p:nvPr/>
          </p:nvGrpSpPr>
          <p:grpSpPr>
            <a:xfrm>
              <a:off x="2055693" y="6402621"/>
              <a:ext cx="1085861" cy="270805"/>
              <a:chOff x="10340336" y="2247899"/>
              <a:chExt cx="2724438" cy="679451"/>
            </a:xfrm>
            <a:grpFill/>
          </p:grpSpPr>
          <p:sp>
            <p:nvSpPr>
              <p:cNvPr id="81"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82"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83" name="组合 82"/>
              <p:cNvGrpSpPr/>
              <p:nvPr/>
            </p:nvGrpSpPr>
            <p:grpSpPr>
              <a:xfrm>
                <a:off x="10340336" y="2247899"/>
                <a:ext cx="547688" cy="679451"/>
                <a:chOff x="5548313" y="2084388"/>
                <a:chExt cx="547688" cy="679451"/>
              </a:xfrm>
              <a:grpFill/>
            </p:grpSpPr>
            <p:sp>
              <p:nvSpPr>
                <p:cNvPr id="88"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9"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84" name="组合 83"/>
              <p:cNvGrpSpPr/>
              <p:nvPr/>
            </p:nvGrpSpPr>
            <p:grpSpPr>
              <a:xfrm>
                <a:off x="11192276" y="2400300"/>
                <a:ext cx="322175" cy="373063"/>
                <a:chOff x="3792874" y="3138488"/>
                <a:chExt cx="322175" cy="373063"/>
              </a:xfrm>
              <a:grpFill/>
            </p:grpSpPr>
            <p:sp>
              <p:nvSpPr>
                <p:cNvPr id="85"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6"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7"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68" name="组合 67"/>
            <p:cNvGrpSpPr/>
            <p:nvPr/>
          </p:nvGrpSpPr>
          <p:grpSpPr>
            <a:xfrm>
              <a:off x="598941" y="6399999"/>
              <a:ext cx="1102619" cy="276499"/>
              <a:chOff x="6738929" y="2270918"/>
              <a:chExt cx="2766486" cy="693738"/>
            </a:xfrm>
            <a:grpFill/>
          </p:grpSpPr>
          <p:grpSp>
            <p:nvGrpSpPr>
              <p:cNvPr id="69" name="组合 68"/>
              <p:cNvGrpSpPr/>
              <p:nvPr/>
            </p:nvGrpSpPr>
            <p:grpSpPr>
              <a:xfrm>
                <a:off x="8180494" y="2355056"/>
                <a:ext cx="484188" cy="509588"/>
                <a:chOff x="6113463" y="3541713"/>
                <a:chExt cx="484188" cy="509588"/>
              </a:xfrm>
              <a:grpFill/>
            </p:grpSpPr>
            <p:sp>
              <p:nvSpPr>
                <p:cNvPr id="79"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0"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0" name="组合 69"/>
              <p:cNvGrpSpPr/>
              <p:nvPr/>
            </p:nvGrpSpPr>
            <p:grpSpPr>
              <a:xfrm>
                <a:off x="6738929" y="2270918"/>
                <a:ext cx="549275" cy="693738"/>
                <a:chOff x="6108700" y="2066926"/>
                <a:chExt cx="549275" cy="693738"/>
              </a:xfrm>
              <a:grpFill/>
            </p:grpSpPr>
            <p:sp>
              <p:nvSpPr>
                <p:cNvPr id="77"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78"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1" name="组合 70"/>
              <p:cNvGrpSpPr/>
              <p:nvPr/>
            </p:nvGrpSpPr>
            <p:grpSpPr>
              <a:xfrm>
                <a:off x="7532962" y="2451100"/>
                <a:ext cx="368300" cy="317500"/>
                <a:chOff x="6186488" y="2930526"/>
                <a:chExt cx="368300" cy="317500"/>
              </a:xfrm>
              <a:grpFill/>
            </p:grpSpPr>
            <p:sp>
              <p:nvSpPr>
                <p:cNvPr id="74"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75"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76"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72"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73"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目录样式5">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cstate="screen"/>
          <a:srcRect r="30571" b="46397"/>
          <a:stretch>
            <a:fillRect/>
          </a:stretch>
        </p:blipFill>
        <p:spPr>
          <a:xfrm>
            <a:off x="9019185" y="4400550"/>
            <a:ext cx="3194586" cy="2469325"/>
          </a:xfrm>
          <a:prstGeom prst="rect">
            <a:avLst/>
          </a:prstGeom>
        </p:spPr>
      </p:pic>
      <p:pic>
        <p:nvPicPr>
          <p:cNvPr id="8" name="图片 7"/>
          <p:cNvPicPr>
            <a:picLocks noChangeAspect="1"/>
          </p:cNvPicPr>
          <p:nvPr userDrawn="1"/>
        </p:nvPicPr>
        <p:blipFill rotWithShape="1">
          <a:blip r:embed="rId3" cstate="screen"/>
          <a:srcRect t="-74" b="12515"/>
          <a:stretch>
            <a:fillRect/>
          </a:stretch>
        </p:blipFill>
        <p:spPr>
          <a:xfrm>
            <a:off x="0" y="0"/>
            <a:ext cx="12191999" cy="4400550"/>
          </a:xfrm>
          <a:prstGeom prst="rect">
            <a:avLst/>
          </a:prstGeom>
        </p:spPr>
      </p:pic>
      <p:sp>
        <p:nvSpPr>
          <p:cNvPr id="9" name="矩形 8"/>
          <p:cNvSpPr/>
          <p:nvPr userDrawn="1"/>
        </p:nvSpPr>
        <p:spPr>
          <a:xfrm>
            <a:off x="0" y="4398806"/>
            <a:ext cx="12192001" cy="196858"/>
          </a:xfrm>
          <a:prstGeom prst="rect">
            <a:avLst/>
          </a:prstGeom>
          <a:solidFill>
            <a:schemeClr val="accent4"/>
          </a:solidFill>
          <a:ln>
            <a:noFill/>
          </a:ln>
          <a:effectLst>
            <a:outerShdw blurRad="127000" dist="63500" dir="5400000" algn="t" rotWithShape="0">
              <a:prstClr val="black">
                <a:alpha val="2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userDrawn="1"/>
        </p:nvSpPr>
        <p:spPr>
          <a:xfrm>
            <a:off x="0" y="0"/>
            <a:ext cx="12192001" cy="4400550"/>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p:cNvPicPr>
            <a:picLocks noChangeAspect="1"/>
          </p:cNvPicPr>
          <p:nvPr userDrawn="1"/>
        </p:nvPicPr>
        <p:blipFill>
          <a:blip r:embed="rId4" cstate="screen"/>
          <a:stretch>
            <a:fillRect/>
          </a:stretch>
        </p:blipFill>
        <p:spPr>
          <a:xfrm>
            <a:off x="9701847" y="142154"/>
            <a:ext cx="2242503" cy="627682"/>
          </a:xfrm>
          <a:prstGeom prst="rect">
            <a:avLst/>
          </a:prstGeom>
        </p:spPr>
      </p:pic>
      <p:pic>
        <p:nvPicPr>
          <p:cNvPr id="14" name="图片 13"/>
          <p:cNvPicPr>
            <a:picLocks noChangeAspect="1"/>
          </p:cNvPicPr>
          <p:nvPr userDrawn="1"/>
        </p:nvPicPr>
        <p:blipFill rotWithShape="1">
          <a:blip r:embed="rId3" cstate="screen"/>
          <a:srcRect t="-74" b="12515"/>
          <a:stretch>
            <a:fillRect/>
          </a:stretch>
        </p:blipFill>
        <p:spPr>
          <a:xfrm>
            <a:off x="0" y="0"/>
            <a:ext cx="12191999" cy="4400550"/>
          </a:xfrm>
          <a:prstGeom prst="rect">
            <a:avLst/>
          </a:prstGeom>
        </p:spPr>
      </p:pic>
      <p:sp>
        <p:nvSpPr>
          <p:cNvPr id="15" name="矩形 14"/>
          <p:cNvSpPr/>
          <p:nvPr userDrawn="1"/>
        </p:nvSpPr>
        <p:spPr>
          <a:xfrm>
            <a:off x="0" y="0"/>
            <a:ext cx="12192001" cy="4400550"/>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userDrawn="1"/>
        </p:nvCxnSpPr>
        <p:spPr>
          <a:xfrm>
            <a:off x="-71956" y="4398806"/>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图片 16"/>
          <p:cNvPicPr>
            <a:picLocks noChangeAspect="1"/>
          </p:cNvPicPr>
          <p:nvPr userDrawn="1"/>
        </p:nvPicPr>
        <p:blipFill>
          <a:blip r:embed="rId4" cstate="screen"/>
          <a:stretch>
            <a:fillRect/>
          </a:stretch>
        </p:blipFill>
        <p:spPr>
          <a:xfrm>
            <a:off x="9701847" y="142154"/>
            <a:ext cx="2242503" cy="627682"/>
          </a:xfrm>
          <a:prstGeom prst="rect">
            <a:avLst/>
          </a:prstGeom>
        </p:spPr>
      </p:pic>
      <p:sp>
        <p:nvSpPr>
          <p:cNvPr id="18" name="矩形: 圆角 162"/>
          <p:cNvSpPr/>
          <p:nvPr userDrawn="1"/>
        </p:nvSpPr>
        <p:spPr>
          <a:xfrm>
            <a:off x="1664486" y="3107981"/>
            <a:ext cx="8945408" cy="3014890"/>
          </a:xfrm>
          <a:prstGeom prst="roundRect">
            <a:avLst>
              <a:gd name="adj" fmla="val 3205"/>
            </a:avLst>
          </a:prstGeom>
          <a:solidFill>
            <a:sysClr val="window" lastClr="FFFFFF">
              <a:alpha val="80000"/>
            </a:sys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2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ea typeface="微软雅黑" panose="020B0503020204020204" pitchFamily="34" charset="-122"/>
              <a:cs typeface="+mn-ea"/>
              <a:sym typeface="+mn-lt"/>
            </a:endParaRPr>
          </a:p>
        </p:txBody>
      </p:sp>
      <p:sp>
        <p:nvSpPr>
          <p:cNvPr id="19" name="矩形: 圆角 163"/>
          <p:cNvSpPr/>
          <p:nvPr userDrawn="1"/>
        </p:nvSpPr>
        <p:spPr>
          <a:xfrm>
            <a:off x="1463942" y="3222979"/>
            <a:ext cx="9346497" cy="2899892"/>
          </a:xfrm>
          <a:prstGeom prst="roundRect">
            <a:avLst>
              <a:gd name="adj" fmla="val 3205"/>
            </a:avLst>
          </a:prstGeom>
          <a:solidFill>
            <a:sysClr val="window" lastClr="FFFFFF">
              <a:alpha val="94000"/>
            </a:sys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2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ea typeface="微软雅黑" panose="020B0503020204020204" pitchFamily="34" charset="-122"/>
              <a:cs typeface="+mn-ea"/>
              <a:sym typeface="+mn-lt"/>
            </a:endParaRPr>
          </a:p>
        </p:txBody>
      </p:sp>
      <p:sp>
        <p:nvSpPr>
          <p:cNvPr id="20" name="矩形: 圆角 164"/>
          <p:cNvSpPr/>
          <p:nvPr userDrawn="1"/>
        </p:nvSpPr>
        <p:spPr>
          <a:xfrm>
            <a:off x="1200150" y="3365257"/>
            <a:ext cx="9791700" cy="2757614"/>
          </a:xfrm>
          <a:prstGeom prst="roundRect">
            <a:avLst>
              <a:gd name="adj" fmla="val 3205"/>
            </a:avLst>
          </a:prstGeom>
          <a:gradFill flip="none" rotWithShape="1">
            <a:gsLst>
              <a:gs pos="0">
                <a:sysClr val="window" lastClr="FFFFFF"/>
              </a:gs>
              <a:gs pos="100000">
                <a:srgbClr val="F8F8F8"/>
              </a:gs>
            </a:gsLst>
            <a:lin ang="5400000" scaled="1"/>
            <a:tileRect/>
          </a:gradFill>
          <a:ln w="12700" cap="flat" cmpd="sng" algn="ctr">
            <a:noFill/>
            <a:prstDash val="solid"/>
            <a:miter lim="800000"/>
          </a:ln>
          <a:effectLst>
            <a:outerShdw blurRad="317500" sx="102000" sy="102000" algn="ctr" rotWithShape="0">
              <a:sysClr val="window" lastClr="FFFFFF">
                <a:lumMod val="75000"/>
                <a:alpha val="40000"/>
              </a:sysClr>
            </a:outerShdw>
          </a:effectLst>
        </p:spPr>
        <p:txBody>
          <a:bodyPr rot="0" spcFirstLastPara="0" vertOverflow="overflow" horzOverflow="overflow" vert="horz" wrap="square" lIns="540000" tIns="72000" rIns="540000" bIns="72000" numCol="1" spcCol="0" rtlCol="0" fromWordArt="0" anchor="ctr" anchorCtr="0" forceAA="0" compatLnSpc="1">
            <a:noAutofit/>
          </a:bodyPr>
          <a:lstStyle/>
          <a:p>
            <a:pPr marL="0" marR="0" lvl="0" indent="457200" defTabSz="914400" eaLnBrk="1" fontAlgn="auto" latinLnBrk="0" hangingPunct="1">
              <a:lnSpc>
                <a:spcPct val="12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black"/>
              </a:solidFill>
              <a:effectLst/>
              <a:uLnTx/>
              <a:uFillTx/>
              <a:latin typeface="Arial" panose="020B0604020202020204"/>
              <a:ea typeface="微软雅黑" panose="020B0503020204020204" pitchFamily="34" charset="-122"/>
              <a:cs typeface="+mn-ea"/>
              <a:sym typeface="+mn-lt"/>
            </a:endParaRPr>
          </a:p>
        </p:txBody>
      </p:sp>
    </p:spTree>
  </p:cSld>
  <p:clrMapOvr>
    <a:masterClrMapping/>
  </p:clrMapOvr>
  <p:transition spd="med">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目录样式6-1">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cstate="screen"/>
          <a:srcRect l="29063" r="32938"/>
          <a:stretch>
            <a:fillRect/>
          </a:stretch>
        </p:blipFill>
        <p:spPr>
          <a:xfrm>
            <a:off x="0" y="0"/>
            <a:ext cx="3914775" cy="6857999"/>
          </a:xfrm>
          <a:prstGeom prst="rect">
            <a:avLst/>
          </a:prstGeom>
        </p:spPr>
      </p:pic>
      <p:sp>
        <p:nvSpPr>
          <p:cNvPr id="13" name="矩形 12"/>
          <p:cNvSpPr/>
          <p:nvPr userDrawn="1"/>
        </p:nvSpPr>
        <p:spPr>
          <a:xfrm>
            <a:off x="0" y="1"/>
            <a:ext cx="3914775" cy="6857999"/>
          </a:xfrm>
          <a:prstGeom prst="rect">
            <a:avLst/>
          </a:prstGeom>
          <a:solidFill>
            <a:schemeClr val="accent1">
              <a:alpha val="7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userDrawn="1"/>
        </p:nvSpPr>
        <p:spPr>
          <a:xfrm>
            <a:off x="0" y="0"/>
            <a:ext cx="3914774" cy="6858000"/>
          </a:xfrm>
          <a:prstGeom prst="rect">
            <a:avLst/>
          </a:prstGeom>
          <a:gradFill flip="none" rotWithShape="1">
            <a:gsLst>
              <a:gs pos="25000">
                <a:schemeClr val="accent1">
                  <a:alpha val="0"/>
                </a:schemeClr>
              </a:gs>
              <a:gs pos="100000">
                <a:schemeClr val="accent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userDrawn="1"/>
        </p:nvCxnSpPr>
        <p:spPr>
          <a:xfrm>
            <a:off x="3960456" y="0"/>
            <a:ext cx="0" cy="685800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1" name="组合 20"/>
          <p:cNvGrpSpPr/>
          <p:nvPr userDrawn="1"/>
        </p:nvGrpSpPr>
        <p:grpSpPr>
          <a:xfrm>
            <a:off x="3961505" y="2797003"/>
            <a:ext cx="122686" cy="1263995"/>
            <a:chOff x="4630742" y="2258287"/>
            <a:chExt cx="122686" cy="1263995"/>
          </a:xfrm>
          <a:solidFill>
            <a:schemeClr val="accent4"/>
          </a:solidFill>
        </p:grpSpPr>
        <p:sp>
          <p:nvSpPr>
            <p:cNvPr id="22" name="等腰三角形 21"/>
            <p:cNvSpPr/>
            <p:nvPr/>
          </p:nvSpPr>
          <p:spPr>
            <a:xfrm rot="5400000">
              <a:off x="4620926" y="2839164"/>
              <a:ext cx="142318" cy="122686"/>
            </a:xfrm>
            <a:prstGeom prst="triangle">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直接连接符 22"/>
            <p:cNvCxnSpPr/>
            <p:nvPr/>
          </p:nvCxnSpPr>
          <p:spPr>
            <a:xfrm>
              <a:off x="4630742" y="2258287"/>
              <a:ext cx="0" cy="1263995"/>
            </a:xfrm>
            <a:prstGeom prst="line">
              <a:avLst/>
            </a:prstGeom>
            <a:grpFill/>
            <a:ln w="38100">
              <a:solidFill>
                <a:schemeClr val="accent4"/>
              </a:solidFill>
            </a:ln>
          </p:spPr>
          <p:style>
            <a:lnRef idx="1">
              <a:schemeClr val="accent1"/>
            </a:lnRef>
            <a:fillRef idx="0">
              <a:schemeClr val="accent1"/>
            </a:fillRef>
            <a:effectRef idx="0">
              <a:schemeClr val="accent1"/>
            </a:effectRef>
            <a:fontRef idx="minor">
              <a:schemeClr val="tx1"/>
            </a:fontRef>
          </p:style>
        </p:cxnSp>
      </p:grpSp>
      <p:cxnSp>
        <p:nvCxnSpPr>
          <p:cNvPr id="42" name="直接连接符 41"/>
          <p:cNvCxnSpPr/>
          <p:nvPr userDrawn="1"/>
        </p:nvCxnSpPr>
        <p:spPr>
          <a:xfrm>
            <a:off x="1053541" y="2793542"/>
            <a:ext cx="172703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3" name="矩形 42"/>
          <p:cNvSpPr/>
          <p:nvPr userDrawn="1"/>
        </p:nvSpPr>
        <p:spPr>
          <a:xfrm>
            <a:off x="846867" y="2752385"/>
            <a:ext cx="2197100" cy="923330"/>
          </a:xfrm>
          <a:prstGeom prst="rect">
            <a:avLst/>
          </a:prstGeom>
        </p:spPr>
        <p:txBody>
          <a:bodyPr wrap="square">
            <a:spAutoFit/>
          </a:bodyPr>
          <a:lstStyle/>
          <a:p>
            <a:pPr lvl="0" algn="dist"/>
            <a:r>
              <a:rPr lang="zh-CN" altLang="en-US" sz="5400" spc="600" dirty="0">
                <a:solidFill>
                  <a:schemeClr val="bg1"/>
                </a:solidFill>
                <a:latin typeface="+mn-ea"/>
                <a:ea typeface="+mn-ea"/>
              </a:rPr>
              <a:t>目录</a:t>
            </a:r>
          </a:p>
        </p:txBody>
      </p:sp>
      <p:sp>
        <p:nvSpPr>
          <p:cNvPr id="44" name="矩形 43"/>
          <p:cNvSpPr/>
          <p:nvPr userDrawn="1"/>
        </p:nvSpPr>
        <p:spPr>
          <a:xfrm>
            <a:off x="963806" y="3595872"/>
            <a:ext cx="1906502" cy="461665"/>
          </a:xfrm>
          <a:prstGeom prst="rect">
            <a:avLst/>
          </a:prstGeom>
        </p:spPr>
        <p:txBody>
          <a:bodyPr wrap="square">
            <a:spAutoFit/>
          </a:bodyPr>
          <a:lstStyle/>
          <a:p>
            <a:pPr lvl="0" algn="dist"/>
            <a:r>
              <a:rPr lang="en-US" altLang="zh-CN" sz="2400" dirty="0">
                <a:solidFill>
                  <a:schemeClr val="bg1"/>
                </a:solidFill>
              </a:rPr>
              <a:t>CONTENTS</a:t>
            </a:r>
          </a:p>
        </p:txBody>
      </p:sp>
      <p:cxnSp>
        <p:nvCxnSpPr>
          <p:cNvPr id="45" name="直接连接符 44"/>
          <p:cNvCxnSpPr/>
          <p:nvPr userDrawn="1"/>
        </p:nvCxnSpPr>
        <p:spPr>
          <a:xfrm>
            <a:off x="1053541" y="4060998"/>
            <a:ext cx="172703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userDrawn="1"/>
        </p:nvPicPr>
        <p:blipFill>
          <a:blip r:embed="rId3" cstate="screen"/>
          <a:stretch>
            <a:fillRect/>
          </a:stretch>
        </p:blipFill>
        <p:spPr>
          <a:xfrm>
            <a:off x="1064854" y="2218510"/>
            <a:ext cx="1715719" cy="480234"/>
          </a:xfrm>
          <a:prstGeom prst="rect">
            <a:avLst/>
          </a:prstGeom>
        </p:spPr>
      </p:pic>
      <p:pic>
        <p:nvPicPr>
          <p:cNvPr id="6" name="图片 5"/>
          <p:cNvPicPr>
            <a:picLocks noChangeAspect="1"/>
          </p:cNvPicPr>
          <p:nvPr userDrawn="1"/>
        </p:nvPicPr>
        <p:blipFill rotWithShape="1">
          <a:blip r:embed="rId4" cstate="screen"/>
          <a:srcRect r="15912" b="16285"/>
          <a:stretch>
            <a:fillRect/>
          </a:stretch>
        </p:blipFill>
        <p:spPr>
          <a:xfrm>
            <a:off x="7258050" y="1942165"/>
            <a:ext cx="4949784" cy="4933648"/>
          </a:xfrm>
          <a:prstGeom prst="rect">
            <a:avLst/>
          </a:prstGeom>
        </p:spPr>
      </p:pic>
    </p:spTree>
  </p:cSld>
  <p:clrMapOvr>
    <a:masterClrMapping/>
  </p:clrMapOvr>
  <p:transition spd="med">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目录样式6-2">
    <p:bg>
      <p:bgPr>
        <a:gradFill>
          <a:gsLst>
            <a:gs pos="25000">
              <a:schemeClr val="accent1">
                <a:alpha val="0"/>
              </a:schemeClr>
            </a:gs>
            <a:gs pos="100000">
              <a:schemeClr val="accent1"/>
            </a:gs>
          </a:gsLst>
          <a:lin ang="0" scaled="1"/>
        </a:gradFill>
        <a:effectLst/>
      </p:bgPr>
    </p:bg>
    <p:spTree>
      <p:nvGrpSpPr>
        <p:cNvPr id="1" name=""/>
        <p:cNvGrpSpPr/>
        <p:nvPr/>
      </p:nvGrpSpPr>
      <p:grpSpPr>
        <a:xfrm>
          <a:off x="0" y="0"/>
          <a:ext cx="0" cy="0"/>
          <a:chOff x="0" y="0"/>
          <a:chExt cx="0" cy="0"/>
        </a:xfrm>
      </p:grpSpPr>
      <p:sp>
        <p:nvSpPr>
          <p:cNvPr id="8" name="矩形 7"/>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3" name="图片 2"/>
          <p:cNvPicPr>
            <a:picLocks noChangeAspect="1"/>
          </p:cNvPicPr>
          <p:nvPr userDrawn="1"/>
        </p:nvPicPr>
        <p:blipFill>
          <a:blip r:embed="rId2" cstate="screen"/>
          <a:stretch>
            <a:fillRect/>
          </a:stretch>
        </p:blipFill>
        <p:spPr>
          <a:xfrm>
            <a:off x="6943725" y="493231"/>
            <a:ext cx="5251028" cy="5254131"/>
          </a:xfrm>
          <a:prstGeom prst="rect">
            <a:avLst/>
          </a:prstGeom>
        </p:spPr>
      </p:pic>
      <p:sp>
        <p:nvSpPr>
          <p:cNvPr id="10" name="矩形 9"/>
          <p:cNvSpPr/>
          <p:nvPr userDrawn="1"/>
        </p:nvSpPr>
        <p:spPr>
          <a:xfrm>
            <a:off x="6943725" y="0"/>
            <a:ext cx="5248273"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矩形 119"/>
          <p:cNvSpPr/>
          <p:nvPr userDrawn="1"/>
        </p:nvSpPr>
        <p:spPr>
          <a:xfrm>
            <a:off x="660400" y="6054314"/>
            <a:ext cx="2014538" cy="14384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占位符 15"/>
          <p:cNvSpPr>
            <a:spLocks noGrp="1"/>
          </p:cNvSpPr>
          <p:nvPr>
            <p:ph type="body" sz="quarter" idx="12" hasCustomPrompt="1"/>
          </p:nvPr>
        </p:nvSpPr>
        <p:spPr>
          <a:xfrm>
            <a:off x="510342" y="982400"/>
            <a:ext cx="3551237" cy="606922"/>
          </a:xfrm>
          <a:prstGeom prst="rect">
            <a:avLst/>
          </a:prstGeom>
        </p:spPr>
        <p:txBody>
          <a:bodyPr/>
          <a:lstStyle>
            <a:lvl1pPr marL="0" indent="0">
              <a:buNone/>
              <a:defRPr sz="3200" spc="100">
                <a:solidFill>
                  <a:schemeClr val="bg1"/>
                </a:solidFill>
                <a:latin typeface="微软雅黑" panose="020B0503020204020204" pitchFamily="34" charset="-122"/>
                <a:ea typeface="微软雅黑" panose="020B0503020204020204" pitchFamily="34" charset="-122"/>
              </a:defRPr>
            </a:lvl1pPr>
          </a:lstStyle>
          <a:p>
            <a:pPr lvl="0"/>
            <a:r>
              <a:rPr lang="zh-CN" altLang="en-US" dirty="0"/>
              <a:t>第几部分 ▶</a:t>
            </a:r>
          </a:p>
        </p:txBody>
      </p:sp>
      <p:sp>
        <p:nvSpPr>
          <p:cNvPr id="122" name="文本占位符 15"/>
          <p:cNvSpPr>
            <a:spLocks noGrp="1"/>
          </p:cNvSpPr>
          <p:nvPr>
            <p:ph type="body" sz="quarter" idx="13" hasCustomPrompt="1"/>
          </p:nvPr>
        </p:nvSpPr>
        <p:spPr>
          <a:xfrm>
            <a:off x="510342" y="2742089"/>
            <a:ext cx="7197752" cy="606922"/>
          </a:xfrm>
          <a:prstGeom prst="rect">
            <a:avLst/>
          </a:prstGeom>
        </p:spPr>
        <p:txBody>
          <a:bodyPr/>
          <a:lstStyle>
            <a:lvl1pPr marL="0" indent="0">
              <a:buNone/>
              <a:defRPr sz="4400" spc="100" baseline="0">
                <a:solidFill>
                  <a:schemeClr val="bg1"/>
                </a:solidFill>
                <a:latin typeface="微软雅黑" panose="020B0503020204020204" pitchFamily="34" charset="-122"/>
                <a:ea typeface="微软雅黑" panose="020B0503020204020204" pitchFamily="34" charset="-122"/>
              </a:defRPr>
            </a:lvl1pPr>
          </a:lstStyle>
          <a:p>
            <a:pPr lvl="0"/>
            <a:r>
              <a:rPr lang="zh-CN" altLang="en-US" dirty="0"/>
              <a:t>请在此处添加你的标题</a:t>
            </a:r>
          </a:p>
        </p:txBody>
      </p:sp>
      <p:sp>
        <p:nvSpPr>
          <p:cNvPr id="123" name="文本占位符 15"/>
          <p:cNvSpPr>
            <a:spLocks noGrp="1"/>
          </p:cNvSpPr>
          <p:nvPr>
            <p:ph type="body" sz="quarter" idx="14" hasCustomPrompt="1"/>
          </p:nvPr>
        </p:nvSpPr>
        <p:spPr>
          <a:xfrm>
            <a:off x="561172" y="3837713"/>
            <a:ext cx="7146922" cy="1522912"/>
          </a:xfrm>
          <a:prstGeom prst="rect">
            <a:avLst/>
          </a:prstGeom>
        </p:spPr>
        <p:txBody>
          <a:bodyPr/>
          <a:lstStyle>
            <a:lvl1pPr marL="285750" indent="-285750">
              <a:lnSpc>
                <a:spcPct val="120000"/>
              </a:lnSpc>
              <a:buFont typeface="Arial" panose="020B0604020202020204" pitchFamily="34" charset="0"/>
              <a:buChar char="•"/>
              <a:defRPr sz="1400" spc="100" baseline="0">
                <a:solidFill>
                  <a:schemeClr val="bg1"/>
                </a:solidFill>
                <a:latin typeface="+mn-ea"/>
                <a:ea typeface="+mn-ea"/>
              </a:defRPr>
            </a:lvl1pPr>
          </a:lstStyle>
          <a:p>
            <a:pPr lvl="0"/>
            <a:r>
              <a:rPr lang="zh-CN" altLang="en-US" dirty="0"/>
              <a:t>这里可以写一点点文字，介绍此章节主要内容</a:t>
            </a:r>
            <a:endParaRPr lang="en-US" altLang="zh-CN" dirty="0"/>
          </a:p>
          <a:p>
            <a:pPr lvl="0"/>
            <a:r>
              <a:rPr lang="zh-CN" altLang="en-US" dirty="0"/>
              <a:t>国外现状</a:t>
            </a:r>
            <a:endParaRPr lang="en-US" altLang="zh-CN" dirty="0"/>
          </a:p>
          <a:p>
            <a:pPr lvl="0"/>
            <a:r>
              <a:rPr lang="zh-CN" altLang="en-US" dirty="0"/>
              <a:t>国内现状</a:t>
            </a:r>
            <a:endParaRPr lang="en-US" altLang="zh-CN" dirty="0"/>
          </a:p>
          <a:p>
            <a:pPr lvl="0"/>
            <a:r>
              <a:rPr lang="en-US" altLang="zh-CN" dirty="0"/>
              <a:t>…</a:t>
            </a:r>
          </a:p>
          <a:p>
            <a:pPr lvl="0"/>
            <a:endParaRPr lang="zh-CN" altLang="en-US" dirty="0"/>
          </a:p>
        </p:txBody>
      </p:sp>
      <p:sp>
        <p:nvSpPr>
          <p:cNvPr id="2" name="矩形 1"/>
          <p:cNvSpPr/>
          <p:nvPr userDrawn="1"/>
        </p:nvSpPr>
        <p:spPr>
          <a:xfrm>
            <a:off x="0" y="6167300"/>
            <a:ext cx="12192000" cy="690700"/>
          </a:xfrm>
          <a:prstGeom prst="rect">
            <a:avLst/>
          </a:prstGeom>
          <a:solidFill>
            <a:schemeClr val="bg1"/>
          </a:solidFill>
          <a:ln>
            <a:noFill/>
          </a:ln>
          <a:effectLst>
            <a:outerShdw blurRad="381000"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lnSpc>
                <a:spcPct val="130000"/>
              </a:lnSpc>
            </a:pPr>
            <a:endParaRPr lang="zh-CN" altLang="en-US">
              <a:cs typeface="+mn-ea"/>
            </a:endParaRPr>
          </a:p>
        </p:txBody>
      </p:sp>
      <p:grpSp>
        <p:nvGrpSpPr>
          <p:cNvPr id="115" name="组合 114"/>
          <p:cNvGrpSpPr/>
          <p:nvPr userDrawn="1"/>
        </p:nvGrpSpPr>
        <p:grpSpPr>
          <a:xfrm>
            <a:off x="684666" y="6423435"/>
            <a:ext cx="1915659" cy="208321"/>
            <a:chOff x="598941" y="6399999"/>
            <a:chExt cx="2542613" cy="276499"/>
          </a:xfrm>
          <a:solidFill>
            <a:schemeClr val="accent3"/>
          </a:solidFill>
        </p:grpSpPr>
        <p:grpSp>
          <p:nvGrpSpPr>
            <p:cNvPr id="117" name="组合 116"/>
            <p:cNvGrpSpPr/>
            <p:nvPr/>
          </p:nvGrpSpPr>
          <p:grpSpPr>
            <a:xfrm>
              <a:off x="2055693" y="6402621"/>
              <a:ext cx="1085861" cy="270805"/>
              <a:chOff x="10340336" y="2247899"/>
              <a:chExt cx="2724438" cy="679451"/>
            </a:xfrm>
            <a:grpFill/>
          </p:grpSpPr>
          <p:sp>
            <p:nvSpPr>
              <p:cNvPr id="134"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135"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136" name="组合 135"/>
              <p:cNvGrpSpPr/>
              <p:nvPr/>
            </p:nvGrpSpPr>
            <p:grpSpPr>
              <a:xfrm>
                <a:off x="10340336" y="2247899"/>
                <a:ext cx="547688" cy="679451"/>
                <a:chOff x="5548313" y="2084388"/>
                <a:chExt cx="547688" cy="679451"/>
              </a:xfrm>
              <a:grpFill/>
            </p:grpSpPr>
            <p:sp>
              <p:nvSpPr>
                <p:cNvPr id="141"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2"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37" name="组合 136"/>
              <p:cNvGrpSpPr/>
              <p:nvPr/>
            </p:nvGrpSpPr>
            <p:grpSpPr>
              <a:xfrm>
                <a:off x="11192276" y="2400300"/>
                <a:ext cx="322175" cy="373063"/>
                <a:chOff x="3792874" y="3138488"/>
                <a:chExt cx="322175" cy="373063"/>
              </a:xfrm>
              <a:grpFill/>
            </p:grpSpPr>
            <p:sp>
              <p:nvSpPr>
                <p:cNvPr id="138"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39"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0"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18" name="组合 117"/>
            <p:cNvGrpSpPr/>
            <p:nvPr/>
          </p:nvGrpSpPr>
          <p:grpSpPr>
            <a:xfrm>
              <a:off x="598941" y="6399999"/>
              <a:ext cx="1102619" cy="276499"/>
              <a:chOff x="6738929" y="2270918"/>
              <a:chExt cx="2766486" cy="693738"/>
            </a:xfrm>
            <a:grpFill/>
          </p:grpSpPr>
          <p:grpSp>
            <p:nvGrpSpPr>
              <p:cNvPr id="119" name="组合 118"/>
              <p:cNvGrpSpPr/>
              <p:nvPr/>
            </p:nvGrpSpPr>
            <p:grpSpPr>
              <a:xfrm>
                <a:off x="8180494" y="2355056"/>
                <a:ext cx="484188" cy="509588"/>
                <a:chOff x="6113463" y="3541713"/>
                <a:chExt cx="484188" cy="509588"/>
              </a:xfrm>
              <a:grpFill/>
            </p:grpSpPr>
            <p:sp>
              <p:nvSpPr>
                <p:cNvPr id="132"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33"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1" name="组合 120"/>
              <p:cNvGrpSpPr/>
              <p:nvPr/>
            </p:nvGrpSpPr>
            <p:grpSpPr>
              <a:xfrm>
                <a:off x="6738929" y="2270918"/>
                <a:ext cx="549275" cy="693738"/>
                <a:chOff x="6108700" y="2066926"/>
                <a:chExt cx="549275" cy="693738"/>
              </a:xfrm>
              <a:grpFill/>
            </p:grpSpPr>
            <p:sp>
              <p:nvSpPr>
                <p:cNvPr id="130"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31"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4" name="组合 123"/>
              <p:cNvGrpSpPr/>
              <p:nvPr/>
            </p:nvGrpSpPr>
            <p:grpSpPr>
              <a:xfrm>
                <a:off x="7532962" y="2451100"/>
                <a:ext cx="368300" cy="317500"/>
                <a:chOff x="6186488" y="2930526"/>
                <a:chExt cx="368300" cy="317500"/>
              </a:xfrm>
              <a:grpFill/>
            </p:grpSpPr>
            <p:sp>
              <p:nvSpPr>
                <p:cNvPr id="127"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28"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29"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25"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126"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143" name="图片 142"/>
          <p:cNvPicPr>
            <a:picLocks noChangeAspect="1"/>
          </p:cNvPicPr>
          <p:nvPr userDrawn="1"/>
        </p:nvPicPr>
        <p:blipFill>
          <a:blip r:embed="rId3" cstate="screen"/>
          <a:stretch>
            <a:fillRect/>
          </a:stretch>
        </p:blipFill>
        <p:spPr>
          <a:xfrm>
            <a:off x="10203766" y="6386257"/>
            <a:ext cx="1257421" cy="276480"/>
          </a:xfrm>
          <a:prstGeom prst="rect">
            <a:avLst/>
          </a:prstGeom>
        </p:spPr>
      </p:pic>
    </p:spTree>
  </p:cSld>
  <p:clrMapOvr>
    <a:masterClrMapping/>
  </p:clrMapOvr>
  <p:transition spd="med">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目录样式7-1">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screen"/>
          <a:srcRect t="-74" b="196"/>
          <a:stretch>
            <a:fillRect/>
          </a:stretch>
        </p:blipFill>
        <p:spPr>
          <a:xfrm>
            <a:off x="0" y="-1"/>
            <a:ext cx="12191999" cy="5019675"/>
          </a:xfrm>
          <a:prstGeom prst="rect">
            <a:avLst/>
          </a:prstGeom>
        </p:spPr>
      </p:pic>
      <p:sp>
        <p:nvSpPr>
          <p:cNvPr id="5" name="矩形 4"/>
          <p:cNvSpPr/>
          <p:nvPr userDrawn="1"/>
        </p:nvSpPr>
        <p:spPr>
          <a:xfrm>
            <a:off x="0" y="5019674"/>
            <a:ext cx="12192001" cy="1838326"/>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0" y="0"/>
            <a:ext cx="12192001" cy="5019674"/>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73461" y="5009909"/>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矩形 8"/>
          <p:cNvSpPr/>
          <p:nvPr userDrawn="1"/>
        </p:nvSpPr>
        <p:spPr>
          <a:xfrm>
            <a:off x="2041996" y="3927615"/>
            <a:ext cx="8108006" cy="2164588"/>
          </a:xfrm>
          <a:prstGeom prst="rect">
            <a:avLst/>
          </a:prstGeom>
          <a:solidFill>
            <a:sysClr val="window" lastClr="FFFFFF"/>
          </a:solidFill>
          <a:ln w="76200" cap="flat" cmpd="sng" algn="ctr">
            <a:solidFill>
              <a:schemeClr val="accent3">
                <a:lumMod val="20000"/>
                <a:lumOff val="80000"/>
              </a:schemeClr>
            </a:solid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4" name="图片 3"/>
          <p:cNvPicPr>
            <a:picLocks noChangeAspect="1"/>
          </p:cNvPicPr>
          <p:nvPr userDrawn="1"/>
        </p:nvPicPr>
        <p:blipFill>
          <a:blip r:embed="rId3" cstate="screen"/>
          <a:stretch>
            <a:fillRect/>
          </a:stretch>
        </p:blipFill>
        <p:spPr>
          <a:xfrm>
            <a:off x="4554764" y="1532412"/>
            <a:ext cx="3082473" cy="862791"/>
          </a:xfrm>
          <a:prstGeom prst="rect">
            <a:avLst/>
          </a:prstGeom>
        </p:spPr>
      </p:pic>
    </p:spTree>
  </p:cSld>
  <p:clrMapOvr>
    <a:masterClrMapping/>
  </p:clrMapOvr>
  <p:transition spd="med">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目录样式7-2">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screen"/>
          <a:srcRect t="-74" b="196"/>
          <a:stretch>
            <a:fillRect/>
          </a:stretch>
        </p:blipFill>
        <p:spPr>
          <a:xfrm>
            <a:off x="0" y="-1"/>
            <a:ext cx="12191999" cy="5019675"/>
          </a:xfrm>
          <a:prstGeom prst="rect">
            <a:avLst/>
          </a:prstGeom>
        </p:spPr>
      </p:pic>
      <p:sp>
        <p:nvSpPr>
          <p:cNvPr id="5" name="矩形 4"/>
          <p:cNvSpPr/>
          <p:nvPr userDrawn="1"/>
        </p:nvSpPr>
        <p:spPr>
          <a:xfrm>
            <a:off x="0" y="5019674"/>
            <a:ext cx="12192001" cy="1838326"/>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0" y="0"/>
            <a:ext cx="12192001" cy="5019674"/>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73461" y="5009909"/>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矩形 8"/>
          <p:cNvSpPr/>
          <p:nvPr userDrawn="1"/>
        </p:nvSpPr>
        <p:spPr>
          <a:xfrm>
            <a:off x="1473992" y="3927615"/>
            <a:ext cx="9244014" cy="2164588"/>
          </a:xfrm>
          <a:prstGeom prst="rect">
            <a:avLst/>
          </a:prstGeom>
          <a:solidFill>
            <a:sysClr val="window" lastClr="FFFFFF"/>
          </a:solidFill>
          <a:ln w="76200" cap="flat" cmpd="sng" algn="ctr">
            <a:solidFill>
              <a:schemeClr val="accent3">
                <a:lumMod val="20000"/>
                <a:lumOff val="80000"/>
              </a:schemeClr>
            </a:solid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11" name="图片 10"/>
          <p:cNvPicPr>
            <a:picLocks noChangeAspect="1"/>
          </p:cNvPicPr>
          <p:nvPr userDrawn="1"/>
        </p:nvPicPr>
        <p:blipFill>
          <a:blip r:embed="rId3" cstate="screen"/>
          <a:stretch>
            <a:fillRect/>
          </a:stretch>
        </p:blipFill>
        <p:spPr>
          <a:xfrm>
            <a:off x="4554764" y="1532412"/>
            <a:ext cx="3082473" cy="862791"/>
          </a:xfrm>
          <a:prstGeom prst="rect">
            <a:avLst/>
          </a:prstGeom>
        </p:spPr>
      </p:pic>
    </p:spTree>
  </p:cSld>
  <p:clrMapOvr>
    <a:masterClrMapping/>
  </p:clrMapOvr>
  <p:transition spd="med">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目录样式7-3">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screen"/>
          <a:srcRect l="1" t="13078" r="-1" b="115"/>
          <a:stretch>
            <a:fillRect/>
          </a:stretch>
        </p:blipFill>
        <p:spPr>
          <a:xfrm>
            <a:off x="0" y="-1"/>
            <a:ext cx="12191999" cy="4362681"/>
          </a:xfrm>
          <a:prstGeom prst="rect">
            <a:avLst/>
          </a:prstGeom>
        </p:spPr>
      </p:pic>
      <p:sp>
        <p:nvSpPr>
          <p:cNvPr id="5" name="矩形 4"/>
          <p:cNvSpPr/>
          <p:nvPr userDrawn="1"/>
        </p:nvSpPr>
        <p:spPr>
          <a:xfrm>
            <a:off x="0" y="4346687"/>
            <a:ext cx="12192001" cy="2511313"/>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0" y="0"/>
            <a:ext cx="12192001" cy="4346687"/>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73936" y="4346687"/>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矩形 8"/>
          <p:cNvSpPr/>
          <p:nvPr userDrawn="1"/>
        </p:nvSpPr>
        <p:spPr>
          <a:xfrm>
            <a:off x="1828800" y="2524126"/>
            <a:ext cx="8494006" cy="3568078"/>
          </a:xfrm>
          <a:prstGeom prst="rect">
            <a:avLst/>
          </a:prstGeom>
          <a:solidFill>
            <a:sysClr val="window" lastClr="FFFFFF"/>
          </a:solidFill>
          <a:ln w="76200" cap="flat" cmpd="sng" algn="ctr">
            <a:solidFill>
              <a:schemeClr val="accent3">
                <a:lumMod val="20000"/>
                <a:lumOff val="80000"/>
              </a:schemeClr>
            </a:solid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69" name="图片 68"/>
          <p:cNvPicPr>
            <a:picLocks noChangeAspect="1"/>
          </p:cNvPicPr>
          <p:nvPr userDrawn="1"/>
        </p:nvPicPr>
        <p:blipFill>
          <a:blip r:embed="rId3" cstate="screen"/>
          <a:stretch>
            <a:fillRect/>
          </a:stretch>
        </p:blipFill>
        <p:spPr>
          <a:xfrm>
            <a:off x="4554764" y="861200"/>
            <a:ext cx="3082473" cy="862791"/>
          </a:xfrm>
          <a:prstGeom prst="rect">
            <a:avLst/>
          </a:prstGeom>
        </p:spPr>
      </p:pic>
    </p:spTree>
  </p:cSld>
  <p:clrMapOvr>
    <a:masterClrMapping/>
  </p:clrMapOvr>
  <p:transition spd="med">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目录样式7-4">
    <p:spTree>
      <p:nvGrpSpPr>
        <p:cNvPr id="1" name=""/>
        <p:cNvGrpSpPr/>
        <p:nvPr/>
      </p:nvGrpSpPr>
      <p:grpSpPr>
        <a:xfrm>
          <a:off x="0" y="0"/>
          <a:ext cx="0" cy="0"/>
          <a:chOff x="0" y="0"/>
          <a:chExt cx="0" cy="0"/>
        </a:xfrm>
      </p:grpSpPr>
      <p:sp>
        <p:nvSpPr>
          <p:cNvPr id="8" name="矩形 7"/>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1" name="图片 10"/>
          <p:cNvPicPr>
            <a:picLocks noChangeAspect="1"/>
          </p:cNvPicPr>
          <p:nvPr userDrawn="1"/>
        </p:nvPicPr>
        <p:blipFill>
          <a:blip r:embed="rId2" cstate="screen"/>
          <a:stretch>
            <a:fillRect/>
          </a:stretch>
        </p:blipFill>
        <p:spPr>
          <a:xfrm>
            <a:off x="6943725" y="1087685"/>
            <a:ext cx="5251028" cy="5254131"/>
          </a:xfrm>
          <a:prstGeom prst="rect">
            <a:avLst/>
          </a:prstGeom>
        </p:spPr>
      </p:pic>
      <p:sp>
        <p:nvSpPr>
          <p:cNvPr id="12" name="矩形 11"/>
          <p:cNvSpPr/>
          <p:nvPr userDrawn="1"/>
        </p:nvSpPr>
        <p:spPr>
          <a:xfrm>
            <a:off x="7423183" y="0"/>
            <a:ext cx="4768815"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6873734" y="3188524"/>
            <a:ext cx="5318266" cy="1205346"/>
          </a:xfrm>
          <a:prstGeom prst="rect">
            <a:avLst/>
          </a:prstGeom>
          <a:solidFill>
            <a:sysClr val="window" lastClr="FFFFFF"/>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sp>
        <p:nvSpPr>
          <p:cNvPr id="44" name="矩形 43"/>
          <p:cNvSpPr/>
          <p:nvPr userDrawn="1"/>
        </p:nvSpPr>
        <p:spPr>
          <a:xfrm>
            <a:off x="6873734" y="3188522"/>
            <a:ext cx="549449" cy="1205348"/>
          </a:xfrm>
          <a:prstGeom prst="rect">
            <a:avLst/>
          </a:prstGeom>
          <a:solidFill>
            <a:schemeClr val="accent4"/>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sp>
        <p:nvSpPr>
          <p:cNvPr id="45" name="文本框 44"/>
          <p:cNvSpPr txBox="1"/>
          <p:nvPr userDrawn="1"/>
        </p:nvSpPr>
        <p:spPr>
          <a:xfrm>
            <a:off x="-2647787" y="-2281727"/>
            <a:ext cx="6031920" cy="11172289"/>
          </a:xfrm>
          <a:prstGeom prst="rect">
            <a:avLst/>
          </a:prstGeom>
          <a:noFill/>
        </p:spPr>
        <p:txBody>
          <a:bodyPr wrap="square" rtlCol="0">
            <a:spAutoFit/>
          </a:bodyPr>
          <a:lstStyle/>
          <a:p>
            <a:r>
              <a:rPr lang="en-US" altLang="zh-CN" sz="72000" dirty="0">
                <a:solidFill>
                  <a:schemeClr val="bg1">
                    <a:alpha val="40000"/>
                  </a:schemeClr>
                </a:solidFill>
              </a:rPr>
              <a:t>0</a:t>
            </a:r>
            <a:endParaRPr lang="zh-CN" altLang="en-US" sz="72000" dirty="0">
              <a:solidFill>
                <a:schemeClr val="bg1">
                  <a:alpha val="40000"/>
                </a:schemeClr>
              </a:solidFill>
            </a:endParaRPr>
          </a:p>
        </p:txBody>
      </p:sp>
      <p:pic>
        <p:nvPicPr>
          <p:cNvPr id="46" name="图片 45"/>
          <p:cNvPicPr>
            <a:picLocks noChangeAspect="1"/>
          </p:cNvPicPr>
          <p:nvPr userDrawn="1"/>
        </p:nvPicPr>
        <p:blipFill>
          <a:blip r:embed="rId3" cstate="screen"/>
          <a:stretch>
            <a:fillRect/>
          </a:stretch>
        </p:blipFill>
        <p:spPr>
          <a:xfrm>
            <a:off x="9485140" y="203173"/>
            <a:ext cx="2510452" cy="702681"/>
          </a:xfrm>
          <a:prstGeom prst="rect">
            <a:avLst/>
          </a:prstGeom>
        </p:spPr>
      </p:pic>
    </p:spTree>
  </p:cSld>
  <p:clrMapOvr>
    <a:masterClrMapping/>
  </p:clrMapOvr>
  <p:transition spd="med">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目录样式8">
    <p:spTree>
      <p:nvGrpSpPr>
        <p:cNvPr id="1" name=""/>
        <p:cNvGrpSpPr/>
        <p:nvPr/>
      </p:nvGrpSpPr>
      <p:grpSpPr>
        <a:xfrm>
          <a:off x="0" y="0"/>
          <a:ext cx="0" cy="0"/>
          <a:chOff x="0" y="0"/>
          <a:chExt cx="0" cy="0"/>
        </a:xfrm>
      </p:grpSpPr>
      <p:sp>
        <p:nvSpPr>
          <p:cNvPr id="8" name="矩形 7"/>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1" name="图片 10"/>
          <p:cNvPicPr>
            <a:picLocks noChangeAspect="1"/>
          </p:cNvPicPr>
          <p:nvPr userDrawn="1"/>
        </p:nvPicPr>
        <p:blipFill>
          <a:blip r:embed="rId2" cstate="screen"/>
          <a:stretch>
            <a:fillRect/>
          </a:stretch>
        </p:blipFill>
        <p:spPr>
          <a:xfrm>
            <a:off x="6943725" y="1087685"/>
            <a:ext cx="5251028" cy="5254131"/>
          </a:xfrm>
          <a:prstGeom prst="rect">
            <a:avLst/>
          </a:prstGeom>
        </p:spPr>
      </p:pic>
      <p:sp>
        <p:nvSpPr>
          <p:cNvPr id="12" name="矩形 11"/>
          <p:cNvSpPr/>
          <p:nvPr userDrawn="1"/>
        </p:nvSpPr>
        <p:spPr>
          <a:xfrm>
            <a:off x="6870981" y="0"/>
            <a:ext cx="5321017"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6873734" y="3188524"/>
            <a:ext cx="5318266" cy="1205346"/>
          </a:xfrm>
          <a:prstGeom prst="rect">
            <a:avLst/>
          </a:prstGeom>
          <a:solidFill>
            <a:sysClr val="window" lastClr="FFFFFF"/>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sp>
        <p:nvSpPr>
          <p:cNvPr id="44" name="矩形 43"/>
          <p:cNvSpPr/>
          <p:nvPr userDrawn="1"/>
        </p:nvSpPr>
        <p:spPr>
          <a:xfrm>
            <a:off x="6873734" y="3188522"/>
            <a:ext cx="549449" cy="1205348"/>
          </a:xfrm>
          <a:prstGeom prst="rect">
            <a:avLst/>
          </a:prstGeom>
          <a:solidFill>
            <a:schemeClr val="accent4"/>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46" name="图片 45"/>
          <p:cNvPicPr>
            <a:picLocks noChangeAspect="1"/>
          </p:cNvPicPr>
          <p:nvPr userDrawn="1"/>
        </p:nvPicPr>
        <p:blipFill>
          <a:blip r:embed="rId3" cstate="screen"/>
          <a:stretch>
            <a:fillRect/>
          </a:stretch>
        </p:blipFill>
        <p:spPr>
          <a:xfrm>
            <a:off x="9485140" y="203173"/>
            <a:ext cx="2510452" cy="702681"/>
          </a:xfrm>
          <a:prstGeom prst="rect">
            <a:avLst/>
          </a:prstGeom>
        </p:spPr>
      </p:pic>
      <p:grpSp>
        <p:nvGrpSpPr>
          <p:cNvPr id="9" name="Group 6"/>
          <p:cNvGrpSpPr/>
          <p:nvPr userDrawn="1"/>
        </p:nvGrpSpPr>
        <p:grpSpPr bwMode="auto">
          <a:xfrm>
            <a:off x="778934" y="687917"/>
            <a:ext cx="3299884" cy="5425016"/>
            <a:chOff x="0" y="0"/>
            <a:chExt cx="2476153" cy="4069266"/>
          </a:xfrm>
          <a:solidFill>
            <a:schemeClr val="bg1">
              <a:alpha val="25000"/>
            </a:schemeClr>
          </a:solidFill>
        </p:grpSpPr>
        <p:sp>
          <p:nvSpPr>
            <p:cNvPr id="10" name="矩形 3"/>
            <p:cNvSpPr>
              <a:spLocks noChangeArrowheads="1"/>
            </p:cNvSpPr>
            <p:nvPr/>
          </p:nvSpPr>
          <p:spPr bwMode="auto">
            <a:xfrm>
              <a:off x="0"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3" name="矩形 4"/>
            <p:cNvSpPr>
              <a:spLocks noChangeArrowheads="1"/>
            </p:cNvSpPr>
            <p:nvPr/>
          </p:nvSpPr>
          <p:spPr bwMode="auto">
            <a:xfrm>
              <a:off x="437624"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4" name="矩形 5"/>
            <p:cNvSpPr>
              <a:spLocks noChangeArrowheads="1"/>
            </p:cNvSpPr>
            <p:nvPr/>
          </p:nvSpPr>
          <p:spPr bwMode="auto">
            <a:xfrm>
              <a:off x="875248"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5" name="矩形 6"/>
            <p:cNvSpPr>
              <a:spLocks noChangeArrowheads="1"/>
            </p:cNvSpPr>
            <p:nvPr/>
          </p:nvSpPr>
          <p:spPr bwMode="auto">
            <a:xfrm>
              <a:off x="1312872"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6" name="矩形 7"/>
            <p:cNvSpPr>
              <a:spLocks noChangeArrowheads="1"/>
            </p:cNvSpPr>
            <p:nvPr/>
          </p:nvSpPr>
          <p:spPr bwMode="auto">
            <a:xfrm>
              <a:off x="1750496"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7" name="矩形 8"/>
            <p:cNvSpPr>
              <a:spLocks noChangeArrowheads="1"/>
            </p:cNvSpPr>
            <p:nvPr/>
          </p:nvSpPr>
          <p:spPr bwMode="auto">
            <a:xfrm>
              <a:off x="2188121"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8" name="矩形 59"/>
            <p:cNvSpPr>
              <a:spLocks noChangeArrowheads="1"/>
            </p:cNvSpPr>
            <p:nvPr/>
          </p:nvSpPr>
          <p:spPr bwMode="auto">
            <a:xfrm>
              <a:off x="0"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9" name="矩形 60"/>
            <p:cNvSpPr>
              <a:spLocks noChangeArrowheads="1"/>
            </p:cNvSpPr>
            <p:nvPr/>
          </p:nvSpPr>
          <p:spPr bwMode="auto">
            <a:xfrm>
              <a:off x="437624"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0" name="矩形 61"/>
            <p:cNvSpPr>
              <a:spLocks noChangeArrowheads="1"/>
            </p:cNvSpPr>
            <p:nvPr/>
          </p:nvSpPr>
          <p:spPr bwMode="auto">
            <a:xfrm>
              <a:off x="875248"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1" name="矩形 62"/>
            <p:cNvSpPr>
              <a:spLocks noChangeArrowheads="1"/>
            </p:cNvSpPr>
            <p:nvPr/>
          </p:nvSpPr>
          <p:spPr bwMode="auto">
            <a:xfrm>
              <a:off x="1312872"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2" name="矩形 63"/>
            <p:cNvSpPr>
              <a:spLocks noChangeArrowheads="1"/>
            </p:cNvSpPr>
            <p:nvPr/>
          </p:nvSpPr>
          <p:spPr bwMode="auto">
            <a:xfrm>
              <a:off x="1750496"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3" name="矩形 64"/>
            <p:cNvSpPr>
              <a:spLocks noChangeArrowheads="1"/>
            </p:cNvSpPr>
            <p:nvPr/>
          </p:nvSpPr>
          <p:spPr bwMode="auto">
            <a:xfrm>
              <a:off x="2188121"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4" name="矩形 66"/>
            <p:cNvSpPr>
              <a:spLocks noChangeArrowheads="1"/>
            </p:cNvSpPr>
            <p:nvPr/>
          </p:nvSpPr>
          <p:spPr bwMode="auto">
            <a:xfrm>
              <a:off x="0"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5" name="矩形 67"/>
            <p:cNvSpPr>
              <a:spLocks noChangeArrowheads="1"/>
            </p:cNvSpPr>
            <p:nvPr/>
          </p:nvSpPr>
          <p:spPr bwMode="auto">
            <a:xfrm>
              <a:off x="437624"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6" name="矩形 68"/>
            <p:cNvSpPr>
              <a:spLocks noChangeArrowheads="1"/>
            </p:cNvSpPr>
            <p:nvPr/>
          </p:nvSpPr>
          <p:spPr bwMode="auto">
            <a:xfrm>
              <a:off x="875248"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7" name="矩形 69"/>
            <p:cNvSpPr>
              <a:spLocks noChangeArrowheads="1"/>
            </p:cNvSpPr>
            <p:nvPr/>
          </p:nvSpPr>
          <p:spPr bwMode="auto">
            <a:xfrm>
              <a:off x="1312872"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8" name="矩形 70"/>
            <p:cNvSpPr>
              <a:spLocks noChangeArrowheads="1"/>
            </p:cNvSpPr>
            <p:nvPr/>
          </p:nvSpPr>
          <p:spPr bwMode="auto">
            <a:xfrm>
              <a:off x="1750496"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9" name="矩形 71"/>
            <p:cNvSpPr>
              <a:spLocks noChangeArrowheads="1"/>
            </p:cNvSpPr>
            <p:nvPr/>
          </p:nvSpPr>
          <p:spPr bwMode="auto">
            <a:xfrm>
              <a:off x="2188121"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0" name="矩形 73"/>
            <p:cNvSpPr>
              <a:spLocks noChangeArrowheads="1"/>
            </p:cNvSpPr>
            <p:nvPr/>
          </p:nvSpPr>
          <p:spPr bwMode="auto">
            <a:xfrm>
              <a:off x="0"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1" name="矩形 74"/>
            <p:cNvSpPr>
              <a:spLocks noChangeArrowheads="1"/>
            </p:cNvSpPr>
            <p:nvPr/>
          </p:nvSpPr>
          <p:spPr bwMode="auto">
            <a:xfrm>
              <a:off x="437624"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2" name="矩形 75"/>
            <p:cNvSpPr>
              <a:spLocks noChangeArrowheads="1"/>
            </p:cNvSpPr>
            <p:nvPr/>
          </p:nvSpPr>
          <p:spPr bwMode="auto">
            <a:xfrm>
              <a:off x="875248"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3" name="矩形 76"/>
            <p:cNvSpPr>
              <a:spLocks noChangeArrowheads="1"/>
            </p:cNvSpPr>
            <p:nvPr/>
          </p:nvSpPr>
          <p:spPr bwMode="auto">
            <a:xfrm>
              <a:off x="1312872"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4" name="矩形 77"/>
            <p:cNvSpPr>
              <a:spLocks noChangeArrowheads="1"/>
            </p:cNvSpPr>
            <p:nvPr/>
          </p:nvSpPr>
          <p:spPr bwMode="auto">
            <a:xfrm>
              <a:off x="1750496"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5" name="矩形 78"/>
            <p:cNvSpPr>
              <a:spLocks noChangeArrowheads="1"/>
            </p:cNvSpPr>
            <p:nvPr/>
          </p:nvSpPr>
          <p:spPr bwMode="auto">
            <a:xfrm>
              <a:off x="2188121"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6" name="矩形 80"/>
            <p:cNvSpPr>
              <a:spLocks noChangeArrowheads="1"/>
            </p:cNvSpPr>
            <p:nvPr/>
          </p:nvSpPr>
          <p:spPr bwMode="auto">
            <a:xfrm>
              <a:off x="0"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7" name="矩形 81"/>
            <p:cNvSpPr>
              <a:spLocks noChangeArrowheads="1"/>
            </p:cNvSpPr>
            <p:nvPr/>
          </p:nvSpPr>
          <p:spPr bwMode="auto">
            <a:xfrm>
              <a:off x="437624"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8" name="矩形 82"/>
            <p:cNvSpPr>
              <a:spLocks noChangeArrowheads="1"/>
            </p:cNvSpPr>
            <p:nvPr/>
          </p:nvSpPr>
          <p:spPr bwMode="auto">
            <a:xfrm>
              <a:off x="875248"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9" name="矩形 83"/>
            <p:cNvSpPr>
              <a:spLocks noChangeArrowheads="1"/>
            </p:cNvSpPr>
            <p:nvPr/>
          </p:nvSpPr>
          <p:spPr bwMode="auto">
            <a:xfrm>
              <a:off x="1312872"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0" name="矩形 84"/>
            <p:cNvSpPr>
              <a:spLocks noChangeArrowheads="1"/>
            </p:cNvSpPr>
            <p:nvPr/>
          </p:nvSpPr>
          <p:spPr bwMode="auto">
            <a:xfrm>
              <a:off x="1750496"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1" name="矩形 85"/>
            <p:cNvSpPr>
              <a:spLocks noChangeArrowheads="1"/>
            </p:cNvSpPr>
            <p:nvPr/>
          </p:nvSpPr>
          <p:spPr bwMode="auto">
            <a:xfrm>
              <a:off x="2188121"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2" name="矩形 87"/>
            <p:cNvSpPr>
              <a:spLocks noChangeArrowheads="1"/>
            </p:cNvSpPr>
            <p:nvPr/>
          </p:nvSpPr>
          <p:spPr bwMode="auto">
            <a:xfrm>
              <a:off x="0"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7" name="矩形 88"/>
            <p:cNvSpPr>
              <a:spLocks noChangeArrowheads="1"/>
            </p:cNvSpPr>
            <p:nvPr/>
          </p:nvSpPr>
          <p:spPr bwMode="auto">
            <a:xfrm>
              <a:off x="437624"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8" name="矩形 89"/>
            <p:cNvSpPr>
              <a:spLocks noChangeArrowheads="1"/>
            </p:cNvSpPr>
            <p:nvPr/>
          </p:nvSpPr>
          <p:spPr bwMode="auto">
            <a:xfrm>
              <a:off x="875248"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9" name="矩形 90"/>
            <p:cNvSpPr>
              <a:spLocks noChangeArrowheads="1"/>
            </p:cNvSpPr>
            <p:nvPr/>
          </p:nvSpPr>
          <p:spPr bwMode="auto">
            <a:xfrm>
              <a:off x="1312872"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0" name="矩形 91"/>
            <p:cNvSpPr>
              <a:spLocks noChangeArrowheads="1"/>
            </p:cNvSpPr>
            <p:nvPr/>
          </p:nvSpPr>
          <p:spPr bwMode="auto">
            <a:xfrm>
              <a:off x="1750496"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1" name="矩形 92"/>
            <p:cNvSpPr>
              <a:spLocks noChangeArrowheads="1"/>
            </p:cNvSpPr>
            <p:nvPr/>
          </p:nvSpPr>
          <p:spPr bwMode="auto">
            <a:xfrm>
              <a:off x="2188121"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2" name="矩形 94"/>
            <p:cNvSpPr>
              <a:spLocks noChangeArrowheads="1"/>
            </p:cNvSpPr>
            <p:nvPr/>
          </p:nvSpPr>
          <p:spPr bwMode="auto">
            <a:xfrm>
              <a:off x="0"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3" name="矩形 95"/>
            <p:cNvSpPr>
              <a:spLocks noChangeArrowheads="1"/>
            </p:cNvSpPr>
            <p:nvPr/>
          </p:nvSpPr>
          <p:spPr bwMode="auto">
            <a:xfrm>
              <a:off x="437624"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4" name="矩形 96"/>
            <p:cNvSpPr>
              <a:spLocks noChangeArrowheads="1"/>
            </p:cNvSpPr>
            <p:nvPr/>
          </p:nvSpPr>
          <p:spPr bwMode="auto">
            <a:xfrm>
              <a:off x="875248"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5" name="矩形 97"/>
            <p:cNvSpPr>
              <a:spLocks noChangeArrowheads="1"/>
            </p:cNvSpPr>
            <p:nvPr/>
          </p:nvSpPr>
          <p:spPr bwMode="auto">
            <a:xfrm>
              <a:off x="1312872"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6" name="矩形 98"/>
            <p:cNvSpPr>
              <a:spLocks noChangeArrowheads="1"/>
            </p:cNvSpPr>
            <p:nvPr/>
          </p:nvSpPr>
          <p:spPr bwMode="auto">
            <a:xfrm>
              <a:off x="1750496"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7" name="矩形 99"/>
            <p:cNvSpPr>
              <a:spLocks noChangeArrowheads="1"/>
            </p:cNvSpPr>
            <p:nvPr/>
          </p:nvSpPr>
          <p:spPr bwMode="auto">
            <a:xfrm>
              <a:off x="2188121"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8" name="矩形 101"/>
            <p:cNvSpPr>
              <a:spLocks noChangeArrowheads="1"/>
            </p:cNvSpPr>
            <p:nvPr/>
          </p:nvSpPr>
          <p:spPr bwMode="auto">
            <a:xfrm>
              <a:off x="0"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9" name="矩形 102"/>
            <p:cNvSpPr>
              <a:spLocks noChangeArrowheads="1"/>
            </p:cNvSpPr>
            <p:nvPr/>
          </p:nvSpPr>
          <p:spPr bwMode="auto">
            <a:xfrm>
              <a:off x="437624"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0" name="矩形 103"/>
            <p:cNvSpPr>
              <a:spLocks noChangeArrowheads="1"/>
            </p:cNvSpPr>
            <p:nvPr/>
          </p:nvSpPr>
          <p:spPr bwMode="auto">
            <a:xfrm>
              <a:off x="875248"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1" name="矩形 104"/>
            <p:cNvSpPr>
              <a:spLocks noChangeArrowheads="1"/>
            </p:cNvSpPr>
            <p:nvPr/>
          </p:nvSpPr>
          <p:spPr bwMode="auto">
            <a:xfrm>
              <a:off x="1312872"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2" name="矩形 105"/>
            <p:cNvSpPr>
              <a:spLocks noChangeArrowheads="1"/>
            </p:cNvSpPr>
            <p:nvPr/>
          </p:nvSpPr>
          <p:spPr bwMode="auto">
            <a:xfrm>
              <a:off x="1750496"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3" name="矩形 106"/>
            <p:cNvSpPr>
              <a:spLocks noChangeArrowheads="1"/>
            </p:cNvSpPr>
            <p:nvPr/>
          </p:nvSpPr>
          <p:spPr bwMode="auto">
            <a:xfrm>
              <a:off x="2188121"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4" name="矩形 108"/>
            <p:cNvSpPr>
              <a:spLocks noChangeArrowheads="1"/>
            </p:cNvSpPr>
            <p:nvPr/>
          </p:nvSpPr>
          <p:spPr bwMode="auto">
            <a:xfrm>
              <a:off x="0"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5" name="矩形 109"/>
            <p:cNvSpPr>
              <a:spLocks noChangeArrowheads="1"/>
            </p:cNvSpPr>
            <p:nvPr/>
          </p:nvSpPr>
          <p:spPr bwMode="auto">
            <a:xfrm>
              <a:off x="437624"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6" name="矩形 110"/>
            <p:cNvSpPr>
              <a:spLocks noChangeArrowheads="1"/>
            </p:cNvSpPr>
            <p:nvPr/>
          </p:nvSpPr>
          <p:spPr bwMode="auto">
            <a:xfrm>
              <a:off x="875248"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7" name="矩形 111"/>
            <p:cNvSpPr>
              <a:spLocks noChangeArrowheads="1"/>
            </p:cNvSpPr>
            <p:nvPr/>
          </p:nvSpPr>
          <p:spPr bwMode="auto">
            <a:xfrm>
              <a:off x="1312872"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8" name="矩形 112"/>
            <p:cNvSpPr>
              <a:spLocks noChangeArrowheads="1"/>
            </p:cNvSpPr>
            <p:nvPr/>
          </p:nvSpPr>
          <p:spPr bwMode="auto">
            <a:xfrm>
              <a:off x="1750496"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9" name="矩形 113"/>
            <p:cNvSpPr>
              <a:spLocks noChangeArrowheads="1"/>
            </p:cNvSpPr>
            <p:nvPr/>
          </p:nvSpPr>
          <p:spPr bwMode="auto">
            <a:xfrm>
              <a:off x="2188121"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0" name="矩形 115"/>
            <p:cNvSpPr>
              <a:spLocks noChangeArrowheads="1"/>
            </p:cNvSpPr>
            <p:nvPr/>
          </p:nvSpPr>
          <p:spPr bwMode="auto">
            <a:xfrm>
              <a:off x="0"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1" name="矩形 116"/>
            <p:cNvSpPr>
              <a:spLocks noChangeArrowheads="1"/>
            </p:cNvSpPr>
            <p:nvPr/>
          </p:nvSpPr>
          <p:spPr bwMode="auto">
            <a:xfrm>
              <a:off x="437624"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2" name="矩形 117"/>
            <p:cNvSpPr>
              <a:spLocks noChangeArrowheads="1"/>
            </p:cNvSpPr>
            <p:nvPr/>
          </p:nvSpPr>
          <p:spPr bwMode="auto">
            <a:xfrm>
              <a:off x="875248"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3" name="矩形 118"/>
            <p:cNvSpPr>
              <a:spLocks noChangeArrowheads="1"/>
            </p:cNvSpPr>
            <p:nvPr/>
          </p:nvSpPr>
          <p:spPr bwMode="auto">
            <a:xfrm>
              <a:off x="1312872"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4" name="矩形 119"/>
            <p:cNvSpPr>
              <a:spLocks noChangeArrowheads="1"/>
            </p:cNvSpPr>
            <p:nvPr/>
          </p:nvSpPr>
          <p:spPr bwMode="auto">
            <a:xfrm>
              <a:off x="1750496"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5" name="矩形 120"/>
            <p:cNvSpPr>
              <a:spLocks noChangeArrowheads="1"/>
            </p:cNvSpPr>
            <p:nvPr/>
          </p:nvSpPr>
          <p:spPr bwMode="auto">
            <a:xfrm>
              <a:off x="2188121"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grpSp>
    </p:spTree>
  </p:cSld>
  <p:clrMapOvr>
    <a:masterClrMapping/>
  </p:clrMapOvr>
  <p:transition spd="med">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内页样式1-常规">
    <p:spTree>
      <p:nvGrpSpPr>
        <p:cNvPr id="1" name=""/>
        <p:cNvGrpSpPr/>
        <p:nvPr/>
      </p:nvGrpSpPr>
      <p:grpSpPr>
        <a:xfrm>
          <a:off x="0" y="0"/>
          <a:ext cx="0" cy="0"/>
          <a:chOff x="0" y="0"/>
          <a:chExt cx="0" cy="0"/>
        </a:xfrm>
      </p:grpSpPr>
      <p:cxnSp>
        <p:nvCxnSpPr>
          <p:cNvPr id="2" name="直接连接符 1"/>
          <p:cNvCxnSpPr/>
          <p:nvPr userDrawn="1"/>
        </p:nvCxnSpPr>
        <p:spPr>
          <a:xfrm>
            <a:off x="1550089" y="863157"/>
            <a:ext cx="10318623"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p:cNvSpPr/>
          <p:nvPr userDrawn="1"/>
        </p:nvSpPr>
        <p:spPr>
          <a:xfrm>
            <a:off x="318632" y="0"/>
            <a:ext cx="1048735" cy="873125"/>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12" name="标题 11"/>
          <p:cNvSpPr>
            <a:spLocks noGrp="1"/>
          </p:cNvSpPr>
          <p:nvPr>
            <p:ph type="title"/>
          </p:nvPr>
        </p:nvSpPr>
        <p:spPr>
          <a:xfrm>
            <a:off x="1606550" y="34431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5" name="矩形 4"/>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sp>
        <p:nvSpPr>
          <p:cNvPr id="25" name="矩形 24"/>
          <p:cNvSpPr/>
          <p:nvPr userDrawn="1"/>
        </p:nvSpPr>
        <p:spPr>
          <a:xfrm>
            <a:off x="1378908" y="-1612"/>
            <a:ext cx="167082" cy="874737"/>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grpSp>
        <p:nvGrpSpPr>
          <p:cNvPr id="56" name="组合 55"/>
          <p:cNvGrpSpPr/>
          <p:nvPr userDrawn="1"/>
        </p:nvGrpSpPr>
        <p:grpSpPr>
          <a:xfrm>
            <a:off x="598941" y="6399999"/>
            <a:ext cx="2542613" cy="276499"/>
            <a:chOff x="598941" y="6399999"/>
            <a:chExt cx="2542613" cy="276499"/>
          </a:xfrm>
          <a:solidFill>
            <a:schemeClr val="bg1"/>
          </a:solidFill>
        </p:grpSpPr>
        <p:grpSp>
          <p:nvGrpSpPr>
            <p:cNvPr id="33" name="组合 32"/>
            <p:cNvGrpSpPr/>
            <p:nvPr/>
          </p:nvGrpSpPr>
          <p:grpSpPr>
            <a:xfrm>
              <a:off x="2055693" y="6402621"/>
              <a:ext cx="1085861" cy="270805"/>
              <a:chOff x="10340336" y="2247899"/>
              <a:chExt cx="2724438" cy="679451"/>
            </a:xfrm>
            <a:grpFill/>
          </p:grpSpPr>
          <p:sp>
            <p:nvSpPr>
              <p:cNvPr id="47"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48"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49" name="组合 48"/>
              <p:cNvGrpSpPr/>
              <p:nvPr/>
            </p:nvGrpSpPr>
            <p:grpSpPr>
              <a:xfrm>
                <a:off x="10340336" y="2247899"/>
                <a:ext cx="547688" cy="679451"/>
                <a:chOff x="5548313" y="2084388"/>
                <a:chExt cx="547688" cy="679451"/>
              </a:xfrm>
              <a:grpFill/>
            </p:grpSpPr>
            <p:sp>
              <p:nvSpPr>
                <p:cNvPr id="54"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5"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0" name="组合 49"/>
              <p:cNvGrpSpPr/>
              <p:nvPr/>
            </p:nvGrpSpPr>
            <p:grpSpPr>
              <a:xfrm>
                <a:off x="11192276" y="2400300"/>
                <a:ext cx="322175" cy="373063"/>
                <a:chOff x="3792874" y="3138488"/>
                <a:chExt cx="322175" cy="373063"/>
              </a:xfrm>
              <a:grpFill/>
            </p:grpSpPr>
            <p:sp>
              <p:nvSpPr>
                <p:cNvPr id="51"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2"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34" name="组合 33"/>
            <p:cNvGrpSpPr/>
            <p:nvPr/>
          </p:nvGrpSpPr>
          <p:grpSpPr>
            <a:xfrm>
              <a:off x="598941" y="6399999"/>
              <a:ext cx="1102619" cy="276499"/>
              <a:chOff x="6738929" y="2270918"/>
              <a:chExt cx="2766486" cy="693738"/>
            </a:xfrm>
            <a:grpFill/>
          </p:grpSpPr>
          <p:grpSp>
            <p:nvGrpSpPr>
              <p:cNvPr id="35" name="组合 34"/>
              <p:cNvGrpSpPr/>
              <p:nvPr/>
            </p:nvGrpSpPr>
            <p:grpSpPr>
              <a:xfrm>
                <a:off x="8180494" y="2355056"/>
                <a:ext cx="484188" cy="509588"/>
                <a:chOff x="6113463" y="3541713"/>
                <a:chExt cx="484188" cy="509588"/>
              </a:xfrm>
              <a:grpFill/>
            </p:grpSpPr>
            <p:sp>
              <p:nvSpPr>
                <p:cNvPr id="45"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6"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6" name="组合 35"/>
              <p:cNvGrpSpPr/>
              <p:nvPr/>
            </p:nvGrpSpPr>
            <p:grpSpPr>
              <a:xfrm>
                <a:off x="6738929" y="2270918"/>
                <a:ext cx="549275" cy="693738"/>
                <a:chOff x="6108700" y="2066926"/>
                <a:chExt cx="549275" cy="693738"/>
              </a:xfrm>
              <a:grpFill/>
            </p:grpSpPr>
            <p:sp>
              <p:nvSpPr>
                <p:cNvPr id="43"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4"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7" name="组合 36"/>
              <p:cNvGrpSpPr/>
              <p:nvPr/>
            </p:nvGrpSpPr>
            <p:grpSpPr>
              <a:xfrm>
                <a:off x="7532962" y="2451100"/>
                <a:ext cx="368300" cy="317500"/>
                <a:chOff x="6186488" y="2930526"/>
                <a:chExt cx="368300" cy="317500"/>
              </a:xfrm>
              <a:grpFill/>
            </p:grpSpPr>
            <p:sp>
              <p:nvSpPr>
                <p:cNvPr id="4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3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3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57" name="图片 56"/>
          <p:cNvPicPr>
            <a:picLocks noChangeAspect="1"/>
          </p:cNvPicPr>
          <p:nvPr userDrawn="1"/>
        </p:nvPicPr>
        <p:blipFill>
          <a:blip r:embed="rId2" cstate="screen"/>
          <a:stretch>
            <a:fillRect/>
          </a:stretch>
        </p:blipFill>
        <p:spPr>
          <a:xfrm>
            <a:off x="9837818" y="347339"/>
            <a:ext cx="1969223" cy="432990"/>
          </a:xfrm>
          <a:prstGeom prst="rect">
            <a:avLst/>
          </a:prstGeom>
        </p:spPr>
      </p:pic>
      <p:cxnSp>
        <p:nvCxnSpPr>
          <p:cNvPr id="7" name="直接连接符 6"/>
          <p:cNvCxnSpPr/>
          <p:nvPr userDrawn="1"/>
        </p:nvCxnSpPr>
        <p:spPr>
          <a:xfrm>
            <a:off x="1366474" y="-17822"/>
            <a:ext cx="0" cy="107941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userDrawn="1"/>
        </p:nvCxnSpPr>
        <p:spPr>
          <a:xfrm>
            <a:off x="11155416" y="6119786"/>
            <a:ext cx="0" cy="760632"/>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内页样式1-一段一图">
    <p:spTree>
      <p:nvGrpSpPr>
        <p:cNvPr id="1" name=""/>
        <p:cNvGrpSpPr/>
        <p:nvPr/>
      </p:nvGrpSpPr>
      <p:grpSpPr>
        <a:xfrm>
          <a:off x="0" y="0"/>
          <a:ext cx="0" cy="0"/>
          <a:chOff x="0" y="0"/>
          <a:chExt cx="0" cy="0"/>
        </a:xfrm>
      </p:grpSpPr>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pic>
        <p:nvPicPr>
          <p:cNvPr id="57" name="图片 56"/>
          <p:cNvPicPr>
            <a:picLocks noChangeAspect="1"/>
          </p:cNvPicPr>
          <p:nvPr userDrawn="1"/>
        </p:nvPicPr>
        <p:blipFill>
          <a:blip r:embed="rId2" cstate="screen"/>
          <a:stretch>
            <a:fillRect/>
          </a:stretch>
        </p:blipFill>
        <p:spPr>
          <a:xfrm>
            <a:off x="9837818" y="347339"/>
            <a:ext cx="1969223" cy="432990"/>
          </a:xfrm>
          <a:prstGeom prst="rect">
            <a:avLst/>
          </a:prstGeom>
        </p:spPr>
      </p:pic>
      <p:cxnSp>
        <p:nvCxnSpPr>
          <p:cNvPr id="5" name="直接连接符 4"/>
          <p:cNvCxnSpPr/>
          <p:nvPr userDrawn="1"/>
        </p:nvCxnSpPr>
        <p:spPr>
          <a:xfrm>
            <a:off x="11155416" y="6133167"/>
            <a:ext cx="0" cy="75617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内页样式2-常规">
    <p:spTree>
      <p:nvGrpSpPr>
        <p:cNvPr id="1" name=""/>
        <p:cNvGrpSpPr/>
        <p:nvPr/>
      </p:nvGrpSpPr>
      <p:grpSpPr>
        <a:xfrm>
          <a:off x="0" y="0"/>
          <a:ext cx="0" cy="0"/>
          <a:chOff x="0" y="0"/>
          <a:chExt cx="0" cy="0"/>
        </a:xfrm>
      </p:grpSpPr>
      <p:sp>
        <p:nvSpPr>
          <p:cNvPr id="12" name="标题 11"/>
          <p:cNvSpPr>
            <a:spLocks noGrp="1"/>
          </p:cNvSpPr>
          <p:nvPr>
            <p:ph type="title"/>
          </p:nvPr>
        </p:nvSpPr>
        <p:spPr>
          <a:xfrm>
            <a:off x="417309" y="362097"/>
            <a:ext cx="8643848" cy="5909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36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cxnSp>
        <p:nvCxnSpPr>
          <p:cNvPr id="87" name="直接连接符 86"/>
          <p:cNvCxnSpPr/>
          <p:nvPr userDrawn="1"/>
        </p:nvCxnSpPr>
        <p:spPr>
          <a:xfrm>
            <a:off x="442913" y="957831"/>
            <a:ext cx="11306175"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图片 3"/>
          <p:cNvPicPr>
            <a:picLocks noChangeAspect="1"/>
          </p:cNvPicPr>
          <p:nvPr userDrawn="1"/>
        </p:nvPicPr>
        <p:blipFill>
          <a:blip r:embed="rId2" cstate="screen"/>
          <a:stretch>
            <a:fillRect/>
          </a:stretch>
        </p:blipFill>
        <p:spPr>
          <a:xfrm>
            <a:off x="9877585" y="334397"/>
            <a:ext cx="1871503" cy="561768"/>
          </a:xfrm>
          <a:prstGeom prst="rect">
            <a:avLst/>
          </a:prstGeom>
        </p:spPr>
      </p:pic>
      <p:sp>
        <p:nvSpPr>
          <p:cNvPr id="3" name="矩形 2"/>
          <p:cNvSpPr/>
          <p:nvPr userDrawn="1"/>
        </p:nvSpPr>
        <p:spPr>
          <a:xfrm>
            <a:off x="447254" y="957831"/>
            <a:ext cx="7808986" cy="949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TextBox 11"/>
          <p:cNvSpPr txBox="1">
            <a:spLocks noChangeArrowheads="1"/>
          </p:cNvSpPr>
          <p:nvPr userDrawn="1"/>
        </p:nvSpPr>
        <p:spPr bwMode="auto">
          <a:xfrm>
            <a:off x="11792769" y="56260"/>
            <a:ext cx="363220" cy="3067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charset="0"/>
                <a:ea typeface="宋体" pitchFamily="2" charset="-122"/>
              </a:defRPr>
            </a:lvl1pPr>
            <a:lvl2pPr marL="742950" indent="-285750">
              <a:defRPr>
                <a:solidFill>
                  <a:schemeClr val="tx1"/>
                </a:solidFill>
                <a:latin typeface="Calibri" panose="020F0502020204030204" charset="0"/>
                <a:ea typeface="宋体" pitchFamily="2" charset="-122"/>
              </a:defRPr>
            </a:lvl2pPr>
            <a:lvl3pPr marL="1143000" indent="-228600">
              <a:defRPr>
                <a:solidFill>
                  <a:schemeClr val="tx1"/>
                </a:solidFill>
                <a:latin typeface="Calibri" panose="020F0502020204030204" charset="0"/>
                <a:ea typeface="宋体" pitchFamily="2" charset="-122"/>
              </a:defRPr>
            </a:lvl3pPr>
            <a:lvl4pPr marL="1600200" indent="-228600">
              <a:defRPr>
                <a:solidFill>
                  <a:schemeClr val="tx1"/>
                </a:solidFill>
                <a:latin typeface="Calibri" panose="020F0502020204030204" charset="0"/>
                <a:ea typeface="宋体" pitchFamily="2" charset="-122"/>
              </a:defRPr>
            </a:lvl4pPr>
            <a:lvl5pPr marL="2057400" indent="-228600">
              <a:defRPr>
                <a:solidFill>
                  <a:schemeClr val="tx1"/>
                </a:solidFill>
                <a:latin typeface="Calibri" panose="020F0502020204030204" charset="0"/>
                <a:ea typeface="宋体"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itchFamily="2" charset="-122"/>
              </a:defRPr>
            </a:lvl9pPr>
          </a:lstStyle>
          <a:p>
            <a:pPr>
              <a:defRPr/>
            </a:pPr>
            <a:fld id="{ED856349-79DF-4269-BEE4-3014BAD1A95F}" type="slidenum">
              <a:rPr lang="en-US" altLang="zh-CN" sz="1400" b="1" smtClean="0">
                <a:solidFill>
                  <a:srgbClr val="404040"/>
                </a:solidFill>
              </a:rPr>
              <a:t>‹#›</a:t>
            </a:fld>
            <a:endParaRPr lang="zh-CN" altLang="en-US" sz="1400" b="1" dirty="0">
              <a:solidFill>
                <a:srgbClr val="404040"/>
              </a:solidFill>
            </a:endParaRPr>
          </a:p>
        </p:txBody>
      </p:sp>
    </p:spTree>
  </p:cSld>
  <p:clrMapOvr>
    <a:masterClrMapping/>
  </p:clrMapOvr>
  <p:transition spd="med">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内页样式2-一段一图">
    <p:spTree>
      <p:nvGrpSpPr>
        <p:cNvPr id="1" name=""/>
        <p:cNvGrpSpPr/>
        <p:nvPr/>
      </p:nvGrpSpPr>
      <p:grpSpPr>
        <a:xfrm>
          <a:off x="0" y="0"/>
          <a:ext cx="0" cy="0"/>
          <a:chOff x="0" y="0"/>
          <a:chExt cx="0" cy="0"/>
        </a:xfrm>
      </p:grpSpPr>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sp>
        <p:nvSpPr>
          <p:cNvPr id="88" name="矩形 87"/>
          <p:cNvSpPr/>
          <p:nvPr userDrawn="1"/>
        </p:nvSpPr>
        <p:spPr>
          <a:xfrm>
            <a:off x="12146281" y="336478"/>
            <a:ext cx="45719" cy="26597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2" cstate="screen"/>
          <a:stretch>
            <a:fillRect/>
          </a:stretch>
        </p:blipFill>
        <p:spPr>
          <a:xfrm>
            <a:off x="9790193" y="252089"/>
            <a:ext cx="1969223" cy="432990"/>
          </a:xfrm>
          <a:prstGeom prst="rect">
            <a:avLst/>
          </a:prstGeom>
        </p:spPr>
      </p:pic>
    </p:spTree>
  </p:cSld>
  <p:clrMapOvr>
    <a:masterClrMapping/>
  </p:clrMapOvr>
  <p:transition spd="med">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内页样式3-常规">
    <p:spTree>
      <p:nvGrpSpPr>
        <p:cNvPr id="1" name=""/>
        <p:cNvGrpSpPr/>
        <p:nvPr/>
      </p:nvGrpSpPr>
      <p:grpSpPr>
        <a:xfrm>
          <a:off x="0" y="0"/>
          <a:ext cx="0" cy="0"/>
          <a:chOff x="0" y="0"/>
          <a:chExt cx="0" cy="0"/>
        </a:xfrm>
      </p:grpSpPr>
      <p:sp>
        <p:nvSpPr>
          <p:cNvPr id="32" name="任意多边形: 形状 77"/>
          <p:cNvSpPr/>
          <p:nvPr userDrawn="1"/>
        </p:nvSpPr>
        <p:spPr>
          <a:xfrm>
            <a:off x="10114068" y="210207"/>
            <a:ext cx="2789025" cy="573228"/>
          </a:xfrm>
          <a:custGeom>
            <a:avLst/>
            <a:gdLst>
              <a:gd name="connsiteX0" fmla="*/ 83399 w 1678507"/>
              <a:gd name="connsiteY0" fmla="*/ 0 h 573228"/>
              <a:gd name="connsiteX1" fmla="*/ 1678507 w 1678507"/>
              <a:gd name="connsiteY1" fmla="*/ 0 h 573228"/>
              <a:gd name="connsiteX2" fmla="*/ 1678507 w 1678507"/>
              <a:gd name="connsiteY2" fmla="*/ 573228 h 573228"/>
              <a:gd name="connsiteX3" fmla="*/ 0 w 1678507"/>
              <a:gd name="connsiteY3" fmla="*/ 573228 h 573228"/>
            </a:gdLst>
            <a:ahLst/>
            <a:cxnLst>
              <a:cxn ang="0">
                <a:pos x="connsiteX0" y="connsiteY0"/>
              </a:cxn>
              <a:cxn ang="0">
                <a:pos x="connsiteX1" y="connsiteY1"/>
              </a:cxn>
              <a:cxn ang="0">
                <a:pos x="connsiteX2" y="connsiteY2"/>
              </a:cxn>
              <a:cxn ang="0">
                <a:pos x="connsiteX3" y="connsiteY3"/>
              </a:cxn>
            </a:cxnLst>
            <a:rect l="l" t="t" r="r" b="b"/>
            <a:pathLst>
              <a:path w="1678507" h="573228">
                <a:moveTo>
                  <a:pt x="83399" y="0"/>
                </a:moveTo>
                <a:lnTo>
                  <a:pt x="1678507" y="0"/>
                </a:lnTo>
                <a:lnTo>
                  <a:pt x="1678507" y="573228"/>
                </a:lnTo>
                <a:lnTo>
                  <a:pt x="0" y="573228"/>
                </a:lnTo>
                <a:close/>
              </a:path>
            </a:pathLst>
          </a:custGeom>
          <a:solidFill>
            <a:schemeClr val="accent1"/>
          </a:solidFill>
          <a:ln>
            <a:noFill/>
          </a:ln>
        </p:spPr>
        <p:style>
          <a:lnRef idx="2">
            <a:schemeClr val="accent3">
              <a:shade val="50000"/>
            </a:schemeClr>
          </a:lnRef>
          <a:fillRef idx="1">
            <a:schemeClr val="accent3"/>
          </a:fillRef>
          <a:effectRef idx="0">
            <a:schemeClr val="accent3"/>
          </a:effectRef>
          <a:fontRef idx="minor">
            <a:schemeClr val="lt1"/>
          </a:fontRef>
        </p:style>
        <p:txBody>
          <a:bodyPr wrap="square" rtlCol="0" anchor="ctr">
            <a:noAutofit/>
          </a:bodyPr>
          <a:lstStyle/>
          <a:p>
            <a:pPr algn="ctr">
              <a:lnSpc>
                <a:spcPct val="120000"/>
              </a:lnSpc>
            </a:pPr>
            <a:endParaRPr lang="zh-CN" altLang="en-US" dirty="0">
              <a:cs typeface="+mn-ea"/>
              <a:sym typeface="+mn-lt"/>
            </a:endParaRPr>
          </a:p>
        </p:txBody>
      </p:sp>
      <p:sp>
        <p:nvSpPr>
          <p:cNvPr id="4" name="平行四边形 3"/>
          <p:cNvSpPr/>
          <p:nvPr userDrawn="1"/>
        </p:nvSpPr>
        <p:spPr>
          <a:xfrm>
            <a:off x="198120" y="302341"/>
            <a:ext cx="746398" cy="342128"/>
          </a:xfrm>
          <a:prstGeom prst="parallelogram">
            <a:avLst>
              <a:gd name="adj" fmla="val 25000"/>
            </a:avLst>
          </a:prstGeom>
          <a:solidFill>
            <a:schemeClr val="accent4"/>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lnSpc>
                <a:spcPct val="120000"/>
              </a:lnSpc>
            </a:pPr>
            <a:endParaRPr lang="zh-CN" altLang="en-US">
              <a:cs typeface="+mn-ea"/>
              <a:sym typeface="+mn-lt"/>
            </a:endParaRPr>
          </a:p>
        </p:txBody>
      </p:sp>
      <p:sp>
        <p:nvSpPr>
          <p:cNvPr id="71" name="文本框 7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72" name="组合 71"/>
          <p:cNvGrpSpPr/>
          <p:nvPr userDrawn="1"/>
        </p:nvGrpSpPr>
        <p:grpSpPr>
          <a:xfrm>
            <a:off x="598941" y="6399999"/>
            <a:ext cx="2542613" cy="276499"/>
            <a:chOff x="598941" y="6399999"/>
            <a:chExt cx="2542613" cy="276499"/>
          </a:xfrm>
          <a:solidFill>
            <a:schemeClr val="accent3"/>
          </a:solidFill>
        </p:grpSpPr>
        <p:grpSp>
          <p:nvGrpSpPr>
            <p:cNvPr id="73" name="组合 72"/>
            <p:cNvGrpSpPr/>
            <p:nvPr/>
          </p:nvGrpSpPr>
          <p:grpSpPr>
            <a:xfrm>
              <a:off x="2055693" y="6402621"/>
              <a:ext cx="1085861" cy="270805"/>
              <a:chOff x="10340336" y="2247899"/>
              <a:chExt cx="2724438" cy="679451"/>
            </a:xfrm>
            <a:grpFill/>
          </p:grpSpPr>
          <p:sp>
            <p:nvSpPr>
              <p:cNvPr id="87"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88"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89" name="组合 88"/>
              <p:cNvGrpSpPr/>
              <p:nvPr/>
            </p:nvGrpSpPr>
            <p:grpSpPr>
              <a:xfrm>
                <a:off x="10340336" y="2247899"/>
                <a:ext cx="547688" cy="679451"/>
                <a:chOff x="5548313" y="2084388"/>
                <a:chExt cx="547688" cy="679451"/>
              </a:xfrm>
              <a:grpFill/>
            </p:grpSpPr>
            <p:sp>
              <p:nvSpPr>
                <p:cNvPr id="94"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5"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0" name="组合 89"/>
              <p:cNvGrpSpPr/>
              <p:nvPr/>
            </p:nvGrpSpPr>
            <p:grpSpPr>
              <a:xfrm>
                <a:off x="11192276" y="2400300"/>
                <a:ext cx="322175" cy="373063"/>
                <a:chOff x="3792874" y="3138488"/>
                <a:chExt cx="322175" cy="373063"/>
              </a:xfrm>
              <a:grpFill/>
            </p:grpSpPr>
            <p:sp>
              <p:nvSpPr>
                <p:cNvPr id="91"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2"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3"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74" name="组合 73"/>
            <p:cNvGrpSpPr/>
            <p:nvPr/>
          </p:nvGrpSpPr>
          <p:grpSpPr>
            <a:xfrm>
              <a:off x="598941" y="6399999"/>
              <a:ext cx="1102619" cy="276499"/>
              <a:chOff x="6738929" y="2270918"/>
              <a:chExt cx="2766486" cy="693738"/>
            </a:xfrm>
            <a:grpFill/>
          </p:grpSpPr>
          <p:grpSp>
            <p:nvGrpSpPr>
              <p:cNvPr id="75" name="组合 74"/>
              <p:cNvGrpSpPr/>
              <p:nvPr/>
            </p:nvGrpSpPr>
            <p:grpSpPr>
              <a:xfrm>
                <a:off x="8180494" y="2355056"/>
                <a:ext cx="484188" cy="509588"/>
                <a:chOff x="6113463" y="3541713"/>
                <a:chExt cx="484188" cy="509588"/>
              </a:xfrm>
              <a:grpFill/>
            </p:grpSpPr>
            <p:sp>
              <p:nvSpPr>
                <p:cNvPr id="85"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6"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6" name="组合 75"/>
              <p:cNvGrpSpPr/>
              <p:nvPr/>
            </p:nvGrpSpPr>
            <p:grpSpPr>
              <a:xfrm>
                <a:off x="6738929" y="2270918"/>
                <a:ext cx="549275" cy="693738"/>
                <a:chOff x="6108700" y="2066926"/>
                <a:chExt cx="549275" cy="693738"/>
              </a:xfrm>
              <a:grpFill/>
            </p:grpSpPr>
            <p:sp>
              <p:nvSpPr>
                <p:cNvPr id="83"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4"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7" name="组合 76"/>
              <p:cNvGrpSpPr/>
              <p:nvPr/>
            </p:nvGrpSpPr>
            <p:grpSpPr>
              <a:xfrm>
                <a:off x="7532962" y="2451100"/>
                <a:ext cx="368300" cy="317500"/>
                <a:chOff x="6186488" y="2930526"/>
                <a:chExt cx="368300" cy="317500"/>
              </a:xfrm>
              <a:grpFill/>
            </p:grpSpPr>
            <p:sp>
              <p:nvSpPr>
                <p:cNvPr id="8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7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7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cxnSp>
        <p:nvCxnSpPr>
          <p:cNvPr id="96" name="直接连接符 95"/>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7" name="标题 11"/>
          <p:cNvSpPr>
            <a:spLocks noGrp="1"/>
          </p:cNvSpPr>
          <p:nvPr>
            <p:ph type="title"/>
          </p:nvPr>
        </p:nvSpPr>
        <p:spPr>
          <a:xfrm>
            <a:off x="949325"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pic>
        <p:nvPicPr>
          <p:cNvPr id="98" name="图片 97"/>
          <p:cNvPicPr>
            <a:picLocks noChangeAspect="1"/>
          </p:cNvPicPr>
          <p:nvPr userDrawn="1"/>
        </p:nvPicPr>
        <p:blipFill>
          <a:blip r:embed="rId2" cstate="screen"/>
          <a:stretch>
            <a:fillRect/>
          </a:stretch>
        </p:blipFill>
        <p:spPr>
          <a:xfrm>
            <a:off x="10277475" y="241566"/>
            <a:ext cx="1819275" cy="509219"/>
          </a:xfrm>
          <a:prstGeom prst="rect">
            <a:avLst/>
          </a:prstGeom>
        </p:spPr>
      </p:pic>
    </p:spTree>
  </p:cSld>
  <p:clrMapOvr>
    <a:masterClrMapping/>
  </p:clrMapOvr>
  <p:transition spd="med">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内页样式3-一段一图">
    <p:spTree>
      <p:nvGrpSpPr>
        <p:cNvPr id="1" name=""/>
        <p:cNvGrpSpPr/>
        <p:nvPr/>
      </p:nvGrpSpPr>
      <p:grpSpPr>
        <a:xfrm>
          <a:off x="0" y="0"/>
          <a:ext cx="0" cy="0"/>
          <a:chOff x="0" y="0"/>
          <a:chExt cx="0" cy="0"/>
        </a:xfrm>
      </p:grpSpPr>
      <p:sp>
        <p:nvSpPr>
          <p:cNvPr id="32" name="任意多边形: 形状 77"/>
          <p:cNvSpPr/>
          <p:nvPr userDrawn="1"/>
        </p:nvSpPr>
        <p:spPr>
          <a:xfrm>
            <a:off x="10114068" y="210207"/>
            <a:ext cx="2789025" cy="573228"/>
          </a:xfrm>
          <a:custGeom>
            <a:avLst/>
            <a:gdLst>
              <a:gd name="connsiteX0" fmla="*/ 83399 w 1678507"/>
              <a:gd name="connsiteY0" fmla="*/ 0 h 573228"/>
              <a:gd name="connsiteX1" fmla="*/ 1678507 w 1678507"/>
              <a:gd name="connsiteY1" fmla="*/ 0 h 573228"/>
              <a:gd name="connsiteX2" fmla="*/ 1678507 w 1678507"/>
              <a:gd name="connsiteY2" fmla="*/ 573228 h 573228"/>
              <a:gd name="connsiteX3" fmla="*/ 0 w 1678507"/>
              <a:gd name="connsiteY3" fmla="*/ 573228 h 573228"/>
            </a:gdLst>
            <a:ahLst/>
            <a:cxnLst>
              <a:cxn ang="0">
                <a:pos x="connsiteX0" y="connsiteY0"/>
              </a:cxn>
              <a:cxn ang="0">
                <a:pos x="connsiteX1" y="connsiteY1"/>
              </a:cxn>
              <a:cxn ang="0">
                <a:pos x="connsiteX2" y="connsiteY2"/>
              </a:cxn>
              <a:cxn ang="0">
                <a:pos x="connsiteX3" y="connsiteY3"/>
              </a:cxn>
            </a:cxnLst>
            <a:rect l="l" t="t" r="r" b="b"/>
            <a:pathLst>
              <a:path w="1678507" h="573228">
                <a:moveTo>
                  <a:pt x="83399" y="0"/>
                </a:moveTo>
                <a:lnTo>
                  <a:pt x="1678507" y="0"/>
                </a:lnTo>
                <a:lnTo>
                  <a:pt x="1678507" y="573228"/>
                </a:lnTo>
                <a:lnTo>
                  <a:pt x="0" y="573228"/>
                </a:lnTo>
                <a:close/>
              </a:path>
            </a:pathLst>
          </a:custGeom>
          <a:solidFill>
            <a:schemeClr val="accent1"/>
          </a:solidFill>
          <a:ln>
            <a:noFill/>
          </a:ln>
        </p:spPr>
        <p:style>
          <a:lnRef idx="2">
            <a:schemeClr val="accent3">
              <a:shade val="50000"/>
            </a:schemeClr>
          </a:lnRef>
          <a:fillRef idx="1">
            <a:schemeClr val="accent3"/>
          </a:fillRef>
          <a:effectRef idx="0">
            <a:schemeClr val="accent3"/>
          </a:effectRef>
          <a:fontRef idx="minor">
            <a:schemeClr val="lt1"/>
          </a:fontRef>
        </p:style>
        <p:txBody>
          <a:bodyPr wrap="square" rtlCol="0" anchor="ctr">
            <a:noAutofit/>
          </a:bodyPr>
          <a:lstStyle/>
          <a:p>
            <a:pPr algn="ctr">
              <a:lnSpc>
                <a:spcPct val="120000"/>
              </a:lnSpc>
            </a:pPr>
            <a:endParaRPr lang="zh-CN" altLang="en-US" dirty="0">
              <a:cs typeface="+mn-ea"/>
              <a:sym typeface="+mn-lt"/>
            </a:endParaRPr>
          </a:p>
        </p:txBody>
      </p:sp>
      <p:sp>
        <p:nvSpPr>
          <p:cNvPr id="71" name="文本框 7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pic>
        <p:nvPicPr>
          <p:cNvPr id="98" name="图片 97"/>
          <p:cNvPicPr>
            <a:picLocks noChangeAspect="1"/>
          </p:cNvPicPr>
          <p:nvPr userDrawn="1"/>
        </p:nvPicPr>
        <p:blipFill>
          <a:blip r:embed="rId2" cstate="screen"/>
          <a:stretch>
            <a:fillRect/>
          </a:stretch>
        </p:blipFill>
        <p:spPr>
          <a:xfrm>
            <a:off x="10277475" y="241566"/>
            <a:ext cx="1819275" cy="509219"/>
          </a:xfrm>
          <a:prstGeom prst="rect">
            <a:avLst/>
          </a:prstGeom>
        </p:spPr>
      </p:pic>
    </p:spTree>
  </p:cSld>
  <p:clrMapOvr>
    <a:masterClrMapping/>
  </p:clrMapOvr>
  <p:transition spd="med">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内页样式４-常规">
    <p:spTree>
      <p:nvGrpSpPr>
        <p:cNvPr id="1" name=""/>
        <p:cNvGrpSpPr/>
        <p:nvPr/>
      </p:nvGrpSpPr>
      <p:grpSpPr>
        <a:xfrm>
          <a:off x="0" y="0"/>
          <a:ext cx="0" cy="0"/>
          <a:chOff x="0" y="0"/>
          <a:chExt cx="0" cy="0"/>
        </a:xfrm>
      </p:grpSpPr>
      <p:cxnSp>
        <p:nvCxnSpPr>
          <p:cNvPr id="2" name="直接连接符 1"/>
          <p:cNvCxnSpPr/>
          <p:nvPr userDrawn="1"/>
        </p:nvCxnSpPr>
        <p:spPr>
          <a:xfrm>
            <a:off x="1366474" y="863157"/>
            <a:ext cx="10502238"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p:cNvSpPr/>
          <p:nvPr userDrawn="1"/>
        </p:nvSpPr>
        <p:spPr>
          <a:xfrm>
            <a:off x="318632" y="0"/>
            <a:ext cx="1048735" cy="873125"/>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12" name="标题 11"/>
          <p:cNvSpPr>
            <a:spLocks noGrp="1"/>
          </p:cNvSpPr>
          <p:nvPr>
            <p:ph type="title"/>
          </p:nvPr>
        </p:nvSpPr>
        <p:spPr>
          <a:xfrm>
            <a:off x="1368806" y="34431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5" name="矩形 4"/>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6632" y="6351003"/>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59" name="图片 13"/>
          <p:cNvPicPr>
            <a:picLocks noChangeAspect="1"/>
          </p:cNvPicPr>
          <p:nvPr userDrawn="1"/>
        </p:nvPicPr>
        <p:blipFill>
          <a:blip r:embed="rId2" cstate="screen"/>
          <a:stretch>
            <a:fillRect/>
          </a:stretch>
        </p:blipFill>
        <p:spPr bwMode="auto">
          <a:xfrm>
            <a:off x="10101715" y="214313"/>
            <a:ext cx="1864408" cy="690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图片 14"/>
          <p:cNvPicPr>
            <a:picLocks noChangeAspect="1"/>
          </p:cNvPicPr>
          <p:nvPr userDrawn="1"/>
        </p:nvPicPr>
        <p:blipFill>
          <a:blip r:embed="rId3" cstate="screen"/>
          <a:srcRect/>
          <a:stretch>
            <a:fillRect/>
          </a:stretch>
        </p:blipFill>
        <p:spPr bwMode="auto">
          <a:xfrm>
            <a:off x="409575" y="6269038"/>
            <a:ext cx="1817688" cy="5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内页样式４-一段一图">
    <p:spTree>
      <p:nvGrpSpPr>
        <p:cNvPr id="1" name=""/>
        <p:cNvGrpSpPr/>
        <p:nvPr/>
      </p:nvGrpSpPr>
      <p:grpSpPr>
        <a:xfrm>
          <a:off x="0" y="0"/>
          <a:ext cx="0" cy="0"/>
          <a:chOff x="0" y="0"/>
          <a:chExt cx="0" cy="0"/>
        </a:xfrm>
      </p:grpSpPr>
      <p:cxnSp>
        <p:nvCxnSpPr>
          <p:cNvPr id="2" name="直接连接符 1"/>
          <p:cNvCxnSpPr/>
          <p:nvPr userDrawn="1"/>
        </p:nvCxnSpPr>
        <p:spPr>
          <a:xfrm>
            <a:off x="10185149" y="863157"/>
            <a:ext cx="1683563"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59" name="图片 13"/>
          <p:cNvPicPr>
            <a:picLocks noChangeAspect="1"/>
          </p:cNvPicPr>
          <p:nvPr userDrawn="1"/>
        </p:nvPicPr>
        <p:blipFill>
          <a:blip r:embed="rId2" cstate="screen"/>
          <a:stretch>
            <a:fillRect/>
          </a:stretch>
        </p:blipFill>
        <p:spPr bwMode="auto">
          <a:xfrm>
            <a:off x="10101715" y="214313"/>
            <a:ext cx="1864408" cy="690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内页样式5-常规">
    <p:spTree>
      <p:nvGrpSpPr>
        <p:cNvPr id="1" name=""/>
        <p:cNvGrpSpPr/>
        <p:nvPr/>
      </p:nvGrpSpPr>
      <p:grpSpPr>
        <a:xfrm>
          <a:off x="0" y="0"/>
          <a:ext cx="0" cy="0"/>
          <a:chOff x="0" y="0"/>
          <a:chExt cx="0" cy="0"/>
        </a:xfrm>
      </p:grpSpPr>
      <p:sp>
        <p:nvSpPr>
          <p:cNvPr id="12" name="标题 11"/>
          <p:cNvSpPr>
            <a:spLocks noGrp="1"/>
          </p:cNvSpPr>
          <p:nvPr>
            <p:ph type="title"/>
          </p:nvPr>
        </p:nvSpPr>
        <p:spPr>
          <a:xfrm>
            <a:off x="749863"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56" name="组合 55"/>
          <p:cNvGrpSpPr/>
          <p:nvPr userDrawn="1"/>
        </p:nvGrpSpPr>
        <p:grpSpPr>
          <a:xfrm>
            <a:off x="522741" y="6399999"/>
            <a:ext cx="2542613" cy="276499"/>
            <a:chOff x="598941" y="6399999"/>
            <a:chExt cx="2542613" cy="276499"/>
          </a:xfrm>
          <a:solidFill>
            <a:schemeClr val="accent3"/>
          </a:solidFill>
        </p:grpSpPr>
        <p:grpSp>
          <p:nvGrpSpPr>
            <p:cNvPr id="33" name="组合 32"/>
            <p:cNvGrpSpPr/>
            <p:nvPr/>
          </p:nvGrpSpPr>
          <p:grpSpPr>
            <a:xfrm>
              <a:off x="2055693" y="6402621"/>
              <a:ext cx="1085861" cy="270805"/>
              <a:chOff x="10340336" y="2247899"/>
              <a:chExt cx="2724438" cy="679451"/>
            </a:xfrm>
            <a:grpFill/>
          </p:grpSpPr>
          <p:sp>
            <p:nvSpPr>
              <p:cNvPr id="47"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48"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49" name="组合 48"/>
              <p:cNvGrpSpPr/>
              <p:nvPr/>
            </p:nvGrpSpPr>
            <p:grpSpPr>
              <a:xfrm>
                <a:off x="10340336" y="2247899"/>
                <a:ext cx="547688" cy="679451"/>
                <a:chOff x="5548313" y="2084388"/>
                <a:chExt cx="547688" cy="679451"/>
              </a:xfrm>
              <a:grpFill/>
            </p:grpSpPr>
            <p:sp>
              <p:nvSpPr>
                <p:cNvPr id="54"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5"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0" name="组合 49"/>
              <p:cNvGrpSpPr/>
              <p:nvPr/>
            </p:nvGrpSpPr>
            <p:grpSpPr>
              <a:xfrm>
                <a:off x="11192276" y="2400300"/>
                <a:ext cx="322175" cy="373063"/>
                <a:chOff x="3792874" y="3138488"/>
                <a:chExt cx="322175" cy="373063"/>
              </a:xfrm>
              <a:grpFill/>
            </p:grpSpPr>
            <p:sp>
              <p:nvSpPr>
                <p:cNvPr id="51"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2"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34" name="组合 33"/>
            <p:cNvGrpSpPr/>
            <p:nvPr/>
          </p:nvGrpSpPr>
          <p:grpSpPr>
            <a:xfrm>
              <a:off x="598941" y="6399999"/>
              <a:ext cx="1102619" cy="276499"/>
              <a:chOff x="6738929" y="2270918"/>
              <a:chExt cx="2766486" cy="693738"/>
            </a:xfrm>
            <a:grpFill/>
          </p:grpSpPr>
          <p:grpSp>
            <p:nvGrpSpPr>
              <p:cNvPr id="35" name="组合 34"/>
              <p:cNvGrpSpPr/>
              <p:nvPr/>
            </p:nvGrpSpPr>
            <p:grpSpPr>
              <a:xfrm>
                <a:off x="8180494" y="2355056"/>
                <a:ext cx="484188" cy="509588"/>
                <a:chOff x="6113463" y="3541713"/>
                <a:chExt cx="484188" cy="509588"/>
              </a:xfrm>
              <a:grpFill/>
            </p:grpSpPr>
            <p:sp>
              <p:nvSpPr>
                <p:cNvPr id="45"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6"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6" name="组合 35"/>
              <p:cNvGrpSpPr/>
              <p:nvPr/>
            </p:nvGrpSpPr>
            <p:grpSpPr>
              <a:xfrm>
                <a:off x="6738929" y="2270918"/>
                <a:ext cx="549275" cy="693738"/>
                <a:chOff x="6108700" y="2066926"/>
                <a:chExt cx="549275" cy="693738"/>
              </a:xfrm>
              <a:grpFill/>
            </p:grpSpPr>
            <p:sp>
              <p:nvSpPr>
                <p:cNvPr id="43"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4"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7" name="组合 36"/>
              <p:cNvGrpSpPr/>
              <p:nvPr/>
            </p:nvGrpSpPr>
            <p:grpSpPr>
              <a:xfrm>
                <a:off x="7532962" y="2451100"/>
                <a:ext cx="368300" cy="317500"/>
                <a:chOff x="6186488" y="2930526"/>
                <a:chExt cx="368300" cy="317500"/>
              </a:xfrm>
              <a:grpFill/>
            </p:grpSpPr>
            <p:sp>
              <p:nvSpPr>
                <p:cNvPr id="4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3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3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57" name="图片 56"/>
          <p:cNvPicPr>
            <a:picLocks noChangeAspect="1"/>
          </p:cNvPicPr>
          <p:nvPr userDrawn="1"/>
        </p:nvPicPr>
        <p:blipFill rotWithShape="1">
          <a:blip r:embed="rId2" cstate="screen"/>
          <a:srcRect l="-333"/>
          <a:stretch>
            <a:fillRect/>
          </a:stretch>
        </p:blipFill>
        <p:spPr>
          <a:xfrm>
            <a:off x="11282579" y="252089"/>
            <a:ext cx="432990" cy="432990"/>
          </a:xfrm>
          <a:prstGeom prst="rect">
            <a:avLst/>
          </a:prstGeom>
        </p:spPr>
      </p:pic>
      <p:cxnSp>
        <p:nvCxnSpPr>
          <p:cNvPr id="87" name="直接连接符 86"/>
          <p:cNvCxnSpPr/>
          <p:nvPr userDrawn="1"/>
        </p:nvCxnSpPr>
        <p:spPr>
          <a:xfrm>
            <a:off x="442913" y="821731"/>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userDrawn="1"/>
        </p:nvGrpSpPr>
        <p:grpSpPr>
          <a:xfrm>
            <a:off x="-511603" y="253621"/>
            <a:ext cx="1221064" cy="438825"/>
            <a:chOff x="-529708" y="381991"/>
            <a:chExt cx="1221064" cy="438825"/>
          </a:xfrm>
        </p:grpSpPr>
        <p:sp>
          <p:nvSpPr>
            <p:cNvPr id="58" name="梯形 57"/>
            <p:cNvSpPr/>
            <p:nvPr userDrawn="1"/>
          </p:nvSpPr>
          <p:spPr>
            <a:xfrm rot="16200000">
              <a:off x="-107121" y="-40596"/>
              <a:ext cx="375890" cy="1221064"/>
            </a:xfrm>
            <a:prstGeom prst="trapezoid">
              <a:avLst>
                <a:gd name="adj" fmla="val 7230"/>
              </a:avLst>
            </a:prstGeom>
            <a:gradFill>
              <a:gsLst>
                <a:gs pos="100000">
                  <a:schemeClr val="accent1"/>
                </a:gs>
                <a:gs pos="0">
                  <a:schemeClr val="accent1">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梯形 58"/>
            <p:cNvSpPr/>
            <p:nvPr userDrawn="1"/>
          </p:nvSpPr>
          <p:spPr>
            <a:xfrm rot="16200000">
              <a:off x="-79397" y="146495"/>
              <a:ext cx="267255" cy="1058332"/>
            </a:xfrm>
            <a:prstGeom prst="trapezoid">
              <a:avLst>
                <a:gd name="adj" fmla="val 723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梯形 59"/>
            <p:cNvSpPr/>
            <p:nvPr userDrawn="1"/>
          </p:nvSpPr>
          <p:spPr>
            <a:xfrm rot="16200000">
              <a:off x="-95133" y="158023"/>
              <a:ext cx="267255" cy="1058332"/>
            </a:xfrm>
            <a:prstGeom prst="trapezoid">
              <a:avLst>
                <a:gd name="adj" fmla="val 7230"/>
              </a:avLst>
            </a:prstGeom>
            <a:gradFill flip="none" rotWithShape="1">
              <a:gsLst>
                <a:gs pos="100000">
                  <a:schemeClr val="accent4"/>
                </a:gs>
                <a:gs pos="0">
                  <a:schemeClr val="accent4">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transition spd="med">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内页样式5-一段一图">
    <p:spTree>
      <p:nvGrpSpPr>
        <p:cNvPr id="1" name=""/>
        <p:cNvGrpSpPr/>
        <p:nvPr/>
      </p:nvGrpSpPr>
      <p:grpSpPr>
        <a:xfrm>
          <a:off x="0" y="0"/>
          <a:ext cx="0" cy="0"/>
          <a:chOff x="0" y="0"/>
          <a:chExt cx="0" cy="0"/>
        </a:xfrm>
      </p:grpSpPr>
      <p:sp>
        <p:nvSpPr>
          <p:cNvPr id="61" name="文本框 6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pic>
        <p:nvPicPr>
          <p:cNvPr id="86" name="图片 85"/>
          <p:cNvPicPr>
            <a:picLocks noChangeAspect="1"/>
          </p:cNvPicPr>
          <p:nvPr userDrawn="1"/>
        </p:nvPicPr>
        <p:blipFill rotWithShape="1">
          <a:blip r:embed="rId2" cstate="screen"/>
          <a:srcRect l="-333"/>
          <a:stretch>
            <a:fillRect/>
          </a:stretch>
        </p:blipFill>
        <p:spPr>
          <a:xfrm>
            <a:off x="11282579" y="252089"/>
            <a:ext cx="432990" cy="432990"/>
          </a:xfrm>
          <a:prstGeom prst="rect">
            <a:avLst/>
          </a:prstGeom>
        </p:spPr>
      </p:pic>
    </p:spTree>
  </p:cSld>
  <p:clrMapOvr>
    <a:masterClrMapping/>
  </p:clrMapOvr>
  <p:transition spd="med">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内页样式6-常规">
    <p:spTree>
      <p:nvGrpSpPr>
        <p:cNvPr id="1" name=""/>
        <p:cNvGrpSpPr/>
        <p:nvPr/>
      </p:nvGrpSpPr>
      <p:grpSpPr>
        <a:xfrm>
          <a:off x="0" y="0"/>
          <a:ext cx="0" cy="0"/>
          <a:chOff x="0" y="0"/>
          <a:chExt cx="0" cy="0"/>
        </a:xfrm>
      </p:grpSpPr>
      <p:sp>
        <p:nvSpPr>
          <p:cNvPr id="47" name="矩形 46"/>
          <p:cNvSpPr/>
          <p:nvPr userDrawn="1"/>
        </p:nvSpPr>
        <p:spPr>
          <a:xfrm>
            <a:off x="442912" y="-82551"/>
            <a:ext cx="11306175" cy="908709"/>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userDrawn="1"/>
        </p:nvSpPr>
        <p:spPr>
          <a:xfrm>
            <a:off x="442913" y="0"/>
            <a:ext cx="11306175" cy="8261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标题 11"/>
          <p:cNvSpPr>
            <a:spLocks noGrp="1"/>
          </p:cNvSpPr>
          <p:nvPr>
            <p:ph type="title"/>
          </p:nvPr>
        </p:nvSpPr>
        <p:spPr>
          <a:xfrm>
            <a:off x="1173494" y="249067"/>
            <a:ext cx="8048203"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8" name="组合 7"/>
          <p:cNvGrpSpPr/>
          <p:nvPr userDrawn="1"/>
        </p:nvGrpSpPr>
        <p:grpSpPr>
          <a:xfrm>
            <a:off x="598941" y="6399999"/>
            <a:ext cx="2542613" cy="276499"/>
            <a:chOff x="598941" y="6399999"/>
            <a:chExt cx="2542613" cy="276499"/>
          </a:xfrm>
          <a:solidFill>
            <a:schemeClr val="accent3"/>
          </a:solidFill>
        </p:grpSpPr>
        <p:grpSp>
          <p:nvGrpSpPr>
            <p:cNvPr id="9" name="组合 8"/>
            <p:cNvGrpSpPr/>
            <p:nvPr/>
          </p:nvGrpSpPr>
          <p:grpSpPr>
            <a:xfrm>
              <a:off x="2055693" y="6402621"/>
              <a:ext cx="1085861" cy="270805"/>
              <a:chOff x="10340336" y="2247899"/>
              <a:chExt cx="2724438" cy="679451"/>
            </a:xfrm>
            <a:grpFill/>
          </p:grpSpPr>
          <p:sp>
            <p:nvSpPr>
              <p:cNvPr id="23"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25" name="组合 24"/>
              <p:cNvGrpSpPr/>
              <p:nvPr/>
            </p:nvGrpSpPr>
            <p:grpSpPr>
              <a:xfrm>
                <a:off x="10340336" y="2247899"/>
                <a:ext cx="547688" cy="679451"/>
                <a:chOff x="5548313" y="2084388"/>
                <a:chExt cx="547688" cy="679451"/>
              </a:xfrm>
              <a:grpFill/>
            </p:grpSpPr>
            <p:sp>
              <p:nvSpPr>
                <p:cNvPr id="30"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6" name="组合 25"/>
              <p:cNvGrpSpPr/>
              <p:nvPr/>
            </p:nvGrpSpPr>
            <p:grpSpPr>
              <a:xfrm>
                <a:off x="11192276" y="2400300"/>
                <a:ext cx="322175" cy="373063"/>
                <a:chOff x="3792874" y="3138488"/>
                <a:chExt cx="322175" cy="373063"/>
              </a:xfrm>
              <a:grpFill/>
            </p:grpSpPr>
            <p:sp>
              <p:nvSpPr>
                <p:cNvPr id="27"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8"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0" name="组合 9"/>
            <p:cNvGrpSpPr/>
            <p:nvPr/>
          </p:nvGrpSpPr>
          <p:grpSpPr>
            <a:xfrm>
              <a:off x="598941" y="6399999"/>
              <a:ext cx="1102619" cy="276499"/>
              <a:chOff x="6738929" y="2270918"/>
              <a:chExt cx="2766486" cy="693738"/>
            </a:xfrm>
            <a:grpFill/>
          </p:grpSpPr>
          <p:grpSp>
            <p:nvGrpSpPr>
              <p:cNvPr id="11" name="组合 10"/>
              <p:cNvGrpSpPr/>
              <p:nvPr/>
            </p:nvGrpSpPr>
            <p:grpSpPr>
              <a:xfrm>
                <a:off x="8180494" y="2355056"/>
                <a:ext cx="484188" cy="509588"/>
                <a:chOff x="6113463" y="3541713"/>
                <a:chExt cx="484188" cy="509588"/>
              </a:xfrm>
              <a:grpFill/>
            </p:grpSpPr>
            <p:sp>
              <p:nvSpPr>
                <p:cNvPr id="21"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2"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 name="组合 11"/>
              <p:cNvGrpSpPr/>
              <p:nvPr/>
            </p:nvGrpSpPr>
            <p:grpSpPr>
              <a:xfrm>
                <a:off x="6738929" y="2270918"/>
                <a:ext cx="549275" cy="693738"/>
                <a:chOff x="6108700" y="2066926"/>
                <a:chExt cx="549275" cy="693738"/>
              </a:xfrm>
              <a:grpFill/>
            </p:grpSpPr>
            <p:sp>
              <p:nvSpPr>
                <p:cNvPr id="19"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0"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3" name="组合 12"/>
              <p:cNvGrpSpPr/>
              <p:nvPr/>
            </p:nvGrpSpPr>
            <p:grpSpPr>
              <a:xfrm>
                <a:off x="7532962" y="2451100"/>
                <a:ext cx="368300" cy="317500"/>
                <a:chOff x="6186488" y="2930526"/>
                <a:chExt cx="368300" cy="317500"/>
              </a:xfrm>
              <a:grpFill/>
            </p:grpSpPr>
            <p:sp>
              <p:nvSpPr>
                <p:cNvPr id="16"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8"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4"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15"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cxnSp>
        <p:nvCxnSpPr>
          <p:cNvPr id="38" name="直接连接符 37"/>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2" name="图片 41"/>
          <p:cNvPicPr>
            <a:picLocks noChangeAspect="1"/>
          </p:cNvPicPr>
          <p:nvPr userDrawn="1"/>
        </p:nvPicPr>
        <p:blipFill>
          <a:blip r:embed="rId2" cstate="screen"/>
          <a:stretch>
            <a:fillRect/>
          </a:stretch>
        </p:blipFill>
        <p:spPr>
          <a:xfrm>
            <a:off x="9590168" y="252089"/>
            <a:ext cx="1969223" cy="432990"/>
          </a:xfrm>
          <a:prstGeom prst="rect">
            <a:avLst/>
          </a:prstGeom>
        </p:spPr>
      </p:pic>
      <p:grpSp>
        <p:nvGrpSpPr>
          <p:cNvPr id="46" name="组合 45"/>
          <p:cNvGrpSpPr/>
          <p:nvPr userDrawn="1"/>
        </p:nvGrpSpPr>
        <p:grpSpPr>
          <a:xfrm>
            <a:off x="637534" y="199773"/>
            <a:ext cx="463263" cy="481001"/>
            <a:chOff x="598941" y="128599"/>
            <a:chExt cx="463263" cy="481001"/>
          </a:xfrm>
        </p:grpSpPr>
        <p:sp>
          <p:nvSpPr>
            <p:cNvPr id="45" name="矩形 44"/>
            <p:cNvSpPr/>
            <p:nvPr userDrawn="1"/>
          </p:nvSpPr>
          <p:spPr>
            <a:xfrm>
              <a:off x="701671" y="249067"/>
              <a:ext cx="360533" cy="36053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userDrawn="1"/>
          </p:nvSpPr>
          <p:spPr>
            <a:xfrm>
              <a:off x="701671" y="247801"/>
              <a:ext cx="275115" cy="25652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598941" y="128599"/>
              <a:ext cx="360533" cy="36053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transition spd="med">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内页样式6-一段一图">
    <p:spTree>
      <p:nvGrpSpPr>
        <p:cNvPr id="1" name=""/>
        <p:cNvGrpSpPr/>
        <p:nvPr/>
      </p:nvGrpSpPr>
      <p:grpSpPr>
        <a:xfrm>
          <a:off x="0" y="0"/>
          <a:ext cx="0" cy="0"/>
          <a:chOff x="0" y="0"/>
          <a:chExt cx="0" cy="0"/>
        </a:xfrm>
      </p:grpSpPr>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sp>
        <p:nvSpPr>
          <p:cNvPr id="35" name="矩形 34"/>
          <p:cNvSpPr/>
          <p:nvPr userDrawn="1"/>
        </p:nvSpPr>
        <p:spPr>
          <a:xfrm>
            <a:off x="9402184" y="-82800"/>
            <a:ext cx="2346903" cy="907200"/>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p:cNvSpPr/>
          <p:nvPr userDrawn="1"/>
        </p:nvSpPr>
        <p:spPr>
          <a:xfrm>
            <a:off x="9402184" y="0"/>
            <a:ext cx="2346904" cy="8261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9" name="图片 38"/>
          <p:cNvPicPr>
            <a:picLocks noChangeAspect="1"/>
          </p:cNvPicPr>
          <p:nvPr userDrawn="1"/>
        </p:nvPicPr>
        <p:blipFill>
          <a:blip r:embed="rId2" cstate="screen"/>
          <a:stretch>
            <a:fillRect/>
          </a:stretch>
        </p:blipFill>
        <p:spPr>
          <a:xfrm>
            <a:off x="9590168" y="252089"/>
            <a:ext cx="1969223" cy="432990"/>
          </a:xfrm>
          <a:prstGeom prst="rect">
            <a:avLst/>
          </a:prstGeom>
        </p:spPr>
      </p:pic>
    </p:spTree>
  </p:cSld>
  <p:clrMapOvr>
    <a:masterClrMapping/>
  </p:clrMapOvr>
  <p:transition spd="med">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内页样式7-常规">
    <p:spTree>
      <p:nvGrpSpPr>
        <p:cNvPr id="1" name=""/>
        <p:cNvGrpSpPr/>
        <p:nvPr/>
      </p:nvGrpSpPr>
      <p:grpSpPr>
        <a:xfrm>
          <a:off x="0" y="0"/>
          <a:ext cx="0" cy="0"/>
          <a:chOff x="0" y="0"/>
          <a:chExt cx="0" cy="0"/>
        </a:xfrm>
      </p:grpSpPr>
      <p:sp>
        <p:nvSpPr>
          <p:cNvPr id="2" name="平行四边形 1"/>
          <p:cNvSpPr/>
          <p:nvPr userDrawn="1"/>
        </p:nvSpPr>
        <p:spPr>
          <a:xfrm>
            <a:off x="658714" y="482300"/>
            <a:ext cx="748201" cy="484094"/>
          </a:xfrm>
          <a:prstGeom prst="parallelogram">
            <a:avLst>
              <a:gd name="adj" fmla="val 71667"/>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p:cNvSpPr/>
          <p:nvPr userDrawn="1"/>
        </p:nvSpPr>
        <p:spPr>
          <a:xfrm>
            <a:off x="442912" y="-82800"/>
            <a:ext cx="11306175" cy="846000"/>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userDrawn="1"/>
        </p:nvSpPr>
        <p:spPr>
          <a:xfrm>
            <a:off x="442913" y="0"/>
            <a:ext cx="11306175" cy="7626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标题 11"/>
          <p:cNvSpPr>
            <a:spLocks noGrp="1"/>
          </p:cNvSpPr>
          <p:nvPr>
            <p:ph type="title"/>
          </p:nvPr>
        </p:nvSpPr>
        <p:spPr>
          <a:xfrm>
            <a:off x="1173494" y="185567"/>
            <a:ext cx="8048203"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8" name="组合 7"/>
          <p:cNvGrpSpPr/>
          <p:nvPr userDrawn="1"/>
        </p:nvGrpSpPr>
        <p:grpSpPr>
          <a:xfrm>
            <a:off x="598941" y="6399999"/>
            <a:ext cx="2542613" cy="276499"/>
            <a:chOff x="598941" y="6399999"/>
            <a:chExt cx="2542613" cy="276499"/>
          </a:xfrm>
          <a:solidFill>
            <a:schemeClr val="accent3"/>
          </a:solidFill>
        </p:grpSpPr>
        <p:grpSp>
          <p:nvGrpSpPr>
            <p:cNvPr id="9" name="组合 8"/>
            <p:cNvGrpSpPr/>
            <p:nvPr/>
          </p:nvGrpSpPr>
          <p:grpSpPr>
            <a:xfrm>
              <a:off x="2055693" y="6402621"/>
              <a:ext cx="1085861" cy="270805"/>
              <a:chOff x="10340336" y="2247899"/>
              <a:chExt cx="2724438" cy="679451"/>
            </a:xfrm>
            <a:grpFill/>
          </p:grpSpPr>
          <p:sp>
            <p:nvSpPr>
              <p:cNvPr id="23"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25" name="组合 24"/>
              <p:cNvGrpSpPr/>
              <p:nvPr/>
            </p:nvGrpSpPr>
            <p:grpSpPr>
              <a:xfrm>
                <a:off x="10340336" y="2247899"/>
                <a:ext cx="547688" cy="679451"/>
                <a:chOff x="5548313" y="2084388"/>
                <a:chExt cx="547688" cy="679451"/>
              </a:xfrm>
              <a:grpFill/>
            </p:grpSpPr>
            <p:sp>
              <p:nvSpPr>
                <p:cNvPr id="30"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6" name="组合 25"/>
              <p:cNvGrpSpPr/>
              <p:nvPr/>
            </p:nvGrpSpPr>
            <p:grpSpPr>
              <a:xfrm>
                <a:off x="11192276" y="2400300"/>
                <a:ext cx="322175" cy="373063"/>
                <a:chOff x="3792874" y="3138488"/>
                <a:chExt cx="322175" cy="373063"/>
              </a:xfrm>
              <a:grpFill/>
            </p:grpSpPr>
            <p:sp>
              <p:nvSpPr>
                <p:cNvPr id="27"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8"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0" name="组合 9"/>
            <p:cNvGrpSpPr/>
            <p:nvPr/>
          </p:nvGrpSpPr>
          <p:grpSpPr>
            <a:xfrm>
              <a:off x="598941" y="6399999"/>
              <a:ext cx="1102619" cy="276499"/>
              <a:chOff x="6738929" y="2270918"/>
              <a:chExt cx="2766486" cy="693738"/>
            </a:xfrm>
            <a:grpFill/>
          </p:grpSpPr>
          <p:grpSp>
            <p:nvGrpSpPr>
              <p:cNvPr id="11" name="组合 10"/>
              <p:cNvGrpSpPr/>
              <p:nvPr/>
            </p:nvGrpSpPr>
            <p:grpSpPr>
              <a:xfrm>
                <a:off x="8180494" y="2355056"/>
                <a:ext cx="484188" cy="509588"/>
                <a:chOff x="6113463" y="3541713"/>
                <a:chExt cx="484188" cy="509588"/>
              </a:xfrm>
              <a:grpFill/>
            </p:grpSpPr>
            <p:sp>
              <p:nvSpPr>
                <p:cNvPr id="21"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2"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 name="组合 11"/>
              <p:cNvGrpSpPr/>
              <p:nvPr/>
            </p:nvGrpSpPr>
            <p:grpSpPr>
              <a:xfrm>
                <a:off x="6738929" y="2270918"/>
                <a:ext cx="549275" cy="693738"/>
                <a:chOff x="6108700" y="2066926"/>
                <a:chExt cx="549275" cy="693738"/>
              </a:xfrm>
              <a:grpFill/>
            </p:grpSpPr>
            <p:sp>
              <p:nvSpPr>
                <p:cNvPr id="19"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0"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3" name="组合 12"/>
              <p:cNvGrpSpPr/>
              <p:nvPr/>
            </p:nvGrpSpPr>
            <p:grpSpPr>
              <a:xfrm>
                <a:off x="7532962" y="2451100"/>
                <a:ext cx="368300" cy="317500"/>
                <a:chOff x="6186488" y="2930526"/>
                <a:chExt cx="368300" cy="317500"/>
              </a:xfrm>
              <a:grpFill/>
            </p:grpSpPr>
            <p:sp>
              <p:nvSpPr>
                <p:cNvPr id="16"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8"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4"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15"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cxnSp>
        <p:nvCxnSpPr>
          <p:cNvPr id="38" name="直接连接符 37"/>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2" name="图片 41"/>
          <p:cNvPicPr>
            <a:picLocks noChangeAspect="1"/>
          </p:cNvPicPr>
          <p:nvPr userDrawn="1"/>
        </p:nvPicPr>
        <p:blipFill>
          <a:blip r:embed="rId2" cstate="screen"/>
          <a:stretch>
            <a:fillRect/>
          </a:stretch>
        </p:blipFill>
        <p:spPr>
          <a:xfrm>
            <a:off x="9590168" y="188589"/>
            <a:ext cx="1969223" cy="432990"/>
          </a:xfrm>
          <a:prstGeom prst="rect">
            <a:avLst/>
          </a:prstGeom>
        </p:spPr>
      </p:pic>
      <p:sp>
        <p:nvSpPr>
          <p:cNvPr id="43" name="矩形 42"/>
          <p:cNvSpPr/>
          <p:nvPr userDrawn="1"/>
        </p:nvSpPr>
        <p:spPr>
          <a:xfrm>
            <a:off x="648385" y="0"/>
            <a:ext cx="413819" cy="966395"/>
          </a:xfrm>
          <a:prstGeom prst="rect">
            <a:avLst/>
          </a:prstGeom>
          <a:ln>
            <a:noFill/>
          </a:ln>
          <a:effectLst>
            <a:outerShdw blurRad="127000" dist="25400" dir="5400000" sx="102000" sy="102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transition spd="med">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内页样式7-一段一图">
    <p:spTree>
      <p:nvGrpSpPr>
        <p:cNvPr id="1" name=""/>
        <p:cNvGrpSpPr/>
        <p:nvPr/>
      </p:nvGrpSpPr>
      <p:grpSpPr>
        <a:xfrm>
          <a:off x="0" y="0"/>
          <a:ext cx="0" cy="0"/>
          <a:chOff x="0" y="0"/>
          <a:chExt cx="0" cy="0"/>
        </a:xfrm>
      </p:grpSpPr>
      <p:sp>
        <p:nvSpPr>
          <p:cNvPr id="34" name="文本框 33"/>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sp>
        <p:nvSpPr>
          <p:cNvPr id="7" name="矩形 6"/>
          <p:cNvSpPr/>
          <p:nvPr userDrawn="1"/>
        </p:nvSpPr>
        <p:spPr>
          <a:xfrm>
            <a:off x="9385300" y="-82550"/>
            <a:ext cx="2363787" cy="845208"/>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userDrawn="1"/>
        </p:nvSpPr>
        <p:spPr>
          <a:xfrm>
            <a:off x="9385300" y="0"/>
            <a:ext cx="2363788" cy="7626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图片 9"/>
          <p:cNvPicPr>
            <a:picLocks noChangeAspect="1"/>
          </p:cNvPicPr>
          <p:nvPr userDrawn="1"/>
        </p:nvPicPr>
        <p:blipFill>
          <a:blip r:embed="rId2" cstate="screen"/>
          <a:stretch>
            <a:fillRect/>
          </a:stretch>
        </p:blipFill>
        <p:spPr>
          <a:xfrm>
            <a:off x="9590168" y="188589"/>
            <a:ext cx="1969223" cy="432990"/>
          </a:xfrm>
          <a:prstGeom prst="rect">
            <a:avLst/>
          </a:prstGeom>
        </p:spPr>
      </p:pic>
    </p:spTree>
  </p:cSld>
  <p:clrMapOvr>
    <a:masterClrMapping/>
  </p:clrMapOvr>
  <p:transition spd="med">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内页样式8-常规">
    <p:spTree>
      <p:nvGrpSpPr>
        <p:cNvPr id="1" name=""/>
        <p:cNvGrpSpPr/>
        <p:nvPr/>
      </p:nvGrpSpPr>
      <p:grpSpPr>
        <a:xfrm>
          <a:off x="0" y="0"/>
          <a:ext cx="0" cy="0"/>
          <a:chOff x="0" y="0"/>
          <a:chExt cx="0" cy="0"/>
        </a:xfrm>
      </p:grpSpPr>
      <p:sp>
        <p:nvSpPr>
          <p:cNvPr id="7" name="矩形 6"/>
          <p:cNvSpPr/>
          <p:nvPr userDrawn="1"/>
        </p:nvSpPr>
        <p:spPr>
          <a:xfrm>
            <a:off x="318632" y="6188075"/>
            <a:ext cx="1155008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矩形 7"/>
          <p:cNvSpPr/>
          <p:nvPr userDrawn="1"/>
        </p:nvSpPr>
        <p:spPr>
          <a:xfrm>
            <a:off x="318632" y="0"/>
            <a:ext cx="11550080" cy="873125"/>
          </a:xfrm>
          <a:prstGeom prst="rect">
            <a:avLst/>
          </a:prstGeom>
          <a:solidFill>
            <a:schemeClr val="accent1"/>
          </a:solidFill>
          <a:ln>
            <a:solidFill>
              <a:schemeClr val="accent1"/>
            </a:solidFill>
          </a:ln>
          <a:effectLst>
            <a:outerShdw blurRad="127000" dist="38100" dir="5400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solidFill>
                <a:schemeClr val="bg1"/>
              </a:solidFill>
            </a:endParaRPr>
          </a:p>
        </p:txBody>
      </p:sp>
      <p:sp>
        <p:nvSpPr>
          <p:cNvPr id="9" name="标题 11"/>
          <p:cNvSpPr>
            <a:spLocks noGrp="1"/>
          </p:cNvSpPr>
          <p:nvPr>
            <p:ph type="title"/>
          </p:nvPr>
        </p:nvSpPr>
        <p:spPr>
          <a:xfrm>
            <a:off x="541539" y="247495"/>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solidFill>
                  <a:schemeClr val="bg1"/>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grpSp>
        <p:nvGrpSpPr>
          <p:cNvPr id="13" name="组合 12"/>
          <p:cNvGrpSpPr/>
          <p:nvPr userDrawn="1"/>
        </p:nvGrpSpPr>
        <p:grpSpPr>
          <a:xfrm>
            <a:off x="598941" y="6399999"/>
            <a:ext cx="2542613" cy="276499"/>
            <a:chOff x="598941" y="6399999"/>
            <a:chExt cx="2542613" cy="276499"/>
          </a:xfrm>
          <a:solidFill>
            <a:schemeClr val="bg1"/>
          </a:solidFill>
        </p:grpSpPr>
        <p:grpSp>
          <p:nvGrpSpPr>
            <p:cNvPr id="14" name="组合 13"/>
            <p:cNvGrpSpPr/>
            <p:nvPr/>
          </p:nvGrpSpPr>
          <p:grpSpPr>
            <a:xfrm>
              <a:off x="2055693" y="6402621"/>
              <a:ext cx="1085861" cy="270805"/>
              <a:chOff x="10340336" y="2247899"/>
              <a:chExt cx="2724438" cy="679451"/>
            </a:xfrm>
            <a:grpFill/>
          </p:grpSpPr>
          <p:sp>
            <p:nvSpPr>
              <p:cNvPr id="28"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29"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0" name="组合 29"/>
              <p:cNvGrpSpPr/>
              <p:nvPr/>
            </p:nvGrpSpPr>
            <p:grpSpPr>
              <a:xfrm>
                <a:off x="10340336" y="2247899"/>
                <a:ext cx="547688" cy="679451"/>
                <a:chOff x="5548313" y="2084388"/>
                <a:chExt cx="547688" cy="679451"/>
              </a:xfrm>
              <a:grpFill/>
            </p:grpSpPr>
            <p:sp>
              <p:nvSpPr>
                <p:cNvPr id="35"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1" name="组合 30"/>
              <p:cNvGrpSpPr/>
              <p:nvPr/>
            </p:nvGrpSpPr>
            <p:grpSpPr>
              <a:xfrm>
                <a:off x="11192276" y="2400300"/>
                <a:ext cx="322175" cy="373063"/>
                <a:chOff x="3792874" y="3138488"/>
                <a:chExt cx="322175" cy="373063"/>
              </a:xfrm>
              <a:grpFill/>
            </p:grpSpPr>
            <p:sp>
              <p:nvSpPr>
                <p:cNvPr id="32"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3"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4"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5" name="组合 14"/>
            <p:cNvGrpSpPr/>
            <p:nvPr/>
          </p:nvGrpSpPr>
          <p:grpSpPr>
            <a:xfrm>
              <a:off x="598941" y="6399999"/>
              <a:ext cx="1102619" cy="276499"/>
              <a:chOff x="6738929" y="2270918"/>
              <a:chExt cx="2766486" cy="693738"/>
            </a:xfrm>
            <a:grpFill/>
          </p:grpSpPr>
          <p:grpSp>
            <p:nvGrpSpPr>
              <p:cNvPr id="16" name="组合 15"/>
              <p:cNvGrpSpPr/>
              <p:nvPr/>
            </p:nvGrpSpPr>
            <p:grpSpPr>
              <a:xfrm>
                <a:off x="8180494" y="2355056"/>
                <a:ext cx="484188" cy="509588"/>
                <a:chOff x="6113463" y="3541713"/>
                <a:chExt cx="484188" cy="509588"/>
              </a:xfrm>
              <a:grpFill/>
            </p:grpSpPr>
            <p:sp>
              <p:nvSpPr>
                <p:cNvPr id="26"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7" name="组合 16"/>
              <p:cNvGrpSpPr/>
              <p:nvPr/>
            </p:nvGrpSpPr>
            <p:grpSpPr>
              <a:xfrm>
                <a:off x="6738929" y="2270918"/>
                <a:ext cx="549275" cy="693738"/>
                <a:chOff x="6108700" y="2066926"/>
                <a:chExt cx="549275" cy="693738"/>
              </a:xfrm>
              <a:grpFill/>
            </p:grpSpPr>
            <p:sp>
              <p:nvSpPr>
                <p:cNvPr id="24"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8" name="组合 17"/>
              <p:cNvGrpSpPr/>
              <p:nvPr/>
            </p:nvGrpSpPr>
            <p:grpSpPr>
              <a:xfrm>
                <a:off x="7532962" y="2451100"/>
                <a:ext cx="368300" cy="317500"/>
                <a:chOff x="6186488" y="2930526"/>
                <a:chExt cx="368300" cy="317500"/>
              </a:xfrm>
              <a:grpFill/>
            </p:grpSpPr>
            <p:sp>
              <p:nvSpPr>
                <p:cNvPr id="21"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2"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3"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9"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0"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40" name="图片 39"/>
          <p:cNvPicPr>
            <a:picLocks noChangeAspect="1"/>
          </p:cNvPicPr>
          <p:nvPr userDrawn="1"/>
        </p:nvPicPr>
        <p:blipFill>
          <a:blip r:embed="rId2" cstate="screen"/>
          <a:stretch>
            <a:fillRect/>
          </a:stretch>
        </p:blipFill>
        <p:spPr>
          <a:xfrm>
            <a:off x="9564050" y="131404"/>
            <a:ext cx="2243119" cy="627854"/>
          </a:xfrm>
          <a:prstGeom prst="rect">
            <a:avLst/>
          </a:prstGeom>
        </p:spPr>
      </p:pic>
    </p:spTree>
  </p:cSld>
  <p:clrMapOvr>
    <a:masterClrMapping/>
  </p:clrMapOvr>
  <p:transition spd="med">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内页样式8-一段一图">
    <p:spTree>
      <p:nvGrpSpPr>
        <p:cNvPr id="1" name=""/>
        <p:cNvGrpSpPr/>
        <p:nvPr/>
      </p:nvGrpSpPr>
      <p:grpSpPr>
        <a:xfrm>
          <a:off x="0" y="0"/>
          <a:ext cx="0" cy="0"/>
          <a:chOff x="0" y="0"/>
          <a:chExt cx="0" cy="0"/>
        </a:xfrm>
      </p:grpSpPr>
      <p:sp>
        <p:nvSpPr>
          <p:cNvPr id="7" name="矩形 6"/>
          <p:cNvSpPr/>
          <p:nvPr userDrawn="1"/>
        </p:nvSpPr>
        <p:spPr>
          <a:xfrm>
            <a:off x="11144922" y="6188075"/>
            <a:ext cx="72379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矩形 7"/>
          <p:cNvSpPr/>
          <p:nvPr userDrawn="1"/>
        </p:nvSpPr>
        <p:spPr>
          <a:xfrm>
            <a:off x="9488246" y="0"/>
            <a:ext cx="2380466" cy="873125"/>
          </a:xfrm>
          <a:prstGeom prst="rect">
            <a:avLst/>
          </a:prstGeom>
          <a:solidFill>
            <a:schemeClr val="accent1"/>
          </a:solidFill>
          <a:ln>
            <a:solidFill>
              <a:schemeClr val="accent1"/>
            </a:solidFill>
          </a:ln>
          <a:effectLst>
            <a:outerShdw blurRad="127000" dist="38100" dir="5400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solidFill>
                <a:schemeClr val="bg1"/>
              </a:solidFill>
            </a:endParaRPr>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pic>
        <p:nvPicPr>
          <p:cNvPr id="40" name="图片 39"/>
          <p:cNvPicPr>
            <a:picLocks noChangeAspect="1"/>
          </p:cNvPicPr>
          <p:nvPr userDrawn="1"/>
        </p:nvPicPr>
        <p:blipFill>
          <a:blip r:embed="rId2" cstate="screen"/>
          <a:stretch>
            <a:fillRect/>
          </a:stretch>
        </p:blipFill>
        <p:spPr>
          <a:xfrm>
            <a:off x="9564050" y="131404"/>
            <a:ext cx="2243119" cy="627854"/>
          </a:xfrm>
          <a:prstGeom prst="rect">
            <a:avLst/>
          </a:prstGeom>
        </p:spPr>
      </p:pic>
    </p:spTree>
  </p:cSld>
  <p:clrMapOvr>
    <a:masterClrMapping/>
  </p:clrMapOvr>
  <p:transition spd="med">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userDrawn="1">
  <p:cSld name="空白">
    <p:spTree>
      <p:nvGrpSpPr>
        <p:cNvPr id="1" name=""/>
        <p:cNvGrpSpPr/>
        <p:nvPr/>
      </p:nvGrpSpPr>
      <p:grpSpPr>
        <a:xfrm>
          <a:off x="0" y="0"/>
          <a:ext cx="0" cy="0"/>
          <a:chOff x="0" y="0"/>
          <a:chExt cx="0" cy="0"/>
        </a:xfrm>
      </p:grpSpPr>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6"/>
            <a:ext cx="10363200" cy="1470025"/>
          </a:xfrm>
        </p:spPr>
        <p:txBody>
          <a:bodyPr/>
          <a:lstStyle/>
          <a:p>
            <a:r>
              <a:rPr lang="zh-CN" altLang="en-US" dirty="0"/>
              <a:t>单击此处编辑母版标题样式</a:t>
            </a:r>
          </a:p>
        </p:txBody>
      </p:sp>
      <p:sp>
        <p:nvSpPr>
          <p:cNvPr id="3" name="副标题 2"/>
          <p:cNvSpPr>
            <a:spLocks noGrp="1"/>
          </p:cNvSpPr>
          <p:nvPr>
            <p:ph type="subTitle" idx="1"/>
          </p:nvPr>
        </p:nvSpPr>
        <p:spPr>
          <a:xfrm>
            <a:off x="1828800" y="4214818"/>
            <a:ext cx="8534400" cy="1423982"/>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dirty="0"/>
              <a:t>单击此处编辑母版副标题样式</a:t>
            </a:r>
          </a:p>
        </p:txBody>
      </p:sp>
      <p:sp>
        <p:nvSpPr>
          <p:cNvPr id="4" name="灯片编号占位符 5"/>
          <p:cNvSpPr>
            <a:spLocks noGrp="1"/>
          </p:cNvSpPr>
          <p:nvPr>
            <p:ph type="sldNum" sz="quarter" idx="10"/>
          </p:nvPr>
        </p:nvSpPr>
        <p:spPr>
          <a:xfrm>
            <a:off x="11049000" y="6492876"/>
            <a:ext cx="1143000" cy="365125"/>
          </a:xfrm>
        </p:spPr>
        <p:txBody>
          <a:bodyPr/>
          <a:lstStyle>
            <a:lvl1pPr fontAlgn="auto">
              <a:spcBef>
                <a:spcPts val="0"/>
              </a:spcBef>
              <a:spcAft>
                <a:spcPts val="0"/>
              </a:spcAft>
              <a:defRPr kumimoji="0">
                <a:solidFill>
                  <a:prstClr val="black"/>
                </a:solidFill>
                <a:latin typeface="+mn-lt"/>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391EDFD1-D3AB-4518-98BC-E386A1BB9611}" type="slidenum">
              <a:rPr kumimoji="0" lang="zh-CN" altLang="en-US" sz="1200" b="0" i="0" u="none" strike="noStrike" kern="1200" cap="none" spc="0" normalizeH="0" baseline="0" noProof="0">
                <a:ln>
                  <a:noFill/>
                </a:ln>
                <a:solidFill>
                  <a:prstClr val="black"/>
                </a:solidFill>
                <a:effectLst/>
                <a:uLnTx/>
                <a:uFillTx/>
                <a:latin typeface="Calibri" panose="020F0502020204030204"/>
                <a:ea typeface="宋体" pitchFamily="2" charset="-122"/>
                <a:cs typeface="+mn-cs"/>
              </a:rPr>
              <a:t>‹#›</a:t>
            </a:fld>
            <a:endParaRPr kumimoji="0" lang="zh-CN" altLang="en-US" sz="1200" b="0" i="0" u="none" strike="noStrike" kern="1200" cap="none" spc="0" normalizeH="0" baseline="0" noProof="0" dirty="0">
              <a:ln>
                <a:noFill/>
              </a:ln>
              <a:solidFill>
                <a:prstClr val="black"/>
              </a:solidFill>
              <a:effectLst/>
              <a:uLnTx/>
              <a:uFillTx/>
              <a:latin typeface="Calibri" panose="020F0502020204030204"/>
              <a:ea typeface="宋体" pitchFamily="2" charset="-122"/>
              <a:cs typeface="+mn-cs"/>
            </a:endParaRPr>
          </a:p>
        </p:txBody>
      </p:sp>
      <p:sp>
        <p:nvSpPr>
          <p:cNvPr id="5" name="TextBox 11"/>
          <p:cNvSpPr txBox="1">
            <a:spLocks noChangeArrowheads="1"/>
          </p:cNvSpPr>
          <p:nvPr userDrawn="1"/>
        </p:nvSpPr>
        <p:spPr bwMode="auto">
          <a:xfrm>
            <a:off x="11620500" y="116632"/>
            <a:ext cx="363220" cy="3067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charset="0"/>
                <a:ea typeface="宋体" pitchFamily="2" charset="-122"/>
              </a:defRPr>
            </a:lvl1pPr>
            <a:lvl2pPr marL="742950" indent="-285750">
              <a:defRPr>
                <a:solidFill>
                  <a:schemeClr val="tx1"/>
                </a:solidFill>
                <a:latin typeface="Calibri" panose="020F0502020204030204" charset="0"/>
                <a:ea typeface="宋体" pitchFamily="2" charset="-122"/>
              </a:defRPr>
            </a:lvl2pPr>
            <a:lvl3pPr marL="1143000" indent="-228600">
              <a:defRPr>
                <a:solidFill>
                  <a:schemeClr val="tx1"/>
                </a:solidFill>
                <a:latin typeface="Calibri" panose="020F0502020204030204" charset="0"/>
                <a:ea typeface="宋体" pitchFamily="2" charset="-122"/>
              </a:defRPr>
            </a:lvl3pPr>
            <a:lvl4pPr marL="1600200" indent="-228600">
              <a:defRPr>
                <a:solidFill>
                  <a:schemeClr val="tx1"/>
                </a:solidFill>
                <a:latin typeface="Calibri" panose="020F0502020204030204" charset="0"/>
                <a:ea typeface="宋体" pitchFamily="2" charset="-122"/>
              </a:defRPr>
            </a:lvl4pPr>
            <a:lvl5pPr marL="2057400" indent="-228600">
              <a:defRPr>
                <a:solidFill>
                  <a:schemeClr val="tx1"/>
                </a:solidFill>
                <a:latin typeface="Calibri" panose="020F0502020204030204" charset="0"/>
                <a:ea typeface="宋体"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itchFamily="2" charset="-122"/>
              </a:defRPr>
            </a:lvl9pPr>
          </a:lstStyle>
          <a:p>
            <a:pPr>
              <a:defRPr/>
            </a:pPr>
            <a:fld id="{ED856349-79DF-4269-BEE4-3014BAD1A95F}" type="slidenum">
              <a:rPr lang="en-US" altLang="zh-CN" sz="1400" b="1" smtClean="0">
                <a:solidFill>
                  <a:srgbClr val="404040"/>
                </a:solidFill>
              </a:rPr>
              <a:t>‹#›</a:t>
            </a:fld>
            <a:endParaRPr lang="zh-CN" altLang="en-US" sz="1400" b="1" dirty="0">
              <a:solidFill>
                <a:srgbClr val="404040"/>
              </a:solidFill>
            </a:endParaRPr>
          </a:p>
        </p:txBody>
      </p:sp>
    </p:spTree>
  </p:cSld>
  <p:clrMapOvr>
    <a:masterClrMapping/>
  </p:clrMapOvr>
  <p:transition spd="med">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目录样式4">
    <p:spTree>
      <p:nvGrpSpPr>
        <p:cNvPr id="1" name=""/>
        <p:cNvGrpSpPr/>
        <p:nvPr/>
      </p:nvGrpSpPr>
      <p:grpSpPr>
        <a:xfrm>
          <a:off x="0" y="0"/>
          <a:ext cx="0" cy="0"/>
          <a:chOff x="0" y="0"/>
          <a:chExt cx="0" cy="0"/>
        </a:xfrm>
      </p:grpSpPr>
      <p:sp>
        <p:nvSpPr>
          <p:cNvPr id="89" name="椭圆 88"/>
          <p:cNvSpPr/>
          <p:nvPr userDrawn="1"/>
        </p:nvSpPr>
        <p:spPr>
          <a:xfrm>
            <a:off x="-3625080" y="-1541834"/>
            <a:ext cx="8697505" cy="9941668"/>
          </a:xfrm>
          <a:prstGeom prst="ellipse">
            <a:avLst/>
          </a:prstGeom>
          <a:solidFill>
            <a:schemeClr val="accent4"/>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sp>
        <p:nvSpPr>
          <p:cNvPr id="88" name="椭圆 87"/>
          <p:cNvSpPr/>
          <p:nvPr userDrawn="1"/>
        </p:nvSpPr>
        <p:spPr>
          <a:xfrm>
            <a:off x="-3999568" y="-1541834"/>
            <a:ext cx="8697505" cy="9941668"/>
          </a:xfrm>
          <a:prstGeom prst="ellipse">
            <a:avLst/>
          </a:pr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pic>
        <p:nvPicPr>
          <p:cNvPr id="87" name="图片 86"/>
          <p:cNvPicPr>
            <a:picLocks noChangeAspect="1"/>
          </p:cNvPicPr>
          <p:nvPr userDrawn="1"/>
        </p:nvPicPr>
        <p:blipFill>
          <a:blip r:embed="rId2"/>
          <a:stretch>
            <a:fillRect/>
          </a:stretch>
        </p:blipFill>
        <p:spPr>
          <a:xfrm>
            <a:off x="-809587" y="1"/>
            <a:ext cx="5507524" cy="6857999"/>
          </a:xfrm>
          <a:custGeom>
            <a:avLst/>
            <a:gdLst>
              <a:gd name="connsiteX0" fmla="*/ 0 w 5919101"/>
              <a:gd name="connsiteY0" fmla="*/ 0 h 6858000"/>
              <a:gd name="connsiteX1" fmla="*/ 4714485 w 5919101"/>
              <a:gd name="connsiteY1" fmla="*/ 0 h 6858000"/>
              <a:gd name="connsiteX2" fmla="*/ 4786974 w 5919101"/>
              <a:gd name="connsiteY2" fmla="*/ 86723 h 6858000"/>
              <a:gd name="connsiteX3" fmla="*/ 5919101 w 5919101"/>
              <a:gd name="connsiteY3" fmla="*/ 3429000 h 6858000"/>
              <a:gd name="connsiteX4" fmla="*/ 4786974 w 5919101"/>
              <a:gd name="connsiteY4" fmla="*/ 6771277 h 6858000"/>
              <a:gd name="connsiteX5" fmla="*/ 4714485 w 5919101"/>
              <a:gd name="connsiteY5" fmla="*/ 6858000 h 6858000"/>
              <a:gd name="connsiteX6" fmla="*/ 0 w 59191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19101" h="6858000">
                <a:moveTo>
                  <a:pt x="0" y="0"/>
                </a:moveTo>
                <a:lnTo>
                  <a:pt x="4714485" y="0"/>
                </a:lnTo>
                <a:lnTo>
                  <a:pt x="4786974" y="86723"/>
                </a:lnTo>
                <a:cubicBezTo>
                  <a:pt x="5490384" y="969480"/>
                  <a:pt x="5919101" y="2142133"/>
                  <a:pt x="5919101" y="3429000"/>
                </a:cubicBezTo>
                <a:cubicBezTo>
                  <a:pt x="5919101" y="4715867"/>
                  <a:pt x="5490384" y="5888521"/>
                  <a:pt x="4786974" y="6771277"/>
                </a:cubicBezTo>
                <a:lnTo>
                  <a:pt x="4714485" y="6858000"/>
                </a:lnTo>
                <a:lnTo>
                  <a:pt x="0" y="6858000"/>
                </a:lnTo>
                <a:close/>
              </a:path>
            </a:pathLst>
          </a:custGeom>
        </p:spPr>
      </p:pic>
      <p:sp>
        <p:nvSpPr>
          <p:cNvPr id="86" name="椭圆 85"/>
          <p:cNvSpPr/>
          <p:nvPr userDrawn="1"/>
        </p:nvSpPr>
        <p:spPr>
          <a:xfrm>
            <a:off x="-3913112" y="-1570588"/>
            <a:ext cx="8697505" cy="9941668"/>
          </a:xfrm>
          <a:prstGeom prst="ellipse">
            <a:avLst/>
          </a:prstGeom>
          <a:solidFill>
            <a:schemeClr val="accent1">
              <a:alpha val="88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dirty="0"/>
          </a:p>
        </p:txBody>
      </p:sp>
      <p:pic>
        <p:nvPicPr>
          <p:cNvPr id="7" name="图片 6"/>
          <p:cNvPicPr>
            <a:picLocks noChangeAspect="1"/>
          </p:cNvPicPr>
          <p:nvPr userDrawn="1"/>
        </p:nvPicPr>
        <p:blipFill>
          <a:blip r:embed="rId3" cstate="screen"/>
          <a:stretch>
            <a:fillRect/>
          </a:stretch>
        </p:blipFill>
        <p:spPr>
          <a:xfrm>
            <a:off x="10056440" y="167430"/>
            <a:ext cx="1871503" cy="561768"/>
          </a:xfrm>
          <a:prstGeom prst="rect">
            <a:avLst/>
          </a:prstGeom>
        </p:spPr>
      </p:pic>
    </p:spTree>
  </p:cSld>
  <p:clrMapOvr>
    <a:masterClrMapping/>
  </p:clrMapOvr>
  <p:transition spd="med">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封面样式1-首页">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2" cstate="screen"/>
          <a:srcRect r="25963"/>
          <a:stretch>
            <a:fillRect/>
          </a:stretch>
        </p:blipFill>
        <p:spPr>
          <a:xfrm>
            <a:off x="7191376" y="133072"/>
            <a:ext cx="5028334" cy="6535793"/>
          </a:xfrm>
          <a:prstGeom prst="rect">
            <a:avLst/>
          </a:prstGeom>
        </p:spPr>
      </p:pic>
      <p:sp>
        <p:nvSpPr>
          <p:cNvPr id="7" name="矩形 6"/>
          <p:cNvSpPr/>
          <p:nvPr userDrawn="1"/>
        </p:nvSpPr>
        <p:spPr>
          <a:xfrm>
            <a:off x="0" y="1484313"/>
            <a:ext cx="2930035"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副标题 2"/>
          <p:cNvSpPr>
            <a:spLocks noGrp="1"/>
          </p:cNvSpPr>
          <p:nvPr>
            <p:ph type="subTitle" idx="1"/>
          </p:nvPr>
        </p:nvSpPr>
        <p:spPr>
          <a:xfrm>
            <a:off x="3549208" y="3871615"/>
            <a:ext cx="7287114" cy="781876"/>
          </a:xfrm>
        </p:spPr>
        <p:txBody>
          <a:bodyPr>
            <a:normAutofit/>
          </a:bodyPr>
          <a:lstStyle>
            <a:lvl1pPr marL="0" indent="0" algn="l">
              <a:buNone/>
              <a:defRPr sz="3200">
                <a:solidFill>
                  <a:schemeClr val="tx1"/>
                </a:solidFill>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zh-CN" altLang="en-US" dirty="0"/>
          </a:p>
        </p:txBody>
      </p:sp>
      <p:sp>
        <p:nvSpPr>
          <p:cNvPr id="14" name="文本占位符 12"/>
          <p:cNvSpPr>
            <a:spLocks noGrp="1"/>
          </p:cNvSpPr>
          <p:nvPr>
            <p:ph type="body" sz="quarter" idx="11" hasCustomPrompt="1"/>
          </p:nvPr>
        </p:nvSpPr>
        <p:spPr>
          <a:xfrm>
            <a:off x="3549208" y="5438453"/>
            <a:ext cx="7287114" cy="410333"/>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15" name="文本占位符 12"/>
          <p:cNvSpPr>
            <a:spLocks noGrp="1"/>
          </p:cNvSpPr>
          <p:nvPr>
            <p:ph type="body" sz="quarter" idx="12" hasCustomPrompt="1"/>
          </p:nvPr>
        </p:nvSpPr>
        <p:spPr>
          <a:xfrm>
            <a:off x="3549208" y="4908366"/>
            <a:ext cx="7287114" cy="410335"/>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8" name="矩形 7"/>
          <p:cNvSpPr/>
          <p:nvPr userDrawn="1"/>
        </p:nvSpPr>
        <p:spPr>
          <a:xfrm>
            <a:off x="11525250" y="1484311"/>
            <a:ext cx="666749"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文本占位符 12"/>
          <p:cNvSpPr>
            <a:spLocks noGrp="1"/>
          </p:cNvSpPr>
          <p:nvPr>
            <p:ph type="body" sz="quarter" idx="13" hasCustomPrompt="1"/>
          </p:nvPr>
        </p:nvSpPr>
        <p:spPr>
          <a:xfrm>
            <a:off x="3549208" y="1484311"/>
            <a:ext cx="7287114" cy="2386807"/>
          </a:xfrm>
        </p:spPr>
        <p:txBody>
          <a:bodyPr>
            <a:noAutofit/>
          </a:bodyPr>
          <a:lstStyle>
            <a:lvl1pPr marL="0" indent="0">
              <a:lnSpc>
                <a:spcPct val="100000"/>
              </a:lnSpc>
              <a:spcBef>
                <a:spcPts val="0"/>
              </a:spcBef>
              <a:buNone/>
              <a:defRPr sz="6600" b="1">
                <a:solidFill>
                  <a:schemeClr val="tx1"/>
                </a:solidFill>
                <a:latin typeface="+mn-ea"/>
                <a:ea typeface="+mn-ea"/>
              </a:defRPr>
            </a:lvl1pPr>
          </a:lstStyle>
          <a:p>
            <a:pPr lvl="0"/>
            <a:r>
              <a:rPr lang="zh-CN" altLang="en-US" dirty="0"/>
              <a:t>单击此处</a:t>
            </a:r>
            <a:endParaRPr lang="en-US" altLang="zh-CN" dirty="0"/>
          </a:p>
          <a:p>
            <a:pPr lvl="0"/>
            <a:r>
              <a:rPr lang="zh-CN" altLang="en-US" dirty="0"/>
              <a:t>输入大标题</a:t>
            </a:r>
          </a:p>
        </p:txBody>
      </p:sp>
      <p:sp>
        <p:nvSpPr>
          <p:cNvPr id="9" name="矩形 8"/>
          <p:cNvSpPr/>
          <p:nvPr userDrawn="1"/>
        </p:nvSpPr>
        <p:spPr>
          <a:xfrm>
            <a:off x="2927998" y="1484310"/>
            <a:ext cx="377842"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11121340" y="1484310"/>
            <a:ext cx="403257"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文本框 11"/>
          <p:cNvSpPr txBox="1"/>
          <p:nvPr userDrawn="1"/>
        </p:nvSpPr>
        <p:spPr>
          <a:xfrm rot="16200000">
            <a:off x="10462781" y="3524086"/>
            <a:ext cx="3170099" cy="261610"/>
          </a:xfrm>
          <a:prstGeom prst="rect">
            <a:avLst/>
          </a:prstGeom>
          <a:noFill/>
        </p:spPr>
        <p:txBody>
          <a:bodyPr wrap="square" rtlCol="0">
            <a:noAutofit/>
          </a:bodyPr>
          <a:lstStyle>
            <a:defPPr>
              <a:defRPr lang="zh-CN"/>
            </a:defPPr>
            <a:lvl1pPr algn="dist">
              <a:defRPr sz="1100" b="1">
                <a:solidFill>
                  <a:schemeClr val="bg1">
                    <a:alpha val="22000"/>
                  </a:schemeClr>
                </a:solidFill>
                <a:latin typeface="Arial" panose="020B0604020202020204" pitchFamily="34" charset="0"/>
                <a:cs typeface="Arial" panose="020B0604020202020204" pitchFamily="34" charset="0"/>
              </a:defRPr>
            </a:lvl1pPr>
          </a:lstStyle>
          <a:p>
            <a:r>
              <a:rPr lang="en-US" altLang="zh-CN" dirty="0">
                <a:solidFill>
                  <a:schemeClr val="bg1">
                    <a:alpha val="5000"/>
                  </a:schemeClr>
                </a:solidFill>
              </a:rPr>
              <a:t>BEIJING INSTITUTE OF TECHNOLOGY</a:t>
            </a:r>
          </a:p>
        </p:txBody>
      </p:sp>
      <p:grpSp>
        <p:nvGrpSpPr>
          <p:cNvPr id="16" name="组合 15"/>
          <p:cNvGrpSpPr/>
          <p:nvPr userDrawn="1"/>
        </p:nvGrpSpPr>
        <p:grpSpPr>
          <a:xfrm>
            <a:off x="611819" y="2031917"/>
            <a:ext cx="1732861" cy="3286784"/>
            <a:chOff x="9778366" y="1977238"/>
            <a:chExt cx="1732861" cy="3286784"/>
          </a:xfrm>
          <a:solidFill>
            <a:schemeClr val="bg1">
              <a:alpha val="5000"/>
            </a:schemeClr>
          </a:solidFill>
        </p:grpSpPr>
        <p:grpSp>
          <p:nvGrpSpPr>
            <p:cNvPr id="17" name="组合 16"/>
            <p:cNvGrpSpPr/>
            <p:nvPr/>
          </p:nvGrpSpPr>
          <p:grpSpPr>
            <a:xfrm>
              <a:off x="9778366" y="2020414"/>
              <a:ext cx="567014" cy="3193100"/>
              <a:chOff x="11305242" y="2003776"/>
              <a:chExt cx="354194" cy="1994619"/>
            </a:xfrm>
            <a:grpFill/>
          </p:grpSpPr>
          <p:sp>
            <p:nvSpPr>
              <p:cNvPr id="32" name="Freeform 5"/>
              <p:cNvSpPr/>
              <p:nvPr/>
            </p:nvSpPr>
            <p:spPr bwMode="auto">
              <a:xfrm>
                <a:off x="11307751" y="3052538"/>
                <a:ext cx="345981" cy="390126"/>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3" name="Freeform 6"/>
              <p:cNvSpPr/>
              <p:nvPr/>
            </p:nvSpPr>
            <p:spPr bwMode="auto">
              <a:xfrm>
                <a:off x="11382341" y="3698614"/>
                <a:ext cx="199170" cy="299781"/>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4" name="组合 33"/>
              <p:cNvGrpSpPr/>
              <p:nvPr/>
            </p:nvGrpSpPr>
            <p:grpSpPr>
              <a:xfrm>
                <a:off x="11305242" y="2003776"/>
                <a:ext cx="354194" cy="439406"/>
                <a:chOff x="5548313" y="2084388"/>
                <a:chExt cx="547688" cy="679451"/>
              </a:xfrm>
              <a:grpFill/>
            </p:grpSpPr>
            <p:sp>
              <p:nvSpPr>
                <p:cNvPr id="39"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5" name="组合 34"/>
              <p:cNvGrpSpPr/>
              <p:nvPr/>
            </p:nvGrpSpPr>
            <p:grpSpPr>
              <a:xfrm>
                <a:off x="11380187" y="2628491"/>
                <a:ext cx="208353" cy="241263"/>
                <a:chOff x="3792874" y="3138488"/>
                <a:chExt cx="322175" cy="373063"/>
              </a:xfrm>
              <a:grpFill/>
            </p:grpSpPr>
            <p:sp>
              <p:nvSpPr>
                <p:cNvPr id="36"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7"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8" name="组合 17"/>
            <p:cNvGrpSpPr/>
            <p:nvPr/>
          </p:nvGrpSpPr>
          <p:grpSpPr>
            <a:xfrm>
              <a:off x="10861863" y="1977238"/>
              <a:ext cx="649364" cy="3286784"/>
              <a:chOff x="10232762" y="2216649"/>
              <a:chExt cx="405635" cy="2053139"/>
            </a:xfrm>
            <a:grpFill/>
          </p:grpSpPr>
          <p:grpSp>
            <p:nvGrpSpPr>
              <p:cNvPr id="19" name="组合 18"/>
              <p:cNvGrpSpPr/>
              <p:nvPr/>
            </p:nvGrpSpPr>
            <p:grpSpPr>
              <a:xfrm>
                <a:off x="10279016" y="3306476"/>
                <a:ext cx="313128" cy="329555"/>
                <a:chOff x="6113463" y="3541713"/>
                <a:chExt cx="484188" cy="509588"/>
              </a:xfrm>
              <a:grpFill/>
            </p:grpSpPr>
            <p:sp>
              <p:nvSpPr>
                <p:cNvPr id="30"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10268702" y="2216649"/>
                <a:ext cx="355220" cy="448646"/>
                <a:chOff x="6108700" y="2066926"/>
                <a:chExt cx="549275" cy="693738"/>
              </a:xfrm>
              <a:grpFill/>
            </p:grpSpPr>
            <p:sp>
              <p:nvSpPr>
                <p:cNvPr id="28"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1" name="组合 20"/>
              <p:cNvGrpSpPr/>
              <p:nvPr/>
            </p:nvGrpSpPr>
            <p:grpSpPr>
              <a:xfrm>
                <a:off x="10332867" y="2868571"/>
                <a:ext cx="238182" cy="205330"/>
                <a:chOff x="6186488" y="2930526"/>
                <a:chExt cx="368300" cy="317500"/>
              </a:xfrm>
              <a:grpFill/>
            </p:grpSpPr>
            <p:sp>
              <p:nvSpPr>
                <p:cNvPr id="25"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2" name="组合 21"/>
              <p:cNvGrpSpPr/>
              <p:nvPr/>
            </p:nvGrpSpPr>
            <p:grpSpPr>
              <a:xfrm>
                <a:off x="10232762" y="3871448"/>
                <a:ext cx="405635" cy="398340"/>
                <a:chOff x="11854992" y="1994536"/>
                <a:chExt cx="405635" cy="398340"/>
              </a:xfrm>
              <a:grpFill/>
            </p:grpSpPr>
            <p:sp>
              <p:nvSpPr>
                <p:cNvPr id="23" name="Freeform 11"/>
                <p:cNvSpPr>
                  <a:spLocks noEditPoints="1"/>
                </p:cNvSpPr>
                <p:nvPr/>
              </p:nvSpPr>
              <p:spPr bwMode="auto">
                <a:xfrm>
                  <a:off x="11976099" y="1994536"/>
                  <a:ext cx="284528" cy="39834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12"/>
                <p:cNvSpPr/>
                <p:nvPr/>
              </p:nvSpPr>
              <p:spPr bwMode="auto">
                <a:xfrm>
                  <a:off x="11854992" y="2009127"/>
                  <a:ext cx="153208" cy="383749"/>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grpSp>
      <p:pic>
        <p:nvPicPr>
          <p:cNvPr id="41" name="图片 40"/>
          <p:cNvPicPr>
            <a:picLocks noChangeAspect="1"/>
          </p:cNvPicPr>
          <p:nvPr userDrawn="1"/>
        </p:nvPicPr>
        <p:blipFill>
          <a:blip r:embed="rId3" cstate="screen"/>
          <a:stretch>
            <a:fillRect/>
          </a:stretch>
        </p:blipFill>
        <p:spPr>
          <a:xfrm>
            <a:off x="474738" y="515429"/>
            <a:ext cx="2295327" cy="504694"/>
          </a:xfrm>
          <a:prstGeom prst="rect">
            <a:avLst/>
          </a:prstGeom>
        </p:spPr>
      </p:pic>
      <p:cxnSp>
        <p:nvCxnSpPr>
          <p:cNvPr id="42" name="直接连接符 41"/>
          <p:cNvCxnSpPr/>
          <p:nvPr userDrawn="1"/>
        </p:nvCxnSpPr>
        <p:spPr>
          <a:xfrm>
            <a:off x="2927998" y="1355988"/>
            <a:ext cx="0" cy="4589842"/>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userDrawn="1"/>
        </p:nvCxnSpPr>
        <p:spPr>
          <a:xfrm>
            <a:off x="11522544" y="1400593"/>
            <a:ext cx="0" cy="4545237"/>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封面样式1-尾页">
    <p:spTree>
      <p:nvGrpSpPr>
        <p:cNvPr id="1" name=""/>
        <p:cNvGrpSpPr/>
        <p:nvPr/>
      </p:nvGrpSpPr>
      <p:grpSpPr>
        <a:xfrm>
          <a:off x="0" y="0"/>
          <a:ext cx="0" cy="0"/>
          <a:chOff x="0" y="0"/>
          <a:chExt cx="0" cy="0"/>
        </a:xfrm>
      </p:grpSpPr>
      <p:pic>
        <p:nvPicPr>
          <p:cNvPr id="43" name="图片 42"/>
          <p:cNvPicPr>
            <a:picLocks noChangeAspect="1"/>
          </p:cNvPicPr>
          <p:nvPr userDrawn="1"/>
        </p:nvPicPr>
        <p:blipFill>
          <a:blip r:embed="rId2" cstate="print"/>
          <a:stretch>
            <a:fillRect/>
          </a:stretch>
        </p:blipFill>
        <p:spPr>
          <a:xfrm>
            <a:off x="4600575" y="133072"/>
            <a:ext cx="6791691" cy="6535793"/>
          </a:xfrm>
          <a:prstGeom prst="rect">
            <a:avLst/>
          </a:prstGeom>
        </p:spPr>
      </p:pic>
      <p:sp>
        <p:nvSpPr>
          <p:cNvPr id="3" name="副标题 2"/>
          <p:cNvSpPr>
            <a:spLocks noGrp="1"/>
          </p:cNvSpPr>
          <p:nvPr>
            <p:ph type="subTitle" idx="1"/>
          </p:nvPr>
        </p:nvSpPr>
        <p:spPr>
          <a:xfrm>
            <a:off x="1216315" y="3871615"/>
            <a:ext cx="7287114" cy="781876"/>
          </a:xfrm>
        </p:spPr>
        <p:txBody>
          <a:bodyPr>
            <a:normAutofit/>
          </a:bodyPr>
          <a:lstStyle>
            <a:lvl1pPr marL="0" indent="0" algn="l">
              <a:buNone/>
              <a:defRPr sz="3200">
                <a:solidFill>
                  <a:schemeClr val="tx1"/>
                </a:solidFill>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zh-CN" altLang="en-US" dirty="0"/>
          </a:p>
        </p:txBody>
      </p:sp>
      <p:sp>
        <p:nvSpPr>
          <p:cNvPr id="14" name="文本占位符 12"/>
          <p:cNvSpPr>
            <a:spLocks noGrp="1"/>
          </p:cNvSpPr>
          <p:nvPr>
            <p:ph type="body" sz="quarter" idx="11" hasCustomPrompt="1"/>
          </p:nvPr>
        </p:nvSpPr>
        <p:spPr>
          <a:xfrm>
            <a:off x="1216315" y="5438453"/>
            <a:ext cx="7287114" cy="410333"/>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15" name="文本占位符 12"/>
          <p:cNvSpPr>
            <a:spLocks noGrp="1"/>
          </p:cNvSpPr>
          <p:nvPr>
            <p:ph type="body" sz="quarter" idx="12" hasCustomPrompt="1"/>
          </p:nvPr>
        </p:nvSpPr>
        <p:spPr>
          <a:xfrm>
            <a:off x="1216315" y="4908366"/>
            <a:ext cx="7287114" cy="410335"/>
          </a:xfrm>
        </p:spPr>
        <p:txBody>
          <a:bodyPr>
            <a:normAutofit/>
          </a:bodyPr>
          <a:lstStyle>
            <a:lvl1pPr marL="0" indent="0">
              <a:buNone/>
              <a:defRPr sz="2000">
                <a:solidFill>
                  <a:schemeClr val="tx1"/>
                </a:solidFill>
              </a:defRPr>
            </a:lvl1pPr>
          </a:lstStyle>
          <a:p>
            <a:pPr lvl="0"/>
            <a:r>
              <a:rPr lang="zh-CN" altLang="en-US" dirty="0"/>
              <a:t>编辑母版文本样式</a:t>
            </a:r>
          </a:p>
        </p:txBody>
      </p:sp>
      <p:sp>
        <p:nvSpPr>
          <p:cNvPr id="13" name="文本占位符 12"/>
          <p:cNvSpPr>
            <a:spLocks noGrp="1"/>
          </p:cNvSpPr>
          <p:nvPr>
            <p:ph type="body" sz="quarter" idx="13" hasCustomPrompt="1"/>
          </p:nvPr>
        </p:nvSpPr>
        <p:spPr>
          <a:xfrm>
            <a:off x="1216315" y="1484311"/>
            <a:ext cx="7287114" cy="2267551"/>
          </a:xfrm>
        </p:spPr>
        <p:txBody>
          <a:bodyPr>
            <a:normAutofit/>
          </a:bodyPr>
          <a:lstStyle>
            <a:lvl1pPr marL="0" indent="0">
              <a:spcBef>
                <a:spcPts val="0"/>
              </a:spcBef>
              <a:buNone/>
              <a:defRPr sz="6600" b="1">
                <a:solidFill>
                  <a:schemeClr val="tx1"/>
                </a:solidFill>
                <a:latin typeface="+mn-ea"/>
                <a:ea typeface="+mn-ea"/>
              </a:defRPr>
            </a:lvl1pPr>
          </a:lstStyle>
          <a:p>
            <a:pPr lvl="0"/>
            <a:r>
              <a:rPr lang="zh-CN" altLang="en-US" dirty="0"/>
              <a:t>编辑母版文本样式</a:t>
            </a:r>
            <a:endParaRPr lang="en-US" altLang="zh-CN" dirty="0"/>
          </a:p>
          <a:p>
            <a:pPr lvl="0"/>
            <a:r>
              <a:rPr lang="zh-CN" altLang="en-US" dirty="0"/>
              <a:t>输入标题</a:t>
            </a:r>
          </a:p>
        </p:txBody>
      </p:sp>
      <p:sp>
        <p:nvSpPr>
          <p:cNvPr id="9" name="矩形 8"/>
          <p:cNvSpPr/>
          <p:nvPr userDrawn="1"/>
        </p:nvSpPr>
        <p:spPr>
          <a:xfrm>
            <a:off x="0" y="1484311"/>
            <a:ext cx="666749"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667561" y="1484310"/>
            <a:ext cx="403257"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p:cNvSpPr/>
          <p:nvPr userDrawn="1"/>
        </p:nvSpPr>
        <p:spPr>
          <a:xfrm>
            <a:off x="9258300" y="1484313"/>
            <a:ext cx="2930035" cy="43644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userDrawn="1"/>
        </p:nvSpPr>
        <p:spPr>
          <a:xfrm>
            <a:off x="8882428" y="1484310"/>
            <a:ext cx="377842" cy="436447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6" name="组合 15"/>
          <p:cNvGrpSpPr/>
          <p:nvPr userDrawn="1"/>
        </p:nvGrpSpPr>
        <p:grpSpPr>
          <a:xfrm>
            <a:off x="9832019" y="2031917"/>
            <a:ext cx="1732861" cy="3286784"/>
            <a:chOff x="9778366" y="1977238"/>
            <a:chExt cx="1732861" cy="3286784"/>
          </a:xfrm>
          <a:solidFill>
            <a:schemeClr val="bg1">
              <a:alpha val="5000"/>
            </a:schemeClr>
          </a:solidFill>
        </p:grpSpPr>
        <p:grpSp>
          <p:nvGrpSpPr>
            <p:cNvPr id="17" name="组合 16"/>
            <p:cNvGrpSpPr/>
            <p:nvPr/>
          </p:nvGrpSpPr>
          <p:grpSpPr>
            <a:xfrm>
              <a:off x="9778366" y="2020414"/>
              <a:ext cx="567014" cy="3193100"/>
              <a:chOff x="11305242" y="2003776"/>
              <a:chExt cx="354194" cy="1994619"/>
            </a:xfrm>
            <a:grpFill/>
          </p:grpSpPr>
          <p:sp>
            <p:nvSpPr>
              <p:cNvPr id="32" name="Freeform 5"/>
              <p:cNvSpPr/>
              <p:nvPr/>
            </p:nvSpPr>
            <p:spPr bwMode="auto">
              <a:xfrm>
                <a:off x="11307751" y="3052538"/>
                <a:ext cx="345981" cy="390126"/>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3" name="Freeform 6"/>
              <p:cNvSpPr/>
              <p:nvPr/>
            </p:nvSpPr>
            <p:spPr bwMode="auto">
              <a:xfrm>
                <a:off x="11382341" y="3698614"/>
                <a:ext cx="199170" cy="299781"/>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4" name="组合 33"/>
              <p:cNvGrpSpPr/>
              <p:nvPr/>
            </p:nvGrpSpPr>
            <p:grpSpPr>
              <a:xfrm>
                <a:off x="11305242" y="2003776"/>
                <a:ext cx="354194" cy="439406"/>
                <a:chOff x="5548313" y="2084388"/>
                <a:chExt cx="547688" cy="679451"/>
              </a:xfrm>
              <a:grpFill/>
            </p:grpSpPr>
            <p:sp>
              <p:nvSpPr>
                <p:cNvPr id="39"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5" name="组合 34"/>
              <p:cNvGrpSpPr/>
              <p:nvPr/>
            </p:nvGrpSpPr>
            <p:grpSpPr>
              <a:xfrm>
                <a:off x="11380187" y="2628491"/>
                <a:ext cx="208353" cy="241263"/>
                <a:chOff x="3792874" y="3138488"/>
                <a:chExt cx="322175" cy="373063"/>
              </a:xfrm>
              <a:grpFill/>
            </p:grpSpPr>
            <p:sp>
              <p:nvSpPr>
                <p:cNvPr id="36"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7"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8" name="组合 17"/>
            <p:cNvGrpSpPr/>
            <p:nvPr/>
          </p:nvGrpSpPr>
          <p:grpSpPr>
            <a:xfrm>
              <a:off x="10861863" y="1977238"/>
              <a:ext cx="649364" cy="3286784"/>
              <a:chOff x="10232762" y="2216649"/>
              <a:chExt cx="405635" cy="2053139"/>
            </a:xfrm>
            <a:grpFill/>
          </p:grpSpPr>
          <p:grpSp>
            <p:nvGrpSpPr>
              <p:cNvPr id="19" name="组合 18"/>
              <p:cNvGrpSpPr/>
              <p:nvPr/>
            </p:nvGrpSpPr>
            <p:grpSpPr>
              <a:xfrm>
                <a:off x="10279016" y="3306476"/>
                <a:ext cx="313128" cy="329555"/>
                <a:chOff x="6113463" y="3541713"/>
                <a:chExt cx="484188" cy="509588"/>
              </a:xfrm>
              <a:grpFill/>
            </p:grpSpPr>
            <p:sp>
              <p:nvSpPr>
                <p:cNvPr id="30"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10268702" y="2216649"/>
                <a:ext cx="355220" cy="448646"/>
                <a:chOff x="6108700" y="2066926"/>
                <a:chExt cx="549275" cy="693738"/>
              </a:xfrm>
              <a:grpFill/>
            </p:grpSpPr>
            <p:sp>
              <p:nvSpPr>
                <p:cNvPr id="28"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1" name="组合 20"/>
              <p:cNvGrpSpPr/>
              <p:nvPr/>
            </p:nvGrpSpPr>
            <p:grpSpPr>
              <a:xfrm>
                <a:off x="10332867" y="2868571"/>
                <a:ext cx="238182" cy="205330"/>
                <a:chOff x="6186488" y="2930526"/>
                <a:chExt cx="368300" cy="317500"/>
              </a:xfrm>
              <a:grpFill/>
            </p:grpSpPr>
            <p:sp>
              <p:nvSpPr>
                <p:cNvPr id="25"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2" name="组合 21"/>
              <p:cNvGrpSpPr/>
              <p:nvPr/>
            </p:nvGrpSpPr>
            <p:grpSpPr>
              <a:xfrm>
                <a:off x="10232762" y="3871448"/>
                <a:ext cx="405635" cy="398340"/>
                <a:chOff x="11854992" y="1994536"/>
                <a:chExt cx="405635" cy="398340"/>
              </a:xfrm>
              <a:grpFill/>
            </p:grpSpPr>
            <p:sp>
              <p:nvSpPr>
                <p:cNvPr id="23" name="Freeform 11"/>
                <p:cNvSpPr>
                  <a:spLocks noEditPoints="1"/>
                </p:cNvSpPr>
                <p:nvPr/>
              </p:nvSpPr>
              <p:spPr bwMode="auto">
                <a:xfrm>
                  <a:off x="11976099" y="1994536"/>
                  <a:ext cx="284528" cy="39834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12"/>
                <p:cNvSpPr/>
                <p:nvPr/>
              </p:nvSpPr>
              <p:spPr bwMode="auto">
                <a:xfrm>
                  <a:off x="11854992" y="2009127"/>
                  <a:ext cx="153208" cy="383749"/>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grpSp>
      <p:sp>
        <p:nvSpPr>
          <p:cNvPr id="41" name="文本框 40"/>
          <p:cNvSpPr txBox="1"/>
          <p:nvPr userDrawn="1"/>
        </p:nvSpPr>
        <p:spPr>
          <a:xfrm rot="16200000">
            <a:off x="-1443469" y="3524086"/>
            <a:ext cx="3170099" cy="261610"/>
          </a:xfrm>
          <a:prstGeom prst="rect">
            <a:avLst/>
          </a:prstGeom>
          <a:noFill/>
        </p:spPr>
        <p:txBody>
          <a:bodyPr wrap="square" rtlCol="0">
            <a:noAutofit/>
          </a:bodyPr>
          <a:lstStyle>
            <a:defPPr>
              <a:defRPr lang="zh-CN"/>
            </a:defPPr>
            <a:lvl1pPr algn="dist">
              <a:defRPr sz="1100" b="1">
                <a:solidFill>
                  <a:schemeClr val="bg1">
                    <a:alpha val="22000"/>
                  </a:schemeClr>
                </a:solidFill>
                <a:latin typeface="Arial" panose="020B0604020202020204" pitchFamily="34" charset="0"/>
                <a:cs typeface="Arial" panose="020B0604020202020204" pitchFamily="34" charset="0"/>
              </a:defRPr>
            </a:lvl1pPr>
          </a:lstStyle>
          <a:p>
            <a:r>
              <a:rPr lang="en-US" altLang="zh-CN" dirty="0">
                <a:solidFill>
                  <a:schemeClr val="bg1">
                    <a:alpha val="5000"/>
                  </a:schemeClr>
                </a:solidFill>
              </a:rPr>
              <a:t>BEIJING INSTITUTE OF TECHNOLOGY</a:t>
            </a:r>
          </a:p>
        </p:txBody>
      </p:sp>
      <p:pic>
        <p:nvPicPr>
          <p:cNvPr id="42" name="图片 41"/>
          <p:cNvPicPr>
            <a:picLocks noChangeAspect="1"/>
          </p:cNvPicPr>
          <p:nvPr userDrawn="1"/>
        </p:nvPicPr>
        <p:blipFill>
          <a:blip r:embed="rId3" cstate="screen"/>
          <a:stretch>
            <a:fillRect/>
          </a:stretch>
        </p:blipFill>
        <p:spPr>
          <a:xfrm>
            <a:off x="9452633" y="548450"/>
            <a:ext cx="2295327" cy="504694"/>
          </a:xfrm>
          <a:prstGeom prst="rect">
            <a:avLst/>
          </a:prstGeom>
        </p:spPr>
      </p:pic>
      <p:cxnSp>
        <p:nvCxnSpPr>
          <p:cNvPr id="4" name="直接连接符 3"/>
          <p:cNvCxnSpPr/>
          <p:nvPr userDrawn="1"/>
        </p:nvCxnSpPr>
        <p:spPr>
          <a:xfrm>
            <a:off x="666749" y="1329225"/>
            <a:ext cx="0" cy="4714736"/>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userDrawn="1"/>
        </p:nvCxnSpPr>
        <p:spPr>
          <a:xfrm>
            <a:off x="9258300" y="1280160"/>
            <a:ext cx="0" cy="4835169"/>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封面样式2-首页1">
    <p:spTree>
      <p:nvGrpSpPr>
        <p:cNvPr id="1" name=""/>
        <p:cNvGrpSpPr/>
        <p:nvPr/>
      </p:nvGrpSpPr>
      <p:grpSpPr>
        <a:xfrm>
          <a:off x="0" y="0"/>
          <a:ext cx="0" cy="0"/>
          <a:chOff x="0" y="0"/>
          <a:chExt cx="0" cy="0"/>
        </a:xfrm>
      </p:grpSpPr>
      <p:sp>
        <p:nvSpPr>
          <p:cNvPr id="6"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PA-矩形 7"/>
          <p:cNvSpPr/>
          <p:nvPr userDrawn="1">
            <p:custDataLst>
              <p:tags r:id="rId2"/>
            </p:custDataLst>
          </p:nvPr>
        </p:nvSpPr>
        <p:spPr>
          <a:xfrm>
            <a:off x="0" y="0"/>
            <a:ext cx="12192000" cy="6858000"/>
          </a:xfrm>
          <a:prstGeom prst="rect">
            <a:avLst/>
          </a:prstGeom>
          <a:gradFill>
            <a:gsLst>
              <a:gs pos="0">
                <a:srgbClr val="008244"/>
              </a:gs>
              <a:gs pos="100000">
                <a:schemeClr val="accent1"/>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endParaRPr lang="zh-CN" altLang="en-US" dirty="0"/>
          </a:p>
        </p:txBody>
      </p:sp>
      <p:sp>
        <p:nvSpPr>
          <p:cNvPr id="8" name="任意多边形: 形状 39"/>
          <p:cNvSpPr/>
          <p:nvPr userDrawn="1"/>
        </p:nvSpPr>
        <p:spPr>
          <a:xfrm>
            <a:off x="221886" y="0"/>
            <a:ext cx="7536857" cy="6858000"/>
          </a:xfrm>
          <a:custGeom>
            <a:avLst/>
            <a:gdLst>
              <a:gd name="connsiteX0" fmla="*/ 0 w 7536857"/>
              <a:gd name="connsiteY0" fmla="*/ 0 h 6858000"/>
              <a:gd name="connsiteX1" fmla="*/ 6351816 w 7536857"/>
              <a:gd name="connsiteY1" fmla="*/ 0 h 6858000"/>
              <a:gd name="connsiteX2" fmla="*/ 6432300 w 7536857"/>
              <a:gd name="connsiteY2" fmla="*/ 102417 h 6858000"/>
              <a:gd name="connsiteX3" fmla="*/ 7536857 w 7536857"/>
              <a:gd name="connsiteY3" fmla="*/ 3429000 h 6858000"/>
              <a:gd name="connsiteX4" fmla="*/ 6432300 w 7536857"/>
              <a:gd name="connsiteY4" fmla="*/ 6755583 h 6858000"/>
              <a:gd name="connsiteX5" fmla="*/ 6351816 w 7536857"/>
              <a:gd name="connsiteY5" fmla="*/ 6858000 h 6858000"/>
              <a:gd name="connsiteX6" fmla="*/ 0 w 753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36857" h="6858000">
                <a:moveTo>
                  <a:pt x="0" y="0"/>
                </a:moveTo>
                <a:lnTo>
                  <a:pt x="6351816" y="0"/>
                </a:lnTo>
                <a:lnTo>
                  <a:pt x="6432300" y="102417"/>
                </a:lnTo>
                <a:cubicBezTo>
                  <a:pt x="7126033" y="1030047"/>
                  <a:pt x="7536857" y="2181547"/>
                  <a:pt x="7536857" y="3429000"/>
                </a:cubicBezTo>
                <a:cubicBezTo>
                  <a:pt x="7536857" y="4676454"/>
                  <a:pt x="7126033" y="5827953"/>
                  <a:pt x="6432300" y="6755583"/>
                </a:cubicBezTo>
                <a:lnTo>
                  <a:pt x="6351816" y="6858000"/>
                </a:lnTo>
                <a:lnTo>
                  <a:pt x="0" y="6858000"/>
                </a:lnTo>
                <a:close/>
              </a:path>
            </a:pathLst>
          </a:custGeom>
          <a:pattFill prst="pct5">
            <a:fgClr>
              <a:schemeClr val="bg1">
                <a:lumMod val="85000"/>
              </a:schemeClr>
            </a:fgClr>
            <a:bgClr>
              <a:schemeClr val="bg1"/>
            </a:bgClr>
          </a:pattFill>
          <a:ln>
            <a:noFill/>
          </a:ln>
          <a:effectLst>
            <a:outerShdw blurRad="190500" sx="101000" sy="101000" algn="l" rotWithShape="0">
              <a:prstClr val="black">
                <a:alpha val="1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任意多边形: 形状 39"/>
          <p:cNvSpPr/>
          <p:nvPr userDrawn="1"/>
        </p:nvSpPr>
        <p:spPr>
          <a:xfrm>
            <a:off x="189674" y="0"/>
            <a:ext cx="7536857" cy="6858000"/>
          </a:xfrm>
          <a:custGeom>
            <a:avLst/>
            <a:gdLst>
              <a:gd name="connsiteX0" fmla="*/ 0 w 7536857"/>
              <a:gd name="connsiteY0" fmla="*/ 0 h 6858000"/>
              <a:gd name="connsiteX1" fmla="*/ 6351816 w 7536857"/>
              <a:gd name="connsiteY1" fmla="*/ 0 h 6858000"/>
              <a:gd name="connsiteX2" fmla="*/ 6432300 w 7536857"/>
              <a:gd name="connsiteY2" fmla="*/ 102417 h 6858000"/>
              <a:gd name="connsiteX3" fmla="*/ 7536857 w 7536857"/>
              <a:gd name="connsiteY3" fmla="*/ 3429000 h 6858000"/>
              <a:gd name="connsiteX4" fmla="*/ 6432300 w 7536857"/>
              <a:gd name="connsiteY4" fmla="*/ 6755583 h 6858000"/>
              <a:gd name="connsiteX5" fmla="*/ 6351816 w 7536857"/>
              <a:gd name="connsiteY5" fmla="*/ 6858000 h 6858000"/>
              <a:gd name="connsiteX6" fmla="*/ 0 w 753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36857" h="6858000">
                <a:moveTo>
                  <a:pt x="0" y="0"/>
                </a:moveTo>
                <a:lnTo>
                  <a:pt x="6351816" y="0"/>
                </a:lnTo>
                <a:lnTo>
                  <a:pt x="6432300" y="102417"/>
                </a:lnTo>
                <a:cubicBezTo>
                  <a:pt x="7126033" y="1030047"/>
                  <a:pt x="7536857" y="2181547"/>
                  <a:pt x="7536857" y="3429000"/>
                </a:cubicBezTo>
                <a:cubicBezTo>
                  <a:pt x="7536857" y="4676454"/>
                  <a:pt x="7126033" y="5827953"/>
                  <a:pt x="6432300" y="6755583"/>
                </a:cubicBezTo>
                <a:lnTo>
                  <a:pt x="6351816" y="6858000"/>
                </a:lnTo>
                <a:lnTo>
                  <a:pt x="0" y="6858000"/>
                </a:lnTo>
                <a:close/>
              </a:path>
            </a:pathLst>
          </a:custGeom>
          <a:solidFill>
            <a:srgbClr val="A13F0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任意多边形: 形状 39"/>
          <p:cNvSpPr/>
          <p:nvPr userDrawn="1"/>
        </p:nvSpPr>
        <p:spPr>
          <a:xfrm>
            <a:off x="0" y="0"/>
            <a:ext cx="7536857" cy="6858000"/>
          </a:xfrm>
          <a:custGeom>
            <a:avLst/>
            <a:gdLst>
              <a:gd name="connsiteX0" fmla="*/ 0 w 7536857"/>
              <a:gd name="connsiteY0" fmla="*/ 0 h 6858000"/>
              <a:gd name="connsiteX1" fmla="*/ 6351816 w 7536857"/>
              <a:gd name="connsiteY1" fmla="*/ 0 h 6858000"/>
              <a:gd name="connsiteX2" fmla="*/ 6432300 w 7536857"/>
              <a:gd name="connsiteY2" fmla="*/ 102417 h 6858000"/>
              <a:gd name="connsiteX3" fmla="*/ 7536857 w 7536857"/>
              <a:gd name="connsiteY3" fmla="*/ 3429000 h 6858000"/>
              <a:gd name="connsiteX4" fmla="*/ 6432300 w 7536857"/>
              <a:gd name="connsiteY4" fmla="*/ 6755583 h 6858000"/>
              <a:gd name="connsiteX5" fmla="*/ 6351816 w 7536857"/>
              <a:gd name="connsiteY5" fmla="*/ 6858000 h 6858000"/>
              <a:gd name="connsiteX6" fmla="*/ 0 w 753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536857" h="6858000">
                <a:moveTo>
                  <a:pt x="0" y="0"/>
                </a:moveTo>
                <a:lnTo>
                  <a:pt x="6351816" y="0"/>
                </a:lnTo>
                <a:lnTo>
                  <a:pt x="6432300" y="102417"/>
                </a:lnTo>
                <a:cubicBezTo>
                  <a:pt x="7126033" y="1030047"/>
                  <a:pt x="7536857" y="2181547"/>
                  <a:pt x="7536857" y="3429000"/>
                </a:cubicBezTo>
                <a:cubicBezTo>
                  <a:pt x="7536857" y="4676454"/>
                  <a:pt x="7126033" y="5827953"/>
                  <a:pt x="6432300" y="6755583"/>
                </a:cubicBezTo>
                <a:lnTo>
                  <a:pt x="6351816" y="6858000"/>
                </a:lnTo>
                <a:lnTo>
                  <a:pt x="0" y="6858000"/>
                </a:lnTo>
                <a:close/>
              </a:path>
            </a:pathLst>
          </a:custGeom>
          <a:solidFill>
            <a:schemeClr val="bg1"/>
          </a:solidFill>
          <a:ln>
            <a:noFill/>
          </a:ln>
          <a:effectLst>
            <a:outerShdw blurRad="76200" sx="101000" sy="101000" algn="l" rotWithShape="0">
              <a:prstClr val="black">
                <a:alpha val="7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任意多边形: 形状 74"/>
          <p:cNvSpPr/>
          <p:nvPr userDrawn="1"/>
        </p:nvSpPr>
        <p:spPr>
          <a:xfrm flipV="1">
            <a:off x="660400" y="3829587"/>
            <a:ext cx="6489382"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1" fmla="*/ 0 w 6415214"/>
              <a:gd name="connsiteY0-2" fmla="*/ 171407 h 262847"/>
              <a:gd name="connsiteX1-3" fmla="*/ 6415214 w 6415214"/>
              <a:gd name="connsiteY1-4" fmla="*/ 171407 h 262847"/>
              <a:gd name="connsiteX2-5" fmla="*/ 6415214 w 6415214"/>
              <a:gd name="connsiteY2-6" fmla="*/ 100390 h 262847"/>
              <a:gd name="connsiteX3-7" fmla="*/ 511261 w 6415214"/>
              <a:gd name="connsiteY3-8" fmla="*/ 100390 h 262847"/>
              <a:gd name="connsiteX4-9" fmla="*/ 229919 w 6415214"/>
              <a:gd name="connsiteY4-10" fmla="*/ 0 h 262847"/>
              <a:gd name="connsiteX5-11" fmla="*/ 229919 w 6415214"/>
              <a:gd name="connsiteY5-12" fmla="*/ 100390 h 262847"/>
              <a:gd name="connsiteX6-13" fmla="*/ 0 w 6415214"/>
              <a:gd name="connsiteY6-14" fmla="*/ 100390 h 262847"/>
              <a:gd name="connsiteX7" fmla="*/ 91440 w 6415214"/>
              <a:gd name="connsiteY7" fmla="*/ 262847 h 262847"/>
              <a:gd name="connsiteX0-15" fmla="*/ 0 w 6415214"/>
              <a:gd name="connsiteY0-16" fmla="*/ 171407 h 171407"/>
              <a:gd name="connsiteX1-17" fmla="*/ 6415214 w 6415214"/>
              <a:gd name="connsiteY1-18" fmla="*/ 171407 h 171407"/>
              <a:gd name="connsiteX2-19" fmla="*/ 6415214 w 6415214"/>
              <a:gd name="connsiteY2-20" fmla="*/ 100390 h 171407"/>
              <a:gd name="connsiteX3-21" fmla="*/ 511261 w 6415214"/>
              <a:gd name="connsiteY3-22" fmla="*/ 100390 h 171407"/>
              <a:gd name="connsiteX4-23" fmla="*/ 229919 w 6415214"/>
              <a:gd name="connsiteY4-24" fmla="*/ 0 h 171407"/>
              <a:gd name="connsiteX5-25" fmla="*/ 229919 w 6415214"/>
              <a:gd name="connsiteY5-26" fmla="*/ 100390 h 171407"/>
              <a:gd name="connsiteX6-27" fmla="*/ 0 w 6415214"/>
              <a:gd name="connsiteY6-28" fmla="*/ 100390 h 171407"/>
              <a:gd name="connsiteX0-29" fmla="*/ 0 w 6415214"/>
              <a:gd name="connsiteY0-30" fmla="*/ 171407 h 171407"/>
              <a:gd name="connsiteX1-31" fmla="*/ 6415214 w 6415214"/>
              <a:gd name="connsiteY1-32" fmla="*/ 100390 h 171407"/>
              <a:gd name="connsiteX2-33" fmla="*/ 511261 w 6415214"/>
              <a:gd name="connsiteY2-34" fmla="*/ 100390 h 171407"/>
              <a:gd name="connsiteX3-35" fmla="*/ 229919 w 6415214"/>
              <a:gd name="connsiteY3-36" fmla="*/ 0 h 171407"/>
              <a:gd name="connsiteX4-37" fmla="*/ 229919 w 6415214"/>
              <a:gd name="connsiteY4-38" fmla="*/ 100390 h 171407"/>
              <a:gd name="connsiteX5-39" fmla="*/ 0 w 6415214"/>
              <a:gd name="connsiteY5-40" fmla="*/ 100390 h 171407"/>
              <a:gd name="connsiteX0-41" fmla="*/ 6415214 w 6415214"/>
              <a:gd name="connsiteY0-42" fmla="*/ 100390 h 100390"/>
              <a:gd name="connsiteX1-43" fmla="*/ 511261 w 6415214"/>
              <a:gd name="connsiteY1-44" fmla="*/ 100390 h 100390"/>
              <a:gd name="connsiteX2-45" fmla="*/ 229919 w 6415214"/>
              <a:gd name="connsiteY2-46" fmla="*/ 0 h 100390"/>
              <a:gd name="connsiteX3-47" fmla="*/ 229919 w 6415214"/>
              <a:gd name="connsiteY3-48" fmla="*/ 100390 h 100390"/>
              <a:gd name="connsiteX4-49" fmla="*/ 0 w 6415214"/>
              <a:gd name="connsiteY4-50" fmla="*/ 100390 h 100390"/>
              <a:gd name="connsiteX0-51" fmla="*/ 6415214 w 6415214"/>
              <a:gd name="connsiteY0-52" fmla="*/ 195640 h 195640"/>
              <a:gd name="connsiteX1-53" fmla="*/ 511261 w 6415214"/>
              <a:gd name="connsiteY1-54" fmla="*/ 195640 h 195640"/>
              <a:gd name="connsiteX2-55" fmla="*/ 227538 w 6415214"/>
              <a:gd name="connsiteY2-56" fmla="*/ 0 h 195640"/>
              <a:gd name="connsiteX3-57" fmla="*/ 229919 w 6415214"/>
              <a:gd name="connsiteY3-58" fmla="*/ 195640 h 195640"/>
              <a:gd name="connsiteX4-59" fmla="*/ 0 w 6415214"/>
              <a:gd name="connsiteY4-60" fmla="*/ 195640 h 195640"/>
              <a:gd name="connsiteX0-61" fmla="*/ 6415214 w 6415214"/>
              <a:gd name="connsiteY0-62" fmla="*/ 193259 h 193259"/>
              <a:gd name="connsiteX1-63" fmla="*/ 511261 w 6415214"/>
              <a:gd name="connsiteY1-64" fmla="*/ 193259 h 193259"/>
              <a:gd name="connsiteX2-65" fmla="*/ 232301 w 6415214"/>
              <a:gd name="connsiteY2-66" fmla="*/ 0 h 193259"/>
              <a:gd name="connsiteX3-67" fmla="*/ 229919 w 6415214"/>
              <a:gd name="connsiteY3-68" fmla="*/ 193259 h 193259"/>
              <a:gd name="connsiteX4-69" fmla="*/ 0 w 6415214"/>
              <a:gd name="connsiteY4-70" fmla="*/ 193259 h 19325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415214" h="193259">
                <a:moveTo>
                  <a:pt x="6415214" y="193259"/>
                </a:moveTo>
                <a:lnTo>
                  <a:pt x="511261" y="193259"/>
                </a:lnTo>
                <a:lnTo>
                  <a:pt x="232301" y="0"/>
                </a:lnTo>
                <a:cubicBezTo>
                  <a:pt x="233095" y="65213"/>
                  <a:pt x="229125" y="128046"/>
                  <a:pt x="229919" y="193259"/>
                </a:cubicBezTo>
                <a:lnTo>
                  <a:pt x="0" y="193259"/>
                </a:lnTo>
              </a:path>
            </a:pathLst>
          </a:cu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a:cs typeface="+mn-ea"/>
              <a:sym typeface="+mn-lt"/>
            </a:endParaRPr>
          </a:p>
        </p:txBody>
      </p:sp>
      <p:sp>
        <p:nvSpPr>
          <p:cNvPr id="12" name="标题 47"/>
          <p:cNvSpPr>
            <a:spLocks noGrp="1"/>
          </p:cNvSpPr>
          <p:nvPr>
            <p:ph type="title" hasCustomPrompt="1"/>
          </p:nvPr>
        </p:nvSpPr>
        <p:spPr>
          <a:xfrm>
            <a:off x="630418" y="2616692"/>
            <a:ext cx="7055958" cy="1200329"/>
          </a:xfrm>
          <a:prstGeom prst="rect">
            <a:avLst/>
          </a:prstGeom>
          <a:noFill/>
        </p:spPr>
        <p:txBody>
          <a:bodyPr wrap="square" lIns="0" rtlCol="0">
            <a:spAutoFit/>
          </a:bodyPr>
          <a:lstStyle>
            <a:lvl1pPr>
              <a:lnSpc>
                <a:spcPct val="100000"/>
              </a:lnSpc>
              <a:defRPr lang="zh-CN" altLang="en-US" sz="3600" b="1" spc="100" dirty="0">
                <a:latin typeface="微软雅黑" panose="020B0503020204020204" pitchFamily="34" charset="-122"/>
                <a:ea typeface="微软雅黑" panose="020B0503020204020204" pitchFamily="34" charset="-122"/>
                <a:cs typeface="+mn-ea"/>
              </a:defRPr>
            </a:lvl1pPr>
          </a:lstStyle>
          <a:p>
            <a:pPr marL="0" lvl="0"/>
            <a:r>
              <a:rPr lang="zh-CN" altLang="en-US" dirty="0"/>
              <a:t>请在此输入标题</a:t>
            </a:r>
            <a:br>
              <a:rPr lang="zh-CN" altLang="en-US" dirty="0"/>
            </a:br>
            <a:r>
              <a:rPr lang="zh-CN" altLang="en-US" dirty="0"/>
              <a:t>尽量回车保证标题为两行</a:t>
            </a:r>
          </a:p>
        </p:txBody>
      </p:sp>
      <p:sp>
        <p:nvSpPr>
          <p:cNvPr id="13" name="文本占位符 87"/>
          <p:cNvSpPr>
            <a:spLocks noGrp="1"/>
          </p:cNvSpPr>
          <p:nvPr>
            <p:ph type="body" sz="quarter" idx="13" hasCustomPrompt="1"/>
          </p:nvPr>
        </p:nvSpPr>
        <p:spPr>
          <a:xfrm>
            <a:off x="654709" y="2352090"/>
            <a:ext cx="5154585" cy="258532"/>
          </a:xfrm>
          <a:prstGeom prst="rect">
            <a:avLst/>
          </a:prstGeom>
          <a:noFill/>
        </p:spPr>
        <p:txBody>
          <a:bodyPr wrap="square" lIns="0" rtlCol="0">
            <a:spAutoFit/>
          </a:bodyPr>
          <a:lstStyle>
            <a:lvl1pPr marL="0" indent="0">
              <a:buNone/>
              <a:defRPr lang="zh-CN" altLang="en-US" sz="1200" spc="100" dirty="0">
                <a:solidFill>
                  <a:schemeClr val="tx1">
                    <a:lumMod val="65000"/>
                    <a:lumOff val="35000"/>
                  </a:schemeClr>
                </a:solidFill>
                <a:latin typeface="微软雅黑 Light" panose="020B0502040204020203" pitchFamily="34" charset="-122"/>
                <a:ea typeface="微软雅黑 Light" panose="020B0502040204020203" pitchFamily="34" charset="-122"/>
                <a:cs typeface="+mn-ea"/>
                <a:sym typeface="Wingdings 3" panose="05040102010807070707" pitchFamily="18" charset="2"/>
              </a:defRPr>
            </a:lvl1pPr>
          </a:lstStyle>
          <a:p>
            <a:pPr marL="228600" lvl="0" indent="-228600"/>
            <a:r>
              <a:rPr lang="zh-CN" altLang="en-US" dirty="0"/>
              <a:t>请在此输入你的副标题</a:t>
            </a:r>
          </a:p>
        </p:txBody>
      </p:sp>
      <p:sp>
        <p:nvSpPr>
          <p:cNvPr id="14" name="文本占位符 53"/>
          <p:cNvSpPr>
            <a:spLocks noGrp="1"/>
          </p:cNvSpPr>
          <p:nvPr>
            <p:ph type="body" sz="quarter" idx="16" hasCustomPrompt="1"/>
          </p:nvPr>
        </p:nvSpPr>
        <p:spPr>
          <a:xfrm>
            <a:off x="655638" y="4304189"/>
            <a:ext cx="4065361" cy="344710"/>
          </a:xfrm>
          <a:prstGeom prst="rect">
            <a:avLst/>
          </a:prstGeom>
          <a:noFill/>
        </p:spPr>
        <p:txBody>
          <a:bodyPr wrap="square" lIns="0" rtlCol="0" anchor="ctr" anchorCtr="0">
            <a:spAutoFit/>
          </a:bodyPr>
          <a:lstStyle>
            <a:lvl1pPr marL="0" indent="0">
              <a:lnSpc>
                <a:spcPct val="130000"/>
              </a:lnSpc>
              <a:buNone/>
              <a:defRPr lang="zh-CN" altLang="en-US" sz="1400" spc="100" smtClean="0">
                <a:solidFill>
                  <a:schemeClr val="tx1">
                    <a:lumMod val="85000"/>
                    <a:lumOff val="15000"/>
                  </a:schemeClr>
                </a:solidFill>
                <a:cs typeface="+mn-ea"/>
              </a:defRPr>
            </a:lvl1pPr>
            <a:lvl2pPr>
              <a:defRPr lang="zh-CN" altLang="en-US" sz="1800" smtClean="0"/>
            </a:lvl2pPr>
            <a:lvl3pPr>
              <a:defRPr lang="zh-CN" altLang="en-US" sz="1800" smtClean="0"/>
            </a:lvl3pPr>
            <a:lvl4pPr>
              <a:defRPr lang="zh-CN" altLang="en-US" smtClean="0"/>
            </a:lvl4pPr>
            <a:lvl5pPr>
              <a:defRPr lang="zh-CN" altLang="en-US"/>
            </a:lvl5pPr>
          </a:lstStyle>
          <a:p>
            <a:pPr marL="0" lvl="0">
              <a:lnSpc>
                <a:spcPct val="130000"/>
              </a:lnSpc>
            </a:pPr>
            <a:r>
              <a:rPr lang="zh-CN" altLang="en-US" dirty="0"/>
              <a:t>指导教师： </a:t>
            </a:r>
            <a:r>
              <a:rPr lang="en-US" altLang="zh-CN" dirty="0"/>
              <a:t>XXX	</a:t>
            </a:r>
            <a:r>
              <a:rPr lang="zh-CN" altLang="en-US" dirty="0"/>
              <a:t>答辩学生： 芃苇</a:t>
            </a:r>
          </a:p>
        </p:txBody>
      </p:sp>
      <p:sp>
        <p:nvSpPr>
          <p:cNvPr id="16" name="文本框 15"/>
          <p:cNvSpPr txBox="1"/>
          <p:nvPr userDrawn="1"/>
        </p:nvSpPr>
        <p:spPr>
          <a:xfrm>
            <a:off x="474450" y="318256"/>
            <a:ext cx="1899117" cy="792864"/>
          </a:xfrm>
          <a:prstGeom prst="rect">
            <a:avLst/>
          </a:prstGeom>
          <a:noFill/>
          <a:ln>
            <a:noFill/>
          </a:ln>
        </p:spPr>
        <p:txBody>
          <a:bodyPr wrap="square" lIns="180000" tIns="180000" rIns="180000" bIns="180000" rtlCol="0">
            <a:spAutoFit/>
          </a:bodyPr>
          <a:lstStyle/>
          <a:p>
            <a:pPr algn="l">
              <a:lnSpc>
                <a:spcPct val="130000"/>
              </a:lnSpc>
            </a:pPr>
            <a:r>
              <a:rPr lang="en-US" altLang="zh-CN" sz="2400" b="1" i="0" spc="100" dirty="0">
                <a:solidFill>
                  <a:schemeClr val="accent3"/>
                </a:solidFill>
                <a:latin typeface="+mn-ea"/>
              </a:rPr>
              <a:t>◀ BIT</a:t>
            </a:r>
            <a:r>
              <a:rPr lang="en-US" altLang="zh-CN" sz="2400" b="1" i="0" spc="100" baseline="0" dirty="0">
                <a:solidFill>
                  <a:schemeClr val="accent3"/>
                </a:solidFill>
                <a:latin typeface="+mn-ea"/>
              </a:rPr>
              <a:t> </a:t>
            </a:r>
            <a:r>
              <a:rPr lang="en-US" altLang="zh-CN" sz="2400" b="1" i="0" spc="100" dirty="0">
                <a:solidFill>
                  <a:schemeClr val="accent3"/>
                </a:solidFill>
                <a:latin typeface="+mn-ea"/>
              </a:rPr>
              <a:t>▶</a:t>
            </a:r>
            <a:endParaRPr lang="zh-CN" altLang="en-US" sz="2400" b="1" i="0" spc="100" dirty="0">
              <a:solidFill>
                <a:schemeClr val="accent3"/>
              </a:solidFill>
              <a:latin typeface="+mn-ea"/>
            </a:endParaRPr>
          </a:p>
        </p:txBody>
      </p:sp>
      <p:pic>
        <p:nvPicPr>
          <p:cNvPr id="23" name="图片 22"/>
          <p:cNvPicPr>
            <a:picLocks noChangeAspect="1"/>
          </p:cNvPicPr>
          <p:nvPr userDrawn="1"/>
        </p:nvPicPr>
        <p:blipFill>
          <a:blip r:embed="rId4"/>
          <a:stretch>
            <a:fillRect/>
          </a:stretch>
        </p:blipFill>
        <p:spPr>
          <a:xfrm>
            <a:off x="8250894" y="-774608"/>
            <a:ext cx="7885491" cy="7588381"/>
          </a:xfrm>
          <a:prstGeom prst="rect">
            <a:avLst/>
          </a:prstGeom>
        </p:spPr>
      </p:pic>
      <p:pic>
        <p:nvPicPr>
          <p:cNvPr id="20" name="图片 19"/>
          <p:cNvPicPr>
            <a:picLocks noChangeAspect="1"/>
          </p:cNvPicPr>
          <p:nvPr userDrawn="1"/>
        </p:nvPicPr>
        <p:blipFill>
          <a:blip r:embed="rId5" cstate="screen"/>
          <a:stretch>
            <a:fillRect/>
          </a:stretch>
        </p:blipFill>
        <p:spPr>
          <a:xfrm>
            <a:off x="8250874" y="2196869"/>
            <a:ext cx="3243162" cy="2464261"/>
          </a:xfrm>
          <a:prstGeom prst="rect">
            <a:avLst/>
          </a:prstGeom>
        </p:spPr>
      </p:pic>
      <p:grpSp>
        <p:nvGrpSpPr>
          <p:cNvPr id="24" name="组合 23"/>
          <p:cNvGrpSpPr/>
          <p:nvPr userDrawn="1"/>
        </p:nvGrpSpPr>
        <p:grpSpPr>
          <a:xfrm>
            <a:off x="671368" y="6083135"/>
            <a:ext cx="2542613" cy="276499"/>
            <a:chOff x="598941" y="6399999"/>
            <a:chExt cx="2542613" cy="276499"/>
          </a:xfrm>
          <a:solidFill>
            <a:schemeClr val="bg1">
              <a:lumMod val="65000"/>
            </a:schemeClr>
          </a:solidFill>
        </p:grpSpPr>
        <p:grpSp>
          <p:nvGrpSpPr>
            <p:cNvPr id="25" name="组合 24"/>
            <p:cNvGrpSpPr/>
            <p:nvPr/>
          </p:nvGrpSpPr>
          <p:grpSpPr>
            <a:xfrm>
              <a:off x="2055693" y="6402621"/>
              <a:ext cx="1085861" cy="270805"/>
              <a:chOff x="10340336" y="2247899"/>
              <a:chExt cx="2724438" cy="679451"/>
            </a:xfrm>
            <a:grpFill/>
          </p:grpSpPr>
          <p:sp>
            <p:nvSpPr>
              <p:cNvPr id="39"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40"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41" name="组合 40"/>
              <p:cNvGrpSpPr/>
              <p:nvPr/>
            </p:nvGrpSpPr>
            <p:grpSpPr>
              <a:xfrm>
                <a:off x="10340336" y="2247899"/>
                <a:ext cx="547688" cy="679451"/>
                <a:chOff x="5548313" y="2084388"/>
                <a:chExt cx="547688" cy="679451"/>
              </a:xfrm>
              <a:grpFill/>
            </p:grpSpPr>
            <p:sp>
              <p:nvSpPr>
                <p:cNvPr id="46"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7"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42" name="组合 41"/>
              <p:cNvGrpSpPr/>
              <p:nvPr/>
            </p:nvGrpSpPr>
            <p:grpSpPr>
              <a:xfrm>
                <a:off x="11192276" y="2400300"/>
                <a:ext cx="322175" cy="373063"/>
                <a:chOff x="3792874" y="3138488"/>
                <a:chExt cx="322175" cy="373063"/>
              </a:xfrm>
              <a:grpFill/>
            </p:grpSpPr>
            <p:sp>
              <p:nvSpPr>
                <p:cNvPr id="43"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4"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5"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26" name="组合 25"/>
            <p:cNvGrpSpPr/>
            <p:nvPr/>
          </p:nvGrpSpPr>
          <p:grpSpPr>
            <a:xfrm>
              <a:off x="598941" y="6399999"/>
              <a:ext cx="1102619" cy="276499"/>
              <a:chOff x="6738929" y="2270918"/>
              <a:chExt cx="2766486" cy="693738"/>
            </a:xfrm>
            <a:grpFill/>
          </p:grpSpPr>
          <p:grpSp>
            <p:nvGrpSpPr>
              <p:cNvPr id="27" name="组合 26"/>
              <p:cNvGrpSpPr/>
              <p:nvPr/>
            </p:nvGrpSpPr>
            <p:grpSpPr>
              <a:xfrm>
                <a:off x="8180494" y="2355056"/>
                <a:ext cx="484188" cy="509588"/>
                <a:chOff x="6113463" y="3541713"/>
                <a:chExt cx="484188" cy="509588"/>
              </a:xfrm>
              <a:grpFill/>
            </p:grpSpPr>
            <p:sp>
              <p:nvSpPr>
                <p:cNvPr id="37"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8" name="组合 27"/>
              <p:cNvGrpSpPr/>
              <p:nvPr/>
            </p:nvGrpSpPr>
            <p:grpSpPr>
              <a:xfrm>
                <a:off x="6738929" y="2270918"/>
                <a:ext cx="549275" cy="693738"/>
                <a:chOff x="6108700" y="2066926"/>
                <a:chExt cx="549275" cy="693738"/>
              </a:xfrm>
              <a:grpFill/>
            </p:grpSpPr>
            <p:sp>
              <p:nvSpPr>
                <p:cNvPr id="35"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9" name="组合 28"/>
              <p:cNvGrpSpPr/>
              <p:nvPr/>
            </p:nvGrpSpPr>
            <p:grpSpPr>
              <a:xfrm>
                <a:off x="7532962" y="2451100"/>
                <a:ext cx="368300" cy="317500"/>
                <a:chOff x="6186488" y="2930526"/>
                <a:chExt cx="368300" cy="317500"/>
              </a:xfrm>
              <a:grpFill/>
            </p:grpSpPr>
            <p:sp>
              <p:nvSpPr>
                <p:cNvPr id="32"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3"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4"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30"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封面样式2-首页2">
    <p:spTree>
      <p:nvGrpSpPr>
        <p:cNvPr id="1" name=""/>
        <p:cNvGrpSpPr/>
        <p:nvPr/>
      </p:nvGrpSpPr>
      <p:grpSpPr>
        <a:xfrm>
          <a:off x="0" y="0"/>
          <a:ext cx="0" cy="0"/>
          <a:chOff x="0" y="0"/>
          <a:chExt cx="0" cy="0"/>
        </a:xfrm>
      </p:grpSpPr>
      <p:sp>
        <p:nvSpPr>
          <p:cNvPr id="35" name="PA-矩形 7"/>
          <p:cNvSpPr/>
          <p:nvPr userDrawn="1">
            <p:custDataLst>
              <p:tags r:id="rId1"/>
            </p:custDataLst>
          </p:nvPr>
        </p:nvSpPr>
        <p:spPr>
          <a:xfrm>
            <a:off x="11373037" y="1"/>
            <a:ext cx="818963"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3" name="PA-矩形 7"/>
          <p:cNvSpPr/>
          <p:nvPr userDrawn="1">
            <p:custDataLst>
              <p:tags r:id="rId2"/>
            </p:custDataLst>
          </p:nvPr>
        </p:nvSpPr>
        <p:spPr>
          <a:xfrm>
            <a:off x="0" y="0"/>
            <a:ext cx="11379387"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11" name="直接连接符 10"/>
          <p:cNvCxnSpPr/>
          <p:nvPr userDrawn="1"/>
        </p:nvCxnSpPr>
        <p:spPr>
          <a:xfrm>
            <a:off x="11373037" y="0"/>
            <a:ext cx="0" cy="685800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37" name="图片 36"/>
          <p:cNvPicPr>
            <a:picLocks noChangeAspect="1"/>
          </p:cNvPicPr>
          <p:nvPr userDrawn="1"/>
        </p:nvPicPr>
        <p:blipFill>
          <a:blip r:embed="rId4"/>
          <a:stretch>
            <a:fillRect/>
          </a:stretch>
        </p:blipFill>
        <p:spPr>
          <a:xfrm>
            <a:off x="-2610651" y="161103"/>
            <a:ext cx="6791691" cy="6535792"/>
          </a:xfrm>
          <a:prstGeom prst="rect">
            <a:avLst/>
          </a:prstGeom>
        </p:spPr>
      </p:pic>
      <p:sp>
        <p:nvSpPr>
          <p:cNvPr id="3" name="矩形 2"/>
          <p:cNvSpPr/>
          <p:nvPr userDrawn="1"/>
        </p:nvSpPr>
        <p:spPr>
          <a:xfrm>
            <a:off x="0" y="1504950"/>
            <a:ext cx="12192000" cy="3848100"/>
          </a:xfrm>
          <a:prstGeom prst="rect">
            <a:avLst/>
          </a:prstGeom>
          <a:solidFill>
            <a:schemeClr val="bg1"/>
          </a:solidFill>
          <a:ln>
            <a:noFill/>
          </a:ln>
          <a:effectLst>
            <a:outerShdw blurRad="101600" sx="101000" sy="101000" algn="ctr" rotWithShape="0">
              <a:prstClr val="black">
                <a:alpha val="2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pPr>
            <a:endParaRPr lang="zh-CN" altLang="en-US" dirty="0">
              <a:cs typeface="+mn-ea"/>
              <a:sym typeface="+mn-lt"/>
            </a:endParaRPr>
          </a:p>
        </p:txBody>
      </p:sp>
      <p:sp>
        <p:nvSpPr>
          <p:cNvPr id="31" name="任意多边形: 形状 30"/>
          <p:cNvSpPr/>
          <p:nvPr userDrawn="1"/>
        </p:nvSpPr>
        <p:spPr>
          <a:xfrm flipV="1">
            <a:off x="5143364" y="3786901"/>
            <a:ext cx="6236023" cy="193259"/>
          </a:xfrm>
          <a:custGeom>
            <a:avLst/>
            <a:gdLst>
              <a:gd name="connsiteX0" fmla="*/ 0 w 6415214"/>
              <a:gd name="connsiteY0" fmla="*/ 171407 h 171407"/>
              <a:gd name="connsiteX1" fmla="*/ 6415214 w 6415214"/>
              <a:gd name="connsiteY1" fmla="*/ 171407 h 171407"/>
              <a:gd name="connsiteX2" fmla="*/ 6415214 w 6415214"/>
              <a:gd name="connsiteY2" fmla="*/ 100390 h 171407"/>
              <a:gd name="connsiteX3" fmla="*/ 511261 w 6415214"/>
              <a:gd name="connsiteY3" fmla="*/ 100390 h 171407"/>
              <a:gd name="connsiteX4" fmla="*/ 229919 w 6415214"/>
              <a:gd name="connsiteY4" fmla="*/ 0 h 171407"/>
              <a:gd name="connsiteX5" fmla="*/ 229919 w 6415214"/>
              <a:gd name="connsiteY5" fmla="*/ 100390 h 171407"/>
              <a:gd name="connsiteX6" fmla="*/ 0 w 6415214"/>
              <a:gd name="connsiteY6" fmla="*/ 100390 h 171407"/>
              <a:gd name="connsiteX0-1" fmla="*/ 0 w 6415214"/>
              <a:gd name="connsiteY0-2" fmla="*/ 171407 h 262847"/>
              <a:gd name="connsiteX1-3" fmla="*/ 6415214 w 6415214"/>
              <a:gd name="connsiteY1-4" fmla="*/ 171407 h 262847"/>
              <a:gd name="connsiteX2-5" fmla="*/ 6415214 w 6415214"/>
              <a:gd name="connsiteY2-6" fmla="*/ 100390 h 262847"/>
              <a:gd name="connsiteX3-7" fmla="*/ 511261 w 6415214"/>
              <a:gd name="connsiteY3-8" fmla="*/ 100390 h 262847"/>
              <a:gd name="connsiteX4-9" fmla="*/ 229919 w 6415214"/>
              <a:gd name="connsiteY4-10" fmla="*/ 0 h 262847"/>
              <a:gd name="connsiteX5-11" fmla="*/ 229919 w 6415214"/>
              <a:gd name="connsiteY5-12" fmla="*/ 100390 h 262847"/>
              <a:gd name="connsiteX6-13" fmla="*/ 0 w 6415214"/>
              <a:gd name="connsiteY6-14" fmla="*/ 100390 h 262847"/>
              <a:gd name="connsiteX7" fmla="*/ 91440 w 6415214"/>
              <a:gd name="connsiteY7" fmla="*/ 262847 h 262847"/>
              <a:gd name="connsiteX0-15" fmla="*/ 0 w 6415214"/>
              <a:gd name="connsiteY0-16" fmla="*/ 171407 h 171407"/>
              <a:gd name="connsiteX1-17" fmla="*/ 6415214 w 6415214"/>
              <a:gd name="connsiteY1-18" fmla="*/ 171407 h 171407"/>
              <a:gd name="connsiteX2-19" fmla="*/ 6415214 w 6415214"/>
              <a:gd name="connsiteY2-20" fmla="*/ 100390 h 171407"/>
              <a:gd name="connsiteX3-21" fmla="*/ 511261 w 6415214"/>
              <a:gd name="connsiteY3-22" fmla="*/ 100390 h 171407"/>
              <a:gd name="connsiteX4-23" fmla="*/ 229919 w 6415214"/>
              <a:gd name="connsiteY4-24" fmla="*/ 0 h 171407"/>
              <a:gd name="connsiteX5-25" fmla="*/ 229919 w 6415214"/>
              <a:gd name="connsiteY5-26" fmla="*/ 100390 h 171407"/>
              <a:gd name="connsiteX6-27" fmla="*/ 0 w 6415214"/>
              <a:gd name="connsiteY6-28" fmla="*/ 100390 h 171407"/>
              <a:gd name="connsiteX0-29" fmla="*/ 0 w 6415214"/>
              <a:gd name="connsiteY0-30" fmla="*/ 171407 h 171407"/>
              <a:gd name="connsiteX1-31" fmla="*/ 6415214 w 6415214"/>
              <a:gd name="connsiteY1-32" fmla="*/ 100390 h 171407"/>
              <a:gd name="connsiteX2-33" fmla="*/ 511261 w 6415214"/>
              <a:gd name="connsiteY2-34" fmla="*/ 100390 h 171407"/>
              <a:gd name="connsiteX3-35" fmla="*/ 229919 w 6415214"/>
              <a:gd name="connsiteY3-36" fmla="*/ 0 h 171407"/>
              <a:gd name="connsiteX4-37" fmla="*/ 229919 w 6415214"/>
              <a:gd name="connsiteY4-38" fmla="*/ 100390 h 171407"/>
              <a:gd name="connsiteX5-39" fmla="*/ 0 w 6415214"/>
              <a:gd name="connsiteY5-40" fmla="*/ 100390 h 171407"/>
              <a:gd name="connsiteX0-41" fmla="*/ 6415214 w 6415214"/>
              <a:gd name="connsiteY0-42" fmla="*/ 100390 h 100390"/>
              <a:gd name="connsiteX1-43" fmla="*/ 511261 w 6415214"/>
              <a:gd name="connsiteY1-44" fmla="*/ 100390 h 100390"/>
              <a:gd name="connsiteX2-45" fmla="*/ 229919 w 6415214"/>
              <a:gd name="connsiteY2-46" fmla="*/ 0 h 100390"/>
              <a:gd name="connsiteX3-47" fmla="*/ 229919 w 6415214"/>
              <a:gd name="connsiteY3-48" fmla="*/ 100390 h 100390"/>
              <a:gd name="connsiteX4-49" fmla="*/ 0 w 6415214"/>
              <a:gd name="connsiteY4-50" fmla="*/ 100390 h 100390"/>
              <a:gd name="connsiteX0-51" fmla="*/ 6415214 w 6415214"/>
              <a:gd name="connsiteY0-52" fmla="*/ 195640 h 195640"/>
              <a:gd name="connsiteX1-53" fmla="*/ 511261 w 6415214"/>
              <a:gd name="connsiteY1-54" fmla="*/ 195640 h 195640"/>
              <a:gd name="connsiteX2-55" fmla="*/ 227538 w 6415214"/>
              <a:gd name="connsiteY2-56" fmla="*/ 0 h 195640"/>
              <a:gd name="connsiteX3-57" fmla="*/ 229919 w 6415214"/>
              <a:gd name="connsiteY3-58" fmla="*/ 195640 h 195640"/>
              <a:gd name="connsiteX4-59" fmla="*/ 0 w 6415214"/>
              <a:gd name="connsiteY4-60" fmla="*/ 195640 h 195640"/>
              <a:gd name="connsiteX0-61" fmla="*/ 6415214 w 6415214"/>
              <a:gd name="connsiteY0-62" fmla="*/ 193259 h 193259"/>
              <a:gd name="connsiteX1-63" fmla="*/ 511261 w 6415214"/>
              <a:gd name="connsiteY1-64" fmla="*/ 193259 h 193259"/>
              <a:gd name="connsiteX2-65" fmla="*/ 232301 w 6415214"/>
              <a:gd name="connsiteY2-66" fmla="*/ 0 h 193259"/>
              <a:gd name="connsiteX3-67" fmla="*/ 229919 w 6415214"/>
              <a:gd name="connsiteY3-68" fmla="*/ 193259 h 193259"/>
              <a:gd name="connsiteX4-69" fmla="*/ 0 w 6415214"/>
              <a:gd name="connsiteY4-70" fmla="*/ 193259 h 193259"/>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6415214" h="193259">
                <a:moveTo>
                  <a:pt x="6415214" y="193259"/>
                </a:moveTo>
                <a:lnTo>
                  <a:pt x="511261" y="193259"/>
                </a:lnTo>
                <a:lnTo>
                  <a:pt x="232301" y="0"/>
                </a:lnTo>
                <a:cubicBezTo>
                  <a:pt x="233095" y="65213"/>
                  <a:pt x="229125" y="128046"/>
                  <a:pt x="229919" y="193259"/>
                </a:cubicBezTo>
                <a:lnTo>
                  <a:pt x="0" y="193259"/>
                </a:lnTo>
              </a:path>
            </a:pathLst>
          </a:cu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a:cs typeface="+mn-ea"/>
              <a:sym typeface="+mn-lt"/>
            </a:endParaRPr>
          </a:p>
        </p:txBody>
      </p:sp>
      <p:sp>
        <p:nvSpPr>
          <p:cNvPr id="48" name="标题 47"/>
          <p:cNvSpPr>
            <a:spLocks noGrp="1"/>
          </p:cNvSpPr>
          <p:nvPr>
            <p:ph type="title" hasCustomPrompt="1"/>
          </p:nvPr>
        </p:nvSpPr>
        <p:spPr>
          <a:xfrm>
            <a:off x="5113420" y="2558484"/>
            <a:ext cx="6236023" cy="1200329"/>
          </a:xfrm>
          <a:prstGeom prst="rect">
            <a:avLst/>
          </a:prstGeom>
          <a:noFill/>
        </p:spPr>
        <p:txBody>
          <a:bodyPr wrap="square" lIns="0" rtlCol="0">
            <a:spAutoFit/>
          </a:bodyPr>
          <a:lstStyle>
            <a:lvl1pPr>
              <a:lnSpc>
                <a:spcPct val="100000"/>
              </a:lnSpc>
              <a:defRPr lang="zh-CN" altLang="en-US" sz="3600" b="1" spc="100" dirty="0">
                <a:latin typeface="+mn-ea"/>
                <a:ea typeface="+mn-ea"/>
                <a:cs typeface="+mn-ea"/>
              </a:defRPr>
            </a:lvl1pPr>
          </a:lstStyle>
          <a:p>
            <a:pPr marL="0" lvl="0"/>
            <a:r>
              <a:rPr lang="zh-CN" altLang="en-US" dirty="0"/>
              <a:t>请在此输入标题</a:t>
            </a:r>
            <a:br>
              <a:rPr lang="zh-CN" altLang="en-US" dirty="0"/>
            </a:br>
            <a:r>
              <a:rPr lang="zh-CN" altLang="en-US" dirty="0"/>
              <a:t>尽量回车保证标题为两行</a:t>
            </a:r>
          </a:p>
        </p:txBody>
      </p:sp>
      <p:sp>
        <p:nvSpPr>
          <p:cNvPr id="60" name="文本占位符 87"/>
          <p:cNvSpPr>
            <a:spLocks noGrp="1"/>
          </p:cNvSpPr>
          <p:nvPr>
            <p:ph type="body" sz="quarter" idx="13" hasCustomPrompt="1"/>
          </p:nvPr>
        </p:nvSpPr>
        <p:spPr>
          <a:xfrm>
            <a:off x="5137014" y="2329801"/>
            <a:ext cx="5154585" cy="258532"/>
          </a:xfrm>
          <a:prstGeom prst="rect">
            <a:avLst/>
          </a:prstGeom>
          <a:noFill/>
        </p:spPr>
        <p:txBody>
          <a:bodyPr wrap="square" lIns="0" rtlCol="0">
            <a:spAutoFit/>
          </a:bodyPr>
          <a:lstStyle>
            <a:lvl1pPr marL="0" indent="0">
              <a:buNone/>
              <a:defRPr lang="zh-CN" altLang="en-US" sz="1200" spc="100" dirty="0">
                <a:solidFill>
                  <a:schemeClr val="tx1">
                    <a:lumMod val="65000"/>
                    <a:lumOff val="35000"/>
                  </a:schemeClr>
                </a:solidFill>
                <a:latin typeface="微软雅黑 Light" panose="020B0502040204020203" pitchFamily="34" charset="-122"/>
                <a:ea typeface="微软雅黑 Light" panose="020B0502040204020203" pitchFamily="34" charset="-122"/>
                <a:cs typeface="+mn-ea"/>
                <a:sym typeface="Wingdings 3" panose="05040102010807070707" pitchFamily="18" charset="2"/>
              </a:defRPr>
            </a:lvl1pPr>
          </a:lstStyle>
          <a:p>
            <a:pPr marL="228600" lvl="0" indent="-228600"/>
            <a:r>
              <a:rPr lang="zh-CN" altLang="en-US" dirty="0"/>
              <a:t>请在此输入你的副标题</a:t>
            </a:r>
          </a:p>
        </p:txBody>
      </p:sp>
      <p:sp>
        <p:nvSpPr>
          <p:cNvPr id="38" name="文本占位符 53"/>
          <p:cNvSpPr>
            <a:spLocks noGrp="1"/>
          </p:cNvSpPr>
          <p:nvPr>
            <p:ph type="body" sz="quarter" idx="16" hasCustomPrompt="1"/>
          </p:nvPr>
        </p:nvSpPr>
        <p:spPr>
          <a:xfrm>
            <a:off x="5143364" y="4198880"/>
            <a:ext cx="4065361" cy="344710"/>
          </a:xfrm>
          <a:prstGeom prst="rect">
            <a:avLst/>
          </a:prstGeom>
          <a:noFill/>
        </p:spPr>
        <p:txBody>
          <a:bodyPr wrap="square" lIns="0" rtlCol="0" anchor="ctr" anchorCtr="0">
            <a:spAutoFit/>
          </a:bodyPr>
          <a:lstStyle>
            <a:lvl1pPr marL="0" indent="0">
              <a:lnSpc>
                <a:spcPct val="130000"/>
              </a:lnSpc>
              <a:buNone/>
              <a:defRPr lang="zh-CN" altLang="en-US" sz="1400" spc="100" smtClean="0">
                <a:solidFill>
                  <a:schemeClr val="tx1">
                    <a:lumMod val="85000"/>
                    <a:lumOff val="15000"/>
                  </a:schemeClr>
                </a:solidFill>
                <a:cs typeface="+mn-ea"/>
              </a:defRPr>
            </a:lvl1pPr>
            <a:lvl2pPr>
              <a:defRPr lang="zh-CN" altLang="en-US" sz="1800" smtClean="0"/>
            </a:lvl2pPr>
            <a:lvl3pPr>
              <a:defRPr lang="zh-CN" altLang="en-US" sz="1800" smtClean="0"/>
            </a:lvl3pPr>
            <a:lvl4pPr>
              <a:defRPr lang="zh-CN" altLang="en-US" smtClean="0"/>
            </a:lvl4pPr>
            <a:lvl5pPr>
              <a:defRPr lang="zh-CN" altLang="en-US"/>
            </a:lvl5pPr>
          </a:lstStyle>
          <a:p>
            <a:pPr marL="0" lvl="0">
              <a:lnSpc>
                <a:spcPct val="130000"/>
              </a:lnSpc>
            </a:pPr>
            <a:r>
              <a:rPr lang="zh-CN" altLang="en-US" dirty="0"/>
              <a:t>指导教师： </a:t>
            </a:r>
            <a:r>
              <a:rPr lang="en-US" altLang="zh-CN" dirty="0"/>
              <a:t>XXX	</a:t>
            </a:r>
            <a:r>
              <a:rPr lang="zh-CN" altLang="en-US" dirty="0"/>
              <a:t>答辩学生： 芃苇</a:t>
            </a:r>
          </a:p>
        </p:txBody>
      </p:sp>
      <p:pic>
        <p:nvPicPr>
          <p:cNvPr id="8" name="图片 7"/>
          <p:cNvPicPr>
            <a:picLocks noChangeAspect="1"/>
          </p:cNvPicPr>
          <p:nvPr userDrawn="1"/>
        </p:nvPicPr>
        <p:blipFill>
          <a:blip r:embed="rId5" cstate="screen"/>
          <a:stretch>
            <a:fillRect/>
          </a:stretch>
        </p:blipFill>
        <p:spPr>
          <a:xfrm>
            <a:off x="1111261" y="2359437"/>
            <a:ext cx="2855386" cy="2169616"/>
          </a:xfrm>
          <a:prstGeom prst="rect">
            <a:avLst/>
          </a:prstGeom>
        </p:spPr>
      </p:pic>
    </p:spTree>
  </p:cSld>
  <p:clrMapOvr>
    <a:masterClrMapping/>
  </p:clrMapOvr>
  <p:transition spd="med">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封面样式2-首页3">
    <p:spTree>
      <p:nvGrpSpPr>
        <p:cNvPr id="1" name=""/>
        <p:cNvGrpSpPr/>
        <p:nvPr/>
      </p:nvGrpSpPr>
      <p:grpSpPr>
        <a:xfrm>
          <a:off x="0" y="0"/>
          <a:ext cx="0" cy="0"/>
          <a:chOff x="0" y="0"/>
          <a:chExt cx="0" cy="0"/>
        </a:xfrm>
      </p:grpSpPr>
      <p:sp>
        <p:nvSpPr>
          <p:cNvPr id="33"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9" name="任意多边形: 形状 118"/>
          <p:cNvSpPr/>
          <p:nvPr userDrawn="1"/>
        </p:nvSpPr>
        <p:spPr>
          <a:xfrm rot="1916941">
            <a:off x="-628945" y="-604401"/>
            <a:ext cx="12918999" cy="10347422"/>
          </a:xfrm>
          <a:custGeom>
            <a:avLst/>
            <a:gdLst>
              <a:gd name="connsiteX0" fmla="*/ 3910821 w 12918999"/>
              <a:gd name="connsiteY0" fmla="*/ 3392979 h 10347422"/>
              <a:gd name="connsiteX1" fmla="*/ 10262073 w 12918999"/>
              <a:gd name="connsiteY1" fmla="*/ 135295 h 10347422"/>
              <a:gd name="connsiteX2" fmla="*/ 10593809 w 12918999"/>
              <a:gd name="connsiteY2" fmla="*/ 0 h 10347422"/>
              <a:gd name="connsiteX3" fmla="*/ 12918999 w 12918999"/>
              <a:gd name="connsiteY3" fmla="*/ 3728462 h 10347422"/>
              <a:gd name="connsiteX4" fmla="*/ 11966464 w 12918999"/>
              <a:gd name="connsiteY4" fmla="*/ 4224159 h 10347422"/>
              <a:gd name="connsiteX5" fmla="*/ 3050273 w 12918999"/>
              <a:gd name="connsiteY5" fmla="*/ 10050202 h 10347422"/>
              <a:gd name="connsiteX6" fmla="*/ 2678241 w 12918999"/>
              <a:gd name="connsiteY6" fmla="*/ 10347422 h 10347422"/>
              <a:gd name="connsiteX7" fmla="*/ 0 w 12918999"/>
              <a:gd name="connsiteY7" fmla="*/ 6052840 h 10347422"/>
              <a:gd name="connsiteX8" fmla="*/ 4301 w 12918999"/>
              <a:gd name="connsiteY8" fmla="*/ 6049545 h 10347422"/>
              <a:gd name="connsiteX9" fmla="*/ 3049697 w 12918999"/>
              <a:gd name="connsiteY9" fmla="*/ 3931365 h 10347422"/>
              <a:gd name="connsiteX10" fmla="*/ 3910821 w 12918999"/>
              <a:gd name="connsiteY10" fmla="*/ 3392979 h 10347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918999" h="10347422">
                <a:moveTo>
                  <a:pt x="3910821" y="3392979"/>
                </a:moveTo>
                <a:cubicBezTo>
                  <a:pt x="5934272" y="2157348"/>
                  <a:pt x="8056184" y="1066634"/>
                  <a:pt x="10262073" y="135295"/>
                </a:cubicBezTo>
                <a:lnTo>
                  <a:pt x="10593809" y="0"/>
                </a:lnTo>
                <a:lnTo>
                  <a:pt x="12918999" y="3728462"/>
                </a:lnTo>
                <a:lnTo>
                  <a:pt x="11966464" y="4224159"/>
                </a:lnTo>
                <a:cubicBezTo>
                  <a:pt x="8816355" y="5904658"/>
                  <a:pt x="5833798" y="7857148"/>
                  <a:pt x="3050273" y="10050202"/>
                </a:cubicBezTo>
                <a:lnTo>
                  <a:pt x="2678241" y="10347422"/>
                </a:lnTo>
                <a:lnTo>
                  <a:pt x="0" y="6052840"/>
                </a:lnTo>
                <a:lnTo>
                  <a:pt x="4301" y="6049545"/>
                </a:lnTo>
                <a:cubicBezTo>
                  <a:pt x="990558" y="5305797"/>
                  <a:pt x="2006380" y="4599047"/>
                  <a:pt x="3049697" y="3931365"/>
                </a:cubicBezTo>
                <a:cubicBezTo>
                  <a:pt x="3334701" y="3748973"/>
                  <a:pt x="3621756" y="3569497"/>
                  <a:pt x="3910821" y="3392979"/>
                </a:cubicBezTo>
                <a:close/>
              </a:path>
            </a:pathLst>
          </a:custGeom>
          <a:gradFill>
            <a:gsLst>
              <a:gs pos="0">
                <a:schemeClr val="bg1">
                  <a:alpha val="0"/>
                </a:schemeClr>
              </a:gs>
              <a:gs pos="100000">
                <a:schemeClr val="accent2">
                  <a:alpha val="15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6" name="任意多边形: 形状 105"/>
          <p:cNvSpPr/>
          <p:nvPr userDrawn="1"/>
        </p:nvSpPr>
        <p:spPr>
          <a:xfrm rot="2885786">
            <a:off x="1087929" y="-2969595"/>
            <a:ext cx="10843749" cy="12155155"/>
          </a:xfrm>
          <a:custGeom>
            <a:avLst/>
            <a:gdLst>
              <a:gd name="connsiteX0" fmla="*/ 6051751 w 10843749"/>
              <a:gd name="connsiteY0" fmla="*/ 1433305 h 12155155"/>
              <a:gd name="connsiteX1" fmla="*/ 6837805 w 10843749"/>
              <a:gd name="connsiteY1" fmla="*/ 587393 h 12155155"/>
              <a:gd name="connsiteX2" fmla="*/ 7410328 w 10843749"/>
              <a:gd name="connsiteY2" fmla="*/ 0 h 12155155"/>
              <a:gd name="connsiteX3" fmla="*/ 10843749 w 10843749"/>
              <a:gd name="connsiteY3" fmla="*/ 3081016 h 12155155"/>
              <a:gd name="connsiteX4" fmla="*/ 2700969 w 10843749"/>
              <a:gd name="connsiteY4" fmla="*/ 12155155 h 12155155"/>
              <a:gd name="connsiteX5" fmla="*/ 0 w 10843749"/>
              <a:gd name="connsiteY5" fmla="*/ 9731411 h 12155155"/>
              <a:gd name="connsiteX6" fmla="*/ 261077 w 10843749"/>
              <a:gd name="connsiteY6" fmla="*/ 9278934 h 12155155"/>
              <a:gd name="connsiteX7" fmla="*/ 6051751 w 10843749"/>
              <a:gd name="connsiteY7" fmla="*/ 1433305 h 121551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843749" h="12155155">
                <a:moveTo>
                  <a:pt x="6051751" y="1433305"/>
                </a:moveTo>
                <a:cubicBezTo>
                  <a:pt x="6310424" y="1148193"/>
                  <a:pt x="6572461" y="866201"/>
                  <a:pt x="6837805" y="587393"/>
                </a:cubicBezTo>
                <a:lnTo>
                  <a:pt x="7410328" y="0"/>
                </a:lnTo>
                <a:lnTo>
                  <a:pt x="10843749" y="3081016"/>
                </a:lnTo>
                <a:lnTo>
                  <a:pt x="2700969" y="12155155"/>
                </a:lnTo>
                <a:lnTo>
                  <a:pt x="0" y="9731411"/>
                </a:lnTo>
                <a:lnTo>
                  <a:pt x="261077" y="9278934"/>
                </a:lnTo>
                <a:cubicBezTo>
                  <a:pt x="1926385" y="6466781"/>
                  <a:pt x="3869211" y="3838947"/>
                  <a:pt x="6051751" y="1433305"/>
                </a:cubicBezTo>
                <a:close/>
              </a:path>
            </a:pathLst>
          </a:custGeom>
          <a:gradFill>
            <a:gsLst>
              <a:gs pos="0">
                <a:schemeClr val="bg1">
                  <a:alpha val="0"/>
                </a:schemeClr>
              </a:gs>
              <a:gs pos="100000">
                <a:schemeClr val="accent2">
                  <a:alpha val="11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18" name="任意多边形: 形状 117"/>
          <p:cNvSpPr/>
          <p:nvPr userDrawn="1"/>
        </p:nvSpPr>
        <p:spPr>
          <a:xfrm rot="1846855">
            <a:off x="-307281" y="-539696"/>
            <a:ext cx="12650822" cy="11532482"/>
          </a:xfrm>
          <a:custGeom>
            <a:avLst/>
            <a:gdLst>
              <a:gd name="connsiteX0" fmla="*/ 7956679 w 12650822"/>
              <a:gd name="connsiteY0" fmla="*/ 1195248 h 11532482"/>
              <a:gd name="connsiteX1" fmla="*/ 9978822 w 12650822"/>
              <a:gd name="connsiteY1" fmla="*/ 62012 h 11532482"/>
              <a:gd name="connsiteX2" fmla="*/ 10098991 w 12650822"/>
              <a:gd name="connsiteY2" fmla="*/ 0 h 11532482"/>
              <a:gd name="connsiteX3" fmla="*/ 12650822 w 12650822"/>
              <a:gd name="connsiteY3" fmla="*/ 4283979 h 11532482"/>
              <a:gd name="connsiteX4" fmla="*/ 12245569 w 12650822"/>
              <a:gd name="connsiteY4" fmla="*/ 4531370 h 11532482"/>
              <a:gd name="connsiteX5" fmla="*/ 3166697 w 12650822"/>
              <a:gd name="connsiteY5" fmla="*/ 11321300 h 11532482"/>
              <a:gd name="connsiteX6" fmla="*/ 2933905 w 12650822"/>
              <a:gd name="connsiteY6" fmla="*/ 11532482 h 11532482"/>
              <a:gd name="connsiteX7" fmla="*/ 1718627 w 12650822"/>
              <a:gd name="connsiteY7" fmla="*/ 9865697 h 11532482"/>
              <a:gd name="connsiteX8" fmla="*/ 0 w 12650822"/>
              <a:gd name="connsiteY8" fmla="*/ 6980488 h 11532482"/>
              <a:gd name="connsiteX9" fmla="*/ 22022 w 12650822"/>
              <a:gd name="connsiteY9" fmla="*/ 6960742 h 11532482"/>
              <a:gd name="connsiteX10" fmla="*/ 4718407 w 12650822"/>
              <a:gd name="connsiteY10" fmla="*/ 3273000 h 11532482"/>
              <a:gd name="connsiteX11" fmla="*/ 7956679 w 12650822"/>
              <a:gd name="connsiteY11" fmla="*/ 1195248 h 115324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650822" h="11532482">
                <a:moveTo>
                  <a:pt x="7956679" y="1195248"/>
                </a:moveTo>
                <a:cubicBezTo>
                  <a:pt x="8621077" y="803084"/>
                  <a:pt x="9295272" y="425195"/>
                  <a:pt x="9978822" y="62012"/>
                </a:cubicBezTo>
                <a:lnTo>
                  <a:pt x="10098991" y="0"/>
                </a:lnTo>
                <a:lnTo>
                  <a:pt x="12650822" y="4283979"/>
                </a:lnTo>
                <a:lnTo>
                  <a:pt x="12245569" y="4531370"/>
                </a:lnTo>
                <a:cubicBezTo>
                  <a:pt x="9012618" y="6531229"/>
                  <a:pt x="5974903" y="8805712"/>
                  <a:pt x="3166697" y="11321300"/>
                </a:cubicBezTo>
                <a:lnTo>
                  <a:pt x="2933905" y="11532482"/>
                </a:lnTo>
                <a:lnTo>
                  <a:pt x="1718627" y="9865697"/>
                </a:lnTo>
                <a:lnTo>
                  <a:pt x="0" y="6980488"/>
                </a:lnTo>
                <a:lnTo>
                  <a:pt x="22022" y="6960742"/>
                </a:lnTo>
                <a:cubicBezTo>
                  <a:pt x="1511041" y="5644986"/>
                  <a:pt x="3079104" y="4413194"/>
                  <a:pt x="4718407" y="3273000"/>
                </a:cubicBezTo>
                <a:cubicBezTo>
                  <a:pt x="5769244" y="2542106"/>
                  <a:pt x="6849352" y="1848853"/>
                  <a:pt x="7956679" y="1195248"/>
                </a:cubicBezTo>
                <a:close/>
              </a:path>
            </a:pathLst>
          </a:custGeom>
          <a:gradFill>
            <a:gsLst>
              <a:gs pos="0">
                <a:schemeClr val="bg1">
                  <a:alpha val="3000"/>
                </a:schemeClr>
              </a:gs>
              <a:gs pos="100000">
                <a:schemeClr val="accent2">
                  <a:alpha val="18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49" name="任意多边形: 形状 83"/>
          <p:cNvSpPr/>
          <p:nvPr userDrawn="1"/>
        </p:nvSpPr>
        <p:spPr>
          <a:xfrm>
            <a:off x="-1" y="2998308"/>
            <a:ext cx="12191999" cy="3656014"/>
          </a:xfrm>
          <a:custGeom>
            <a:avLst/>
            <a:gdLst>
              <a:gd name="connsiteX0" fmla="*/ 6096002 w 12191999"/>
              <a:gd name="connsiteY0" fmla="*/ 0 h 3656014"/>
              <a:gd name="connsiteX1" fmla="*/ 11517301 w 12191999"/>
              <a:gd name="connsiteY1" fmla="*/ 568339 h 3656014"/>
              <a:gd name="connsiteX2" fmla="*/ 12191999 w 12191999"/>
              <a:gd name="connsiteY2" fmla="*/ 741496 h 3656014"/>
              <a:gd name="connsiteX3" fmla="*/ 12191999 w 12191999"/>
              <a:gd name="connsiteY3" fmla="*/ 3656014 h 3656014"/>
              <a:gd name="connsiteX4" fmla="*/ 0 w 12191999"/>
              <a:gd name="connsiteY4" fmla="*/ 3656014 h 3656014"/>
              <a:gd name="connsiteX5" fmla="*/ 0 w 12191999"/>
              <a:gd name="connsiteY5" fmla="*/ 741497 h 3656014"/>
              <a:gd name="connsiteX6" fmla="*/ 674702 w 12191999"/>
              <a:gd name="connsiteY6" fmla="*/ 568339 h 3656014"/>
              <a:gd name="connsiteX7" fmla="*/ 6096002 w 12191999"/>
              <a:gd name="connsiteY7" fmla="*/ 0 h 365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3656014">
                <a:moveTo>
                  <a:pt x="6096002" y="0"/>
                </a:moveTo>
                <a:cubicBezTo>
                  <a:pt x="8104174" y="0"/>
                  <a:pt x="9969760" y="209519"/>
                  <a:pt x="11517301" y="568339"/>
                </a:cubicBezTo>
                <a:lnTo>
                  <a:pt x="12191999" y="741496"/>
                </a:lnTo>
                <a:lnTo>
                  <a:pt x="12191999" y="3656014"/>
                </a:lnTo>
                <a:lnTo>
                  <a:pt x="0" y="3656014"/>
                </a:lnTo>
                <a:lnTo>
                  <a:pt x="0" y="741497"/>
                </a:lnTo>
                <a:lnTo>
                  <a:pt x="674702" y="568339"/>
                </a:lnTo>
                <a:cubicBezTo>
                  <a:pt x="2222243" y="209519"/>
                  <a:pt x="4087830" y="0"/>
                  <a:pt x="6096002" y="0"/>
                </a:cubicBezTo>
                <a:close/>
              </a:path>
            </a:pathLst>
          </a:custGeom>
          <a:solidFill>
            <a:schemeClr val="bg1"/>
          </a:solidFill>
          <a:ln>
            <a:noFill/>
          </a:ln>
          <a:effectLst>
            <a:outerShdw blurRad="3810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lnSpc>
                <a:spcPct val="130000"/>
              </a:lnSpc>
            </a:pPr>
            <a:endParaRPr lang="zh-CN" altLang="en-US">
              <a:cs typeface="+mn-ea"/>
            </a:endParaRPr>
          </a:p>
        </p:txBody>
      </p:sp>
      <p:sp>
        <p:nvSpPr>
          <p:cNvPr id="50" name="任意多边形: 形状 83"/>
          <p:cNvSpPr/>
          <p:nvPr userDrawn="1"/>
        </p:nvSpPr>
        <p:spPr>
          <a:xfrm>
            <a:off x="-2" y="3019587"/>
            <a:ext cx="12191999" cy="3656014"/>
          </a:xfrm>
          <a:custGeom>
            <a:avLst/>
            <a:gdLst>
              <a:gd name="connsiteX0" fmla="*/ 6096002 w 12191999"/>
              <a:gd name="connsiteY0" fmla="*/ 0 h 3656014"/>
              <a:gd name="connsiteX1" fmla="*/ 11517301 w 12191999"/>
              <a:gd name="connsiteY1" fmla="*/ 568339 h 3656014"/>
              <a:gd name="connsiteX2" fmla="*/ 12191999 w 12191999"/>
              <a:gd name="connsiteY2" fmla="*/ 741496 h 3656014"/>
              <a:gd name="connsiteX3" fmla="*/ 12191999 w 12191999"/>
              <a:gd name="connsiteY3" fmla="*/ 3656014 h 3656014"/>
              <a:gd name="connsiteX4" fmla="*/ 0 w 12191999"/>
              <a:gd name="connsiteY4" fmla="*/ 3656014 h 3656014"/>
              <a:gd name="connsiteX5" fmla="*/ 0 w 12191999"/>
              <a:gd name="connsiteY5" fmla="*/ 741497 h 3656014"/>
              <a:gd name="connsiteX6" fmla="*/ 674702 w 12191999"/>
              <a:gd name="connsiteY6" fmla="*/ 568339 h 3656014"/>
              <a:gd name="connsiteX7" fmla="*/ 6096002 w 12191999"/>
              <a:gd name="connsiteY7" fmla="*/ 0 h 365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3656014">
                <a:moveTo>
                  <a:pt x="6096002" y="0"/>
                </a:moveTo>
                <a:cubicBezTo>
                  <a:pt x="8104174" y="0"/>
                  <a:pt x="9969760" y="209519"/>
                  <a:pt x="11517301" y="568339"/>
                </a:cubicBezTo>
                <a:lnTo>
                  <a:pt x="12191999" y="741496"/>
                </a:lnTo>
                <a:lnTo>
                  <a:pt x="12191999" y="3656014"/>
                </a:lnTo>
                <a:lnTo>
                  <a:pt x="0" y="3656014"/>
                </a:lnTo>
                <a:lnTo>
                  <a:pt x="0" y="741497"/>
                </a:lnTo>
                <a:lnTo>
                  <a:pt x="674702" y="568339"/>
                </a:lnTo>
                <a:cubicBezTo>
                  <a:pt x="2222243" y="209519"/>
                  <a:pt x="4087830" y="0"/>
                  <a:pt x="6096002" y="0"/>
                </a:cubicBezTo>
                <a:close/>
              </a:path>
            </a:pathLst>
          </a:cu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lnSpc>
                <a:spcPct val="130000"/>
              </a:lnSpc>
            </a:pPr>
            <a:endParaRPr lang="zh-CN" altLang="en-US">
              <a:cs typeface="+mn-ea"/>
            </a:endParaRPr>
          </a:p>
        </p:txBody>
      </p:sp>
      <p:sp>
        <p:nvSpPr>
          <p:cNvPr id="102" name="任意多边形: 形状 101"/>
          <p:cNvSpPr/>
          <p:nvPr userDrawn="1"/>
        </p:nvSpPr>
        <p:spPr>
          <a:xfrm rot="2676034">
            <a:off x="-1681418" y="5021332"/>
            <a:ext cx="3362838" cy="3410056"/>
          </a:xfrm>
          <a:custGeom>
            <a:avLst/>
            <a:gdLst>
              <a:gd name="connsiteX0" fmla="*/ 0 w 3362838"/>
              <a:gd name="connsiteY0" fmla="*/ 0 h 3410056"/>
              <a:gd name="connsiteX1" fmla="*/ 3362838 w 3362838"/>
              <a:gd name="connsiteY1" fmla="*/ 3410056 h 3410056"/>
              <a:gd name="connsiteX2" fmla="*/ 3362837 w 3362838"/>
              <a:gd name="connsiteY2" fmla="*/ 3410056 h 3410056"/>
              <a:gd name="connsiteX3" fmla="*/ 0 w 3362838"/>
              <a:gd name="connsiteY3" fmla="*/ 1 h 3410056"/>
            </a:gdLst>
            <a:ahLst/>
            <a:cxnLst>
              <a:cxn ang="0">
                <a:pos x="connsiteX0" y="connsiteY0"/>
              </a:cxn>
              <a:cxn ang="0">
                <a:pos x="connsiteX1" y="connsiteY1"/>
              </a:cxn>
              <a:cxn ang="0">
                <a:pos x="connsiteX2" y="connsiteY2"/>
              </a:cxn>
              <a:cxn ang="0">
                <a:pos x="connsiteX3" y="connsiteY3"/>
              </a:cxn>
            </a:cxnLst>
            <a:rect l="l" t="t" r="r" b="b"/>
            <a:pathLst>
              <a:path w="3362838" h="3410056">
                <a:moveTo>
                  <a:pt x="0" y="0"/>
                </a:moveTo>
                <a:lnTo>
                  <a:pt x="3362838" y="3410056"/>
                </a:lnTo>
                <a:lnTo>
                  <a:pt x="3362837" y="3410056"/>
                </a:lnTo>
                <a:lnTo>
                  <a:pt x="0" y="1"/>
                </a:lnTo>
                <a:close/>
              </a:path>
            </a:pathLst>
          </a:custGeom>
          <a:gradFill>
            <a:gsLst>
              <a:gs pos="0">
                <a:schemeClr val="bg1">
                  <a:alpha val="0"/>
                </a:schemeClr>
              </a:gs>
              <a:gs pos="100000">
                <a:schemeClr val="accent2"/>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4" name="任意多边形: 形状 83"/>
          <p:cNvSpPr/>
          <p:nvPr userDrawn="1"/>
        </p:nvSpPr>
        <p:spPr>
          <a:xfrm>
            <a:off x="0" y="3201986"/>
            <a:ext cx="12191999" cy="3656014"/>
          </a:xfrm>
          <a:custGeom>
            <a:avLst/>
            <a:gdLst>
              <a:gd name="connsiteX0" fmla="*/ 6096002 w 12191999"/>
              <a:gd name="connsiteY0" fmla="*/ 0 h 3656014"/>
              <a:gd name="connsiteX1" fmla="*/ 11517301 w 12191999"/>
              <a:gd name="connsiteY1" fmla="*/ 568339 h 3656014"/>
              <a:gd name="connsiteX2" fmla="*/ 12191999 w 12191999"/>
              <a:gd name="connsiteY2" fmla="*/ 741496 h 3656014"/>
              <a:gd name="connsiteX3" fmla="*/ 12191999 w 12191999"/>
              <a:gd name="connsiteY3" fmla="*/ 3656014 h 3656014"/>
              <a:gd name="connsiteX4" fmla="*/ 0 w 12191999"/>
              <a:gd name="connsiteY4" fmla="*/ 3656014 h 3656014"/>
              <a:gd name="connsiteX5" fmla="*/ 0 w 12191999"/>
              <a:gd name="connsiteY5" fmla="*/ 741497 h 3656014"/>
              <a:gd name="connsiteX6" fmla="*/ 674702 w 12191999"/>
              <a:gd name="connsiteY6" fmla="*/ 568339 h 3656014"/>
              <a:gd name="connsiteX7" fmla="*/ 6096002 w 12191999"/>
              <a:gd name="connsiteY7" fmla="*/ 0 h 36560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3656014">
                <a:moveTo>
                  <a:pt x="6096002" y="0"/>
                </a:moveTo>
                <a:cubicBezTo>
                  <a:pt x="8104174" y="0"/>
                  <a:pt x="9969760" y="209519"/>
                  <a:pt x="11517301" y="568339"/>
                </a:cubicBezTo>
                <a:lnTo>
                  <a:pt x="12191999" y="741496"/>
                </a:lnTo>
                <a:lnTo>
                  <a:pt x="12191999" y="3656014"/>
                </a:lnTo>
                <a:lnTo>
                  <a:pt x="0" y="3656014"/>
                </a:lnTo>
                <a:lnTo>
                  <a:pt x="0" y="741497"/>
                </a:lnTo>
                <a:lnTo>
                  <a:pt x="674702" y="568339"/>
                </a:lnTo>
                <a:cubicBezTo>
                  <a:pt x="2222243" y="209519"/>
                  <a:pt x="4087830" y="0"/>
                  <a:pt x="6096002" y="0"/>
                </a:cubicBezTo>
                <a:close/>
              </a:path>
            </a:pathLst>
          </a:custGeom>
          <a:solidFill>
            <a:schemeClr val="bg1"/>
          </a:solidFill>
          <a:ln>
            <a:noFill/>
          </a:ln>
          <a:effectLst>
            <a:outerShdw blurRad="381000" sx="102000" sy="102000" algn="ctr"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lvl="0" algn="ctr">
              <a:lnSpc>
                <a:spcPct val="130000"/>
              </a:lnSpc>
            </a:pPr>
            <a:endParaRPr lang="zh-CN" altLang="en-US">
              <a:cs typeface="+mn-ea"/>
            </a:endParaRPr>
          </a:p>
        </p:txBody>
      </p:sp>
      <p:sp>
        <p:nvSpPr>
          <p:cNvPr id="48" name="标题 47"/>
          <p:cNvSpPr>
            <a:spLocks noGrp="1"/>
          </p:cNvSpPr>
          <p:nvPr userDrawn="1">
            <p:ph type="title" hasCustomPrompt="1"/>
          </p:nvPr>
        </p:nvSpPr>
        <p:spPr>
          <a:xfrm>
            <a:off x="515939" y="3758091"/>
            <a:ext cx="11160124" cy="1323439"/>
          </a:xfrm>
          <a:prstGeom prst="rect">
            <a:avLst/>
          </a:prstGeom>
          <a:noFill/>
        </p:spPr>
        <p:txBody>
          <a:bodyPr wrap="square" lIns="0" rtlCol="0">
            <a:spAutoFit/>
          </a:bodyPr>
          <a:lstStyle>
            <a:lvl1pPr algn="ctr">
              <a:lnSpc>
                <a:spcPct val="100000"/>
              </a:lnSpc>
              <a:defRPr lang="zh-CN" altLang="en-US" sz="4000" b="1" spc="100" dirty="0">
                <a:solidFill>
                  <a:schemeClr val="tx1"/>
                </a:solidFill>
                <a:latin typeface="+mn-ea"/>
                <a:ea typeface="+mn-ea"/>
                <a:cs typeface="+mn-ea"/>
              </a:defRPr>
            </a:lvl1pPr>
          </a:lstStyle>
          <a:p>
            <a:pPr marL="0" lvl="0"/>
            <a:r>
              <a:rPr lang="zh-CN" altLang="en-US" dirty="0"/>
              <a:t>北京理工大学</a:t>
            </a:r>
            <a:br>
              <a:rPr lang="zh-CN" altLang="en-US" dirty="0"/>
            </a:br>
            <a:r>
              <a:rPr lang="zh-CN" altLang="en-US" dirty="0"/>
              <a:t>毕业设计论文答辩模板</a:t>
            </a:r>
          </a:p>
        </p:txBody>
      </p:sp>
      <p:sp>
        <p:nvSpPr>
          <p:cNvPr id="38" name="文本占位符 53"/>
          <p:cNvSpPr>
            <a:spLocks noGrp="1"/>
          </p:cNvSpPr>
          <p:nvPr userDrawn="1">
            <p:ph type="body" sz="quarter" idx="16" hasCustomPrompt="1"/>
          </p:nvPr>
        </p:nvSpPr>
        <p:spPr>
          <a:xfrm>
            <a:off x="4063320" y="5540739"/>
            <a:ext cx="4065361" cy="344710"/>
          </a:xfrm>
          <a:prstGeom prst="rect">
            <a:avLst/>
          </a:prstGeom>
          <a:noFill/>
        </p:spPr>
        <p:txBody>
          <a:bodyPr wrap="square" lIns="0" rtlCol="0" anchor="ctr" anchorCtr="0">
            <a:spAutoFit/>
          </a:bodyPr>
          <a:lstStyle>
            <a:lvl1pPr marL="0" indent="0" algn="ctr">
              <a:lnSpc>
                <a:spcPct val="130000"/>
              </a:lnSpc>
              <a:buNone/>
              <a:defRPr lang="zh-CN" altLang="en-US" sz="1400" spc="100" smtClean="0">
                <a:solidFill>
                  <a:schemeClr val="tx1">
                    <a:lumMod val="85000"/>
                    <a:lumOff val="15000"/>
                  </a:schemeClr>
                </a:solidFill>
                <a:cs typeface="+mn-ea"/>
              </a:defRPr>
            </a:lvl1pPr>
            <a:lvl2pPr>
              <a:defRPr lang="zh-CN" altLang="en-US" sz="1800" smtClean="0"/>
            </a:lvl2pPr>
            <a:lvl3pPr>
              <a:defRPr lang="zh-CN" altLang="en-US" sz="1800" smtClean="0"/>
            </a:lvl3pPr>
            <a:lvl4pPr>
              <a:defRPr lang="zh-CN" altLang="en-US" smtClean="0"/>
            </a:lvl4pPr>
            <a:lvl5pPr>
              <a:defRPr lang="zh-CN" altLang="en-US"/>
            </a:lvl5pPr>
          </a:lstStyle>
          <a:p>
            <a:pPr marL="0" lvl="0">
              <a:lnSpc>
                <a:spcPct val="130000"/>
              </a:lnSpc>
            </a:pPr>
            <a:r>
              <a:rPr lang="zh-CN" altLang="en-US" dirty="0"/>
              <a:t>指导教师： </a:t>
            </a:r>
            <a:r>
              <a:rPr lang="en-US" altLang="zh-CN" dirty="0"/>
              <a:t>XXX	</a:t>
            </a:r>
            <a:r>
              <a:rPr lang="zh-CN" altLang="en-US" dirty="0"/>
              <a:t>答辩学生： 芃苇</a:t>
            </a:r>
          </a:p>
        </p:txBody>
      </p:sp>
      <p:cxnSp>
        <p:nvCxnSpPr>
          <p:cNvPr id="18" name="直接连接符 17"/>
          <p:cNvCxnSpPr/>
          <p:nvPr userDrawn="1"/>
        </p:nvCxnSpPr>
        <p:spPr>
          <a:xfrm>
            <a:off x="2108522" y="5295418"/>
            <a:ext cx="7974957"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userDrawn="1"/>
        </p:nvPicPr>
        <p:blipFill>
          <a:blip r:embed="rId3" cstate="screen"/>
          <a:stretch>
            <a:fillRect/>
          </a:stretch>
        </p:blipFill>
        <p:spPr>
          <a:xfrm>
            <a:off x="3866200" y="944838"/>
            <a:ext cx="4510874" cy="1262604"/>
          </a:xfrm>
          <a:prstGeom prst="rect">
            <a:avLst/>
          </a:prstGeom>
        </p:spPr>
      </p:pic>
      <p:sp>
        <p:nvSpPr>
          <p:cNvPr id="51" name="文本框 50"/>
          <p:cNvSpPr txBox="1"/>
          <p:nvPr userDrawn="1"/>
        </p:nvSpPr>
        <p:spPr>
          <a:xfrm>
            <a:off x="150844" y="6088688"/>
            <a:ext cx="2156520" cy="617431"/>
          </a:xfrm>
          <a:prstGeom prst="rect">
            <a:avLst/>
          </a:prstGeom>
          <a:noFill/>
          <a:ln>
            <a:noFill/>
          </a:ln>
        </p:spPr>
        <p:txBody>
          <a:bodyPr wrap="square" lIns="180000" tIns="180000" rIns="180000" bIns="180000" rtlCol="0">
            <a:spAutoFit/>
          </a:bodyPr>
          <a:lstStyle/>
          <a:p>
            <a:pPr marL="0" marR="0" lvl="0" indent="0" algn="l" defTabSz="914400" rtl="0" eaLnBrk="0" fontAlgn="base" latinLnBrk="0" hangingPunct="0">
              <a:lnSpc>
                <a:spcPct val="130000"/>
              </a:lnSpc>
              <a:spcBef>
                <a:spcPct val="0"/>
              </a:spcBef>
              <a:spcAft>
                <a:spcPct val="0"/>
              </a:spcAft>
              <a:buClrTx/>
              <a:buSzTx/>
              <a:buFontTx/>
              <a:buNone/>
              <a:defRPr/>
            </a:pPr>
            <a:r>
              <a:rPr lang="en-US" altLang="zh-CN" sz="1400" b="1" i="0" spc="100" dirty="0">
                <a:solidFill>
                  <a:schemeClr val="accent3"/>
                </a:solidFill>
                <a:latin typeface="+mn-ea"/>
                <a:ea typeface="+mn-ea"/>
              </a:rPr>
              <a:t>BIT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SINCE 1940</a:t>
            </a:r>
            <a:endParaRPr lang="zh-CN" altLang="en-US" sz="1400" b="1" i="0" spc="100" dirty="0">
              <a:solidFill>
                <a:schemeClr val="accent3"/>
              </a:solidFill>
              <a:latin typeface="微软雅黑 Light" panose="020B0502040204020203" pitchFamily="34" charset="-122"/>
              <a:ea typeface="微软雅黑 Light" panose="020B0502040204020203" pitchFamily="34" charset="-122"/>
            </a:endParaRPr>
          </a:p>
        </p:txBody>
      </p:sp>
      <p:grpSp>
        <p:nvGrpSpPr>
          <p:cNvPr id="52" name="组合 51"/>
          <p:cNvGrpSpPr/>
          <p:nvPr userDrawn="1"/>
        </p:nvGrpSpPr>
        <p:grpSpPr>
          <a:xfrm>
            <a:off x="10083479" y="6315185"/>
            <a:ext cx="1765866" cy="192031"/>
            <a:chOff x="598941" y="6399999"/>
            <a:chExt cx="2542613" cy="276499"/>
          </a:xfrm>
          <a:solidFill>
            <a:schemeClr val="bg1">
              <a:lumMod val="65000"/>
            </a:schemeClr>
          </a:solidFill>
        </p:grpSpPr>
        <p:grpSp>
          <p:nvGrpSpPr>
            <p:cNvPr id="53" name="组合 52"/>
            <p:cNvGrpSpPr/>
            <p:nvPr/>
          </p:nvGrpSpPr>
          <p:grpSpPr>
            <a:xfrm>
              <a:off x="2055693" y="6402621"/>
              <a:ext cx="1085861" cy="270805"/>
              <a:chOff x="10340336" y="2247899"/>
              <a:chExt cx="2724438" cy="679451"/>
            </a:xfrm>
            <a:grpFill/>
          </p:grpSpPr>
          <p:sp>
            <p:nvSpPr>
              <p:cNvPr id="89"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90"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91" name="组合 90"/>
              <p:cNvGrpSpPr/>
              <p:nvPr/>
            </p:nvGrpSpPr>
            <p:grpSpPr>
              <a:xfrm>
                <a:off x="10340336" y="2247899"/>
                <a:ext cx="547688" cy="679451"/>
                <a:chOff x="5548313" y="2084388"/>
                <a:chExt cx="547688" cy="679451"/>
              </a:xfrm>
              <a:grpFill/>
            </p:grpSpPr>
            <p:sp>
              <p:nvSpPr>
                <p:cNvPr id="96"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7"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2" name="组合 91"/>
              <p:cNvGrpSpPr/>
              <p:nvPr/>
            </p:nvGrpSpPr>
            <p:grpSpPr>
              <a:xfrm>
                <a:off x="11192276" y="2400300"/>
                <a:ext cx="322175" cy="373063"/>
                <a:chOff x="3792874" y="3138488"/>
                <a:chExt cx="322175" cy="373063"/>
              </a:xfrm>
              <a:grpFill/>
            </p:grpSpPr>
            <p:sp>
              <p:nvSpPr>
                <p:cNvPr id="93"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4"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5"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54" name="组合 53"/>
            <p:cNvGrpSpPr/>
            <p:nvPr/>
          </p:nvGrpSpPr>
          <p:grpSpPr>
            <a:xfrm>
              <a:off x="598941" y="6399999"/>
              <a:ext cx="1102619" cy="276499"/>
              <a:chOff x="6738929" y="2270918"/>
              <a:chExt cx="2766486" cy="693738"/>
            </a:xfrm>
            <a:grpFill/>
          </p:grpSpPr>
          <p:grpSp>
            <p:nvGrpSpPr>
              <p:cNvPr id="55" name="组合 54"/>
              <p:cNvGrpSpPr/>
              <p:nvPr/>
            </p:nvGrpSpPr>
            <p:grpSpPr>
              <a:xfrm>
                <a:off x="8180494" y="2355056"/>
                <a:ext cx="484188" cy="509588"/>
                <a:chOff x="6113463" y="3541713"/>
                <a:chExt cx="484188" cy="509588"/>
              </a:xfrm>
              <a:grpFill/>
            </p:grpSpPr>
            <p:sp>
              <p:nvSpPr>
                <p:cNvPr id="87"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8"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6" name="组合 55"/>
              <p:cNvGrpSpPr/>
              <p:nvPr/>
            </p:nvGrpSpPr>
            <p:grpSpPr>
              <a:xfrm>
                <a:off x="6738929" y="2270918"/>
                <a:ext cx="549275" cy="693738"/>
                <a:chOff x="6108700" y="2066926"/>
                <a:chExt cx="549275" cy="693738"/>
              </a:xfrm>
              <a:grpFill/>
            </p:grpSpPr>
            <p:sp>
              <p:nvSpPr>
                <p:cNvPr id="85"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6"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7" name="组合 56"/>
              <p:cNvGrpSpPr/>
              <p:nvPr/>
            </p:nvGrpSpPr>
            <p:grpSpPr>
              <a:xfrm>
                <a:off x="7532962" y="2451100"/>
                <a:ext cx="368300" cy="317500"/>
                <a:chOff x="6186488" y="2930526"/>
                <a:chExt cx="368300" cy="317500"/>
              </a:xfrm>
              <a:grpFill/>
            </p:grpSpPr>
            <p:sp>
              <p:nvSpPr>
                <p:cNvPr id="6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5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5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封面样式2-尾页">
    <p:spTree>
      <p:nvGrpSpPr>
        <p:cNvPr id="1" name=""/>
        <p:cNvGrpSpPr/>
        <p:nvPr/>
      </p:nvGrpSpPr>
      <p:grpSpPr>
        <a:xfrm>
          <a:off x="0" y="0"/>
          <a:ext cx="0" cy="0"/>
          <a:chOff x="0" y="0"/>
          <a:chExt cx="0" cy="0"/>
        </a:xfrm>
      </p:grpSpPr>
      <p:sp>
        <p:nvSpPr>
          <p:cNvPr id="6"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PA-矩形 7"/>
          <p:cNvSpPr/>
          <p:nvPr userDrawn="1">
            <p:custDataLst>
              <p:tags r:id="rId2"/>
            </p:custDataLst>
          </p:nvPr>
        </p:nvSpPr>
        <p:spPr>
          <a:xfrm>
            <a:off x="0" y="0"/>
            <a:ext cx="12192000" cy="6858000"/>
          </a:xfrm>
          <a:prstGeom prst="rect">
            <a:avLst/>
          </a:prstGeom>
          <a:gradFill flip="none" rotWithShape="1">
            <a:gsLst>
              <a:gs pos="0">
                <a:schemeClr val="accent1">
                  <a:alpha val="0"/>
                </a:schemeClr>
              </a:gs>
              <a:gs pos="5220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 name="任意多边形: 形状 19"/>
          <p:cNvSpPr/>
          <p:nvPr userDrawn="1"/>
        </p:nvSpPr>
        <p:spPr>
          <a:xfrm flipH="1" flipV="1">
            <a:off x="4442085" y="3759199"/>
            <a:ext cx="3307830" cy="2335892"/>
          </a:xfrm>
          <a:custGeom>
            <a:avLst/>
            <a:gdLst>
              <a:gd name="connsiteX0" fmla="*/ 3162300 w 3162300"/>
              <a:gd name="connsiteY0" fmla="*/ 2147409 h 2147409"/>
              <a:gd name="connsiteX1" fmla="*/ 0 w 3162300"/>
              <a:gd name="connsiteY1" fmla="*/ 2147409 h 2147409"/>
              <a:gd name="connsiteX2" fmla="*/ 0 w 3162300"/>
              <a:gd name="connsiteY2" fmla="*/ 1565265 h 2147409"/>
              <a:gd name="connsiteX3" fmla="*/ 0 w 3162300"/>
              <a:gd name="connsiteY3" fmla="*/ 1544697 h 2147409"/>
              <a:gd name="connsiteX4" fmla="*/ 0 w 3162300"/>
              <a:gd name="connsiteY4" fmla="*/ 0 h 2147409"/>
              <a:gd name="connsiteX5" fmla="*/ 1585774 w 3162300"/>
              <a:gd name="connsiteY5" fmla="*/ 1112898 h 2147409"/>
              <a:gd name="connsiteX6" fmla="*/ 3162300 w 3162300"/>
              <a:gd name="connsiteY6" fmla="*/ 0 h 2147409"/>
              <a:gd name="connsiteX7" fmla="*/ 3162300 w 3162300"/>
              <a:gd name="connsiteY7" fmla="*/ 1544697 h 2147409"/>
              <a:gd name="connsiteX8" fmla="*/ 3162300 w 3162300"/>
              <a:gd name="connsiteY8" fmla="*/ 1565265 h 2147409"/>
              <a:gd name="connsiteX0-1" fmla="*/ 0 w 3162300"/>
              <a:gd name="connsiteY0-2" fmla="*/ 2147409 h 2238849"/>
              <a:gd name="connsiteX1-3" fmla="*/ 0 w 3162300"/>
              <a:gd name="connsiteY1-4" fmla="*/ 1565265 h 2238849"/>
              <a:gd name="connsiteX2-5" fmla="*/ 0 w 3162300"/>
              <a:gd name="connsiteY2-6" fmla="*/ 1544697 h 2238849"/>
              <a:gd name="connsiteX3-7" fmla="*/ 0 w 3162300"/>
              <a:gd name="connsiteY3-8" fmla="*/ 0 h 2238849"/>
              <a:gd name="connsiteX4-9" fmla="*/ 1585774 w 3162300"/>
              <a:gd name="connsiteY4-10" fmla="*/ 1112898 h 2238849"/>
              <a:gd name="connsiteX5-11" fmla="*/ 3162300 w 3162300"/>
              <a:gd name="connsiteY5-12" fmla="*/ 0 h 2238849"/>
              <a:gd name="connsiteX6-13" fmla="*/ 3162300 w 3162300"/>
              <a:gd name="connsiteY6-14" fmla="*/ 1544697 h 2238849"/>
              <a:gd name="connsiteX7-15" fmla="*/ 3162300 w 3162300"/>
              <a:gd name="connsiteY7-16" fmla="*/ 1565265 h 2238849"/>
              <a:gd name="connsiteX8-17" fmla="*/ 3162300 w 3162300"/>
              <a:gd name="connsiteY8-18" fmla="*/ 2147409 h 2238849"/>
              <a:gd name="connsiteX9" fmla="*/ 91440 w 3162300"/>
              <a:gd name="connsiteY9" fmla="*/ 2238849 h 2238849"/>
              <a:gd name="connsiteX0-19" fmla="*/ 0 w 3162300"/>
              <a:gd name="connsiteY0-20" fmla="*/ 2147409 h 2147409"/>
              <a:gd name="connsiteX1-21" fmla="*/ 0 w 3162300"/>
              <a:gd name="connsiteY1-22" fmla="*/ 1565265 h 2147409"/>
              <a:gd name="connsiteX2-23" fmla="*/ 0 w 3162300"/>
              <a:gd name="connsiteY2-24" fmla="*/ 1544697 h 2147409"/>
              <a:gd name="connsiteX3-25" fmla="*/ 0 w 3162300"/>
              <a:gd name="connsiteY3-26" fmla="*/ 0 h 2147409"/>
              <a:gd name="connsiteX4-27" fmla="*/ 1585774 w 3162300"/>
              <a:gd name="connsiteY4-28" fmla="*/ 1112898 h 2147409"/>
              <a:gd name="connsiteX5-29" fmla="*/ 3162300 w 3162300"/>
              <a:gd name="connsiteY5-30" fmla="*/ 0 h 2147409"/>
              <a:gd name="connsiteX6-31" fmla="*/ 3162300 w 3162300"/>
              <a:gd name="connsiteY6-32" fmla="*/ 1544697 h 2147409"/>
              <a:gd name="connsiteX7-33" fmla="*/ 3162300 w 3162300"/>
              <a:gd name="connsiteY7-34" fmla="*/ 1565265 h 2147409"/>
              <a:gd name="connsiteX8-35" fmla="*/ 3162300 w 3162300"/>
              <a:gd name="connsiteY8-36" fmla="*/ 2147409 h 214740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Lst>
            <a:rect l="l" t="t" r="r" b="b"/>
            <a:pathLst>
              <a:path w="3162300" h="2147409">
                <a:moveTo>
                  <a:pt x="0" y="2147409"/>
                </a:moveTo>
                <a:lnTo>
                  <a:pt x="0" y="1565265"/>
                </a:lnTo>
                <a:lnTo>
                  <a:pt x="0" y="1544697"/>
                </a:lnTo>
                <a:lnTo>
                  <a:pt x="0" y="0"/>
                </a:lnTo>
                <a:lnTo>
                  <a:pt x="1585774" y="1112898"/>
                </a:lnTo>
                <a:lnTo>
                  <a:pt x="3162300" y="0"/>
                </a:lnTo>
                <a:lnTo>
                  <a:pt x="3162300" y="1544697"/>
                </a:lnTo>
                <a:lnTo>
                  <a:pt x="3162300" y="1565265"/>
                </a:lnTo>
                <a:lnTo>
                  <a:pt x="3162300" y="2147409"/>
                </a:lnTo>
              </a:path>
            </a:pathLst>
          </a:cu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dirty="0">
              <a:cs typeface="+mn-ea"/>
              <a:sym typeface="+mn-lt"/>
            </a:endParaRPr>
          </a:p>
        </p:txBody>
      </p:sp>
      <p:sp>
        <p:nvSpPr>
          <p:cNvPr id="11" name="矩形 3"/>
          <p:cNvSpPr/>
          <p:nvPr userDrawn="1"/>
        </p:nvSpPr>
        <p:spPr>
          <a:xfrm>
            <a:off x="4442085" y="1015093"/>
            <a:ext cx="3307830" cy="1428368"/>
          </a:xfrm>
          <a:custGeom>
            <a:avLst/>
            <a:gdLst>
              <a:gd name="connsiteX0" fmla="*/ 0 w 3162300"/>
              <a:gd name="connsiteY0" fmla="*/ 0 h 1871961"/>
              <a:gd name="connsiteX1" fmla="*/ 3162300 w 3162300"/>
              <a:gd name="connsiteY1" fmla="*/ 0 h 1871961"/>
              <a:gd name="connsiteX2" fmla="*/ 3162300 w 3162300"/>
              <a:gd name="connsiteY2" fmla="*/ 1871961 h 1871961"/>
              <a:gd name="connsiteX3" fmla="*/ 0 w 3162300"/>
              <a:gd name="connsiteY3" fmla="*/ 1871961 h 1871961"/>
              <a:gd name="connsiteX4" fmla="*/ 0 w 3162300"/>
              <a:gd name="connsiteY4" fmla="*/ 0 h 1871961"/>
              <a:gd name="connsiteX0-1" fmla="*/ 0 w 3162300"/>
              <a:gd name="connsiteY0-2" fmla="*/ 1871961 h 1963401"/>
              <a:gd name="connsiteX1-3" fmla="*/ 0 w 3162300"/>
              <a:gd name="connsiteY1-4" fmla="*/ 0 h 1963401"/>
              <a:gd name="connsiteX2-5" fmla="*/ 3162300 w 3162300"/>
              <a:gd name="connsiteY2-6" fmla="*/ 0 h 1963401"/>
              <a:gd name="connsiteX3-7" fmla="*/ 3162300 w 3162300"/>
              <a:gd name="connsiteY3-8" fmla="*/ 1871961 h 1963401"/>
              <a:gd name="connsiteX4-9" fmla="*/ 91440 w 3162300"/>
              <a:gd name="connsiteY4-10" fmla="*/ 1963401 h 1963401"/>
              <a:gd name="connsiteX0-11" fmla="*/ 0 w 3162300"/>
              <a:gd name="connsiteY0-12" fmla="*/ 1871961 h 1871961"/>
              <a:gd name="connsiteX1-13" fmla="*/ 0 w 3162300"/>
              <a:gd name="connsiteY1-14" fmla="*/ 0 h 1871961"/>
              <a:gd name="connsiteX2-15" fmla="*/ 3162300 w 3162300"/>
              <a:gd name="connsiteY2-16" fmla="*/ 0 h 1871961"/>
              <a:gd name="connsiteX3-17" fmla="*/ 3162300 w 3162300"/>
              <a:gd name="connsiteY3-18" fmla="*/ 1871961 h 1871961"/>
            </a:gdLst>
            <a:ahLst/>
            <a:cxnLst>
              <a:cxn ang="0">
                <a:pos x="connsiteX0-1" y="connsiteY0-2"/>
              </a:cxn>
              <a:cxn ang="0">
                <a:pos x="connsiteX1-3" y="connsiteY1-4"/>
              </a:cxn>
              <a:cxn ang="0">
                <a:pos x="connsiteX2-5" y="connsiteY2-6"/>
              </a:cxn>
              <a:cxn ang="0">
                <a:pos x="connsiteX3-7" y="connsiteY3-8"/>
              </a:cxn>
            </a:cxnLst>
            <a:rect l="l" t="t" r="r" b="b"/>
            <a:pathLst>
              <a:path w="3162300" h="1871961">
                <a:moveTo>
                  <a:pt x="0" y="1871961"/>
                </a:moveTo>
                <a:lnTo>
                  <a:pt x="0" y="0"/>
                </a:lnTo>
                <a:lnTo>
                  <a:pt x="3162300" y="0"/>
                </a:lnTo>
                <a:lnTo>
                  <a:pt x="3162300" y="1871961"/>
                </a:lnTo>
              </a:path>
            </a:pathLst>
          </a:custGeom>
          <a:noFill/>
          <a:ln w="571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lnSpc>
                <a:spcPct val="130000"/>
              </a:lnSpc>
            </a:pPr>
            <a:endParaRPr lang="zh-CN" altLang="en-US">
              <a:cs typeface="+mn-ea"/>
              <a:sym typeface="+mn-lt"/>
            </a:endParaRPr>
          </a:p>
        </p:txBody>
      </p:sp>
      <p:sp>
        <p:nvSpPr>
          <p:cNvPr id="12" name="等腰三角形 11"/>
          <p:cNvSpPr/>
          <p:nvPr userDrawn="1"/>
        </p:nvSpPr>
        <p:spPr>
          <a:xfrm flipV="1">
            <a:off x="6007269" y="3832178"/>
            <a:ext cx="177462" cy="152984"/>
          </a:xfrm>
          <a:prstGeom prst="triangle">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30000"/>
              </a:lnSpc>
            </a:pPr>
            <a:endParaRPr lang="zh-CN" altLang="en-US"/>
          </a:p>
        </p:txBody>
      </p:sp>
      <p:pic>
        <p:nvPicPr>
          <p:cNvPr id="13" name="图片 12"/>
          <p:cNvPicPr>
            <a:picLocks noChangeAspect="1"/>
          </p:cNvPicPr>
          <p:nvPr userDrawn="1"/>
        </p:nvPicPr>
        <p:blipFill>
          <a:blip r:embed="rId4" cstate="screen"/>
          <a:stretch>
            <a:fillRect/>
          </a:stretch>
        </p:blipFill>
        <p:spPr>
          <a:xfrm>
            <a:off x="4974749" y="1401223"/>
            <a:ext cx="2256308" cy="631546"/>
          </a:xfrm>
          <a:prstGeom prst="rect">
            <a:avLst/>
          </a:prstGeom>
        </p:spPr>
      </p:pic>
    </p:spTree>
  </p:cSld>
  <p:clrMapOvr>
    <a:masterClrMapping/>
  </p:clrMapOvr>
  <p:transition spd="med">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封面样式3-首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cstate="screen"/>
          <a:srcRect l="128" r="23340"/>
          <a:stretch>
            <a:fillRect/>
          </a:stretch>
        </p:blipFill>
        <p:spPr>
          <a:xfrm>
            <a:off x="4303956" y="0"/>
            <a:ext cx="7888043" cy="6858000"/>
          </a:xfrm>
          <a:prstGeom prst="rect">
            <a:avLst/>
          </a:prstGeom>
        </p:spPr>
      </p:pic>
      <p:sp>
        <p:nvSpPr>
          <p:cNvPr id="7" name="矩形 6"/>
          <p:cNvSpPr/>
          <p:nvPr userDrawn="1"/>
        </p:nvSpPr>
        <p:spPr>
          <a:xfrm>
            <a:off x="-1" y="0"/>
            <a:ext cx="12192000" cy="6858000"/>
          </a:xfrm>
          <a:prstGeom prst="rect">
            <a:avLst/>
          </a:prstGeom>
          <a:gradFill>
            <a:gsLst>
              <a:gs pos="100000">
                <a:schemeClr val="accent1">
                  <a:lumMod val="100000"/>
                  <a:alpha val="0"/>
                </a:schemeClr>
              </a:gs>
              <a:gs pos="50000">
                <a:schemeClr val="accent1">
                  <a:lumMod val="100000"/>
                </a:schemeClr>
              </a:gs>
              <a:gs pos="0">
                <a:schemeClr val="accent1">
                  <a:lumMod val="10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3" name="图片 12"/>
          <p:cNvPicPr>
            <a:picLocks noChangeAspect="1"/>
          </p:cNvPicPr>
          <p:nvPr userDrawn="1"/>
        </p:nvPicPr>
        <p:blipFill>
          <a:blip r:embed="rId3" cstate="screen"/>
          <a:stretch>
            <a:fillRect/>
          </a:stretch>
        </p:blipFill>
        <p:spPr>
          <a:xfrm>
            <a:off x="540452" y="479393"/>
            <a:ext cx="2203058" cy="616640"/>
          </a:xfrm>
          <a:prstGeom prst="rect">
            <a:avLst/>
          </a:prstGeom>
        </p:spPr>
      </p:pic>
      <p:grpSp>
        <p:nvGrpSpPr>
          <p:cNvPr id="15" name="组合 14"/>
          <p:cNvGrpSpPr/>
          <p:nvPr userDrawn="1"/>
        </p:nvGrpSpPr>
        <p:grpSpPr>
          <a:xfrm>
            <a:off x="706026"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封面样式3-尾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cstate="screen"/>
          <a:srcRect l="15573" r="198"/>
          <a:stretch>
            <a:fillRect/>
          </a:stretch>
        </p:blipFill>
        <p:spPr>
          <a:xfrm>
            <a:off x="0" y="0"/>
            <a:ext cx="8678174" cy="6858000"/>
          </a:xfrm>
          <a:prstGeom prst="rect">
            <a:avLst/>
          </a:prstGeom>
        </p:spPr>
      </p:pic>
      <p:sp>
        <p:nvSpPr>
          <p:cNvPr id="7" name="矩形 6"/>
          <p:cNvSpPr/>
          <p:nvPr userDrawn="1"/>
        </p:nvSpPr>
        <p:spPr>
          <a:xfrm>
            <a:off x="0" y="0"/>
            <a:ext cx="12191999" cy="6858000"/>
          </a:xfrm>
          <a:prstGeom prst="rect">
            <a:avLst/>
          </a:prstGeom>
          <a:gradFill flip="none" rotWithShape="1">
            <a:gsLst>
              <a:gs pos="0">
                <a:schemeClr val="accent1">
                  <a:lumMod val="100000"/>
                  <a:alpha val="0"/>
                </a:schemeClr>
              </a:gs>
              <a:gs pos="59000">
                <a:schemeClr val="accent1">
                  <a:lumMod val="100000"/>
                </a:schemeClr>
              </a:gs>
              <a:gs pos="100000">
                <a:schemeClr val="accent1">
                  <a:lumMod val="100000"/>
                </a:schemeClr>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 name="图片 13"/>
          <p:cNvPicPr>
            <a:picLocks noChangeAspect="1"/>
          </p:cNvPicPr>
          <p:nvPr userDrawn="1"/>
        </p:nvPicPr>
        <p:blipFill>
          <a:blip r:embed="rId3" cstate="screen"/>
          <a:stretch>
            <a:fillRect/>
          </a:stretch>
        </p:blipFill>
        <p:spPr>
          <a:xfrm>
            <a:off x="9403566" y="501046"/>
            <a:ext cx="2203058" cy="616640"/>
          </a:xfrm>
          <a:prstGeom prst="rect">
            <a:avLst/>
          </a:prstGeom>
        </p:spPr>
      </p:pic>
      <p:grpSp>
        <p:nvGrpSpPr>
          <p:cNvPr id="15" name="组合 14"/>
          <p:cNvGrpSpPr/>
          <p:nvPr userDrawn="1"/>
        </p:nvGrpSpPr>
        <p:grpSpPr>
          <a:xfrm>
            <a:off x="7382858"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封面样式4-首页">
    <p:spTree>
      <p:nvGrpSpPr>
        <p:cNvPr id="1" name=""/>
        <p:cNvGrpSpPr/>
        <p:nvPr/>
      </p:nvGrpSpPr>
      <p:grpSpPr>
        <a:xfrm>
          <a:off x="0" y="0"/>
          <a:ext cx="0" cy="0"/>
          <a:chOff x="0" y="0"/>
          <a:chExt cx="0" cy="0"/>
        </a:xfrm>
      </p:grpSpPr>
      <p:pic>
        <p:nvPicPr>
          <p:cNvPr id="39" name="图片 38"/>
          <p:cNvPicPr>
            <a:picLocks noChangeAspect="1"/>
          </p:cNvPicPr>
          <p:nvPr userDrawn="1"/>
        </p:nvPicPr>
        <p:blipFill rotWithShape="1">
          <a:blip r:embed="rId2" cstate="hqprint"/>
          <a:srcRect/>
          <a:stretch>
            <a:fillRect/>
          </a:stretch>
        </p:blipFill>
        <p:spPr>
          <a:xfrm>
            <a:off x="4768810" y="7452"/>
            <a:ext cx="7423189" cy="6850548"/>
          </a:xfrm>
          <a:prstGeom prst="rect">
            <a:avLst/>
          </a:prstGeom>
        </p:spPr>
      </p:pic>
      <p:sp>
        <p:nvSpPr>
          <p:cNvPr id="7" name="矩形 6"/>
          <p:cNvSpPr/>
          <p:nvPr userDrawn="1"/>
        </p:nvSpPr>
        <p:spPr>
          <a:xfrm>
            <a:off x="-2" y="0"/>
            <a:ext cx="12192001" cy="6858000"/>
          </a:xfrm>
          <a:prstGeom prst="rect">
            <a:avLst/>
          </a:prstGeom>
          <a:gradFill>
            <a:gsLst>
              <a:gs pos="100000">
                <a:schemeClr val="accent1">
                  <a:lumMod val="100000"/>
                  <a:alpha val="0"/>
                </a:schemeClr>
              </a:gs>
              <a:gs pos="50000">
                <a:schemeClr val="accent1">
                  <a:lumMod val="100000"/>
                </a:schemeClr>
              </a:gs>
              <a:gs pos="0">
                <a:schemeClr val="accent1">
                  <a:lumMod val="10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 name="组合 14"/>
          <p:cNvGrpSpPr/>
          <p:nvPr userDrawn="1"/>
        </p:nvGrpSpPr>
        <p:grpSpPr>
          <a:xfrm>
            <a:off x="706026"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40" name="图片 39"/>
          <p:cNvPicPr>
            <a:picLocks noChangeAspect="1"/>
          </p:cNvPicPr>
          <p:nvPr userDrawn="1"/>
        </p:nvPicPr>
        <p:blipFill>
          <a:blip r:embed="rId3" cstate="screen"/>
          <a:stretch>
            <a:fillRect/>
          </a:stretch>
        </p:blipFill>
        <p:spPr>
          <a:xfrm>
            <a:off x="540452" y="479393"/>
            <a:ext cx="2203058" cy="616640"/>
          </a:xfrm>
          <a:prstGeom prst="rect">
            <a:avLst/>
          </a:prstGeom>
        </p:spPr>
      </p:pic>
    </p:spTree>
  </p:cSld>
  <p:clrMapOvr>
    <a:masterClrMapping/>
  </p:clrMapOvr>
  <p:transition spd="med">
    <p:fad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封面样式4-尾页">
    <p:spTree>
      <p:nvGrpSpPr>
        <p:cNvPr id="1" name=""/>
        <p:cNvGrpSpPr/>
        <p:nvPr/>
      </p:nvGrpSpPr>
      <p:grpSpPr>
        <a:xfrm>
          <a:off x="0" y="0"/>
          <a:ext cx="0" cy="0"/>
          <a:chOff x="0" y="0"/>
          <a:chExt cx="0" cy="0"/>
        </a:xfrm>
      </p:grpSpPr>
      <p:pic>
        <p:nvPicPr>
          <p:cNvPr id="39" name="图片 38"/>
          <p:cNvPicPr>
            <a:picLocks noChangeAspect="1"/>
          </p:cNvPicPr>
          <p:nvPr userDrawn="1"/>
        </p:nvPicPr>
        <p:blipFill rotWithShape="1">
          <a:blip r:embed="rId2" cstate="hqprint"/>
          <a:srcRect/>
          <a:stretch>
            <a:fillRect/>
          </a:stretch>
        </p:blipFill>
        <p:spPr>
          <a:xfrm>
            <a:off x="-10414" y="0"/>
            <a:ext cx="8336943" cy="6860043"/>
          </a:xfrm>
          <a:prstGeom prst="rect">
            <a:avLst/>
          </a:prstGeom>
        </p:spPr>
      </p:pic>
      <p:sp>
        <p:nvSpPr>
          <p:cNvPr id="7" name="矩形 6"/>
          <p:cNvSpPr/>
          <p:nvPr userDrawn="1"/>
        </p:nvSpPr>
        <p:spPr>
          <a:xfrm>
            <a:off x="-10414" y="0"/>
            <a:ext cx="12202413" cy="6858000"/>
          </a:xfrm>
          <a:prstGeom prst="rect">
            <a:avLst/>
          </a:prstGeom>
          <a:gradFill flip="none" rotWithShape="1">
            <a:gsLst>
              <a:gs pos="0">
                <a:schemeClr val="accent1">
                  <a:lumMod val="100000"/>
                  <a:alpha val="0"/>
                </a:schemeClr>
              </a:gs>
              <a:gs pos="50000">
                <a:schemeClr val="accent1">
                  <a:lumMod val="100000"/>
                </a:schemeClr>
              </a:gs>
              <a:gs pos="100000">
                <a:schemeClr val="accent1">
                  <a:lumMod val="10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 name="组合 14"/>
          <p:cNvGrpSpPr/>
          <p:nvPr userDrawn="1"/>
        </p:nvGrpSpPr>
        <p:grpSpPr>
          <a:xfrm>
            <a:off x="7382858" y="5927166"/>
            <a:ext cx="4041392" cy="448671"/>
            <a:chOff x="582366" y="5719539"/>
            <a:chExt cx="6136451" cy="681262"/>
          </a:xfrm>
          <a:gradFill flip="none" rotWithShape="1">
            <a:gsLst>
              <a:gs pos="100000">
                <a:schemeClr val="bg1">
                  <a:alpha val="12000"/>
                </a:schemeClr>
              </a:gs>
              <a:gs pos="0">
                <a:schemeClr val="bg1">
                  <a:alpha val="4000"/>
                </a:schemeClr>
              </a:gs>
            </a:gsLst>
            <a:lin ang="16200000" scaled="1"/>
            <a:tileRect/>
          </a:gradFill>
        </p:grpSpPr>
        <p:grpSp>
          <p:nvGrpSpPr>
            <p:cNvPr id="16" name="组合 15"/>
            <p:cNvGrpSpPr/>
            <p:nvPr/>
          </p:nvGrpSpPr>
          <p:grpSpPr>
            <a:xfrm>
              <a:off x="4043374" y="5725999"/>
              <a:ext cx="2675443" cy="667232"/>
              <a:chOff x="10340336" y="2247899"/>
              <a:chExt cx="2724438" cy="679451"/>
            </a:xfrm>
            <a:grpFill/>
          </p:grpSpPr>
          <p:sp>
            <p:nvSpPr>
              <p:cNvPr id="3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2" name="组合 31"/>
              <p:cNvGrpSpPr/>
              <p:nvPr/>
            </p:nvGrpSpPr>
            <p:grpSpPr>
              <a:xfrm>
                <a:off x="10340336" y="2247899"/>
                <a:ext cx="547688" cy="679451"/>
                <a:chOff x="5548313" y="2084388"/>
                <a:chExt cx="547688" cy="679451"/>
              </a:xfrm>
              <a:grpFill/>
            </p:grpSpPr>
            <p:sp>
              <p:nvSpPr>
                <p:cNvPr id="3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3" name="组合 32"/>
              <p:cNvGrpSpPr/>
              <p:nvPr/>
            </p:nvGrpSpPr>
            <p:grpSpPr>
              <a:xfrm>
                <a:off x="11192276" y="2400300"/>
                <a:ext cx="322175" cy="373063"/>
                <a:chOff x="3792874" y="3138488"/>
                <a:chExt cx="322175" cy="373063"/>
              </a:xfrm>
              <a:grpFill/>
            </p:grpSpPr>
            <p:sp>
              <p:nvSpPr>
                <p:cNvPr id="3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7" name="组合 16"/>
            <p:cNvGrpSpPr/>
            <p:nvPr/>
          </p:nvGrpSpPr>
          <p:grpSpPr>
            <a:xfrm>
              <a:off x="582366" y="5719539"/>
              <a:ext cx="2716733" cy="681262"/>
              <a:chOff x="6738929" y="2270918"/>
              <a:chExt cx="2766486" cy="693738"/>
            </a:xfrm>
            <a:grpFill/>
          </p:grpSpPr>
          <p:grpSp>
            <p:nvGrpSpPr>
              <p:cNvPr id="18" name="组合 17"/>
              <p:cNvGrpSpPr/>
              <p:nvPr/>
            </p:nvGrpSpPr>
            <p:grpSpPr>
              <a:xfrm>
                <a:off x="8180494" y="2355056"/>
                <a:ext cx="484188" cy="509588"/>
                <a:chOff x="6113463" y="3541713"/>
                <a:chExt cx="484188" cy="509588"/>
              </a:xfrm>
              <a:grpFill/>
            </p:grpSpPr>
            <p:sp>
              <p:nvSpPr>
                <p:cNvPr id="2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9" name="组合 18"/>
              <p:cNvGrpSpPr/>
              <p:nvPr/>
            </p:nvGrpSpPr>
            <p:grpSpPr>
              <a:xfrm>
                <a:off x="6738929" y="2270918"/>
                <a:ext cx="549275" cy="693738"/>
                <a:chOff x="6108700" y="2066926"/>
                <a:chExt cx="549275" cy="693738"/>
              </a:xfrm>
              <a:grpFill/>
            </p:grpSpPr>
            <p:sp>
              <p:nvSpPr>
                <p:cNvPr id="2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0" name="组合 19"/>
              <p:cNvGrpSpPr/>
              <p:nvPr/>
            </p:nvGrpSpPr>
            <p:grpSpPr>
              <a:xfrm>
                <a:off x="7532962" y="2451100"/>
                <a:ext cx="368300" cy="317500"/>
                <a:chOff x="6186488" y="2930526"/>
                <a:chExt cx="368300" cy="317500"/>
              </a:xfrm>
              <a:grpFill/>
            </p:grpSpPr>
            <p:sp>
              <p:nvSpPr>
                <p:cNvPr id="2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40" name="图片 39"/>
          <p:cNvPicPr>
            <a:picLocks noChangeAspect="1"/>
          </p:cNvPicPr>
          <p:nvPr userDrawn="1"/>
        </p:nvPicPr>
        <p:blipFill>
          <a:blip r:embed="rId3" cstate="screen"/>
          <a:stretch>
            <a:fillRect/>
          </a:stretch>
        </p:blipFill>
        <p:spPr>
          <a:xfrm>
            <a:off x="9403566" y="501046"/>
            <a:ext cx="2203058" cy="616640"/>
          </a:xfrm>
          <a:prstGeom prst="rect">
            <a:avLst/>
          </a:prstGeom>
        </p:spPr>
      </p:pic>
    </p:spTree>
  </p:cSld>
  <p:clrMapOvr>
    <a:masterClrMapping/>
  </p:clrMapOvr>
  <p:transition spd="med">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封面样式5-首页">
    <p:spTree>
      <p:nvGrpSpPr>
        <p:cNvPr id="1" name=""/>
        <p:cNvGrpSpPr/>
        <p:nvPr/>
      </p:nvGrpSpPr>
      <p:grpSpPr>
        <a:xfrm>
          <a:off x="0" y="0"/>
          <a:ext cx="0" cy="0"/>
          <a:chOff x="0" y="0"/>
          <a:chExt cx="0" cy="0"/>
        </a:xfrm>
      </p:grpSpPr>
      <p:pic>
        <p:nvPicPr>
          <p:cNvPr id="6" name="图片 5"/>
          <p:cNvPicPr>
            <a:picLocks noChangeAspect="1"/>
          </p:cNvPicPr>
          <p:nvPr userDrawn="1"/>
        </p:nvPicPr>
        <p:blipFill>
          <a:blip r:embed="rId2" cstate="screen"/>
          <a:stretch>
            <a:fillRect/>
          </a:stretch>
        </p:blipFill>
        <p:spPr>
          <a:xfrm>
            <a:off x="-6352" y="0"/>
            <a:ext cx="12198351" cy="5024521"/>
          </a:xfrm>
          <a:prstGeom prst="rect">
            <a:avLst/>
          </a:prstGeom>
        </p:spPr>
      </p:pic>
      <p:sp>
        <p:nvSpPr>
          <p:cNvPr id="7" name="矩形 6"/>
          <p:cNvSpPr/>
          <p:nvPr userDrawn="1"/>
        </p:nvSpPr>
        <p:spPr>
          <a:xfrm>
            <a:off x="-6351" y="0"/>
            <a:ext cx="12198349" cy="6858000"/>
          </a:xfrm>
          <a:prstGeom prst="rect">
            <a:avLst/>
          </a:prstGeom>
          <a:gradFill>
            <a:gsLst>
              <a:gs pos="0">
                <a:schemeClr val="accent1">
                  <a:lumMod val="100000"/>
                  <a:alpha val="0"/>
                </a:schemeClr>
              </a:gs>
              <a:gs pos="66000">
                <a:schemeClr val="accent1">
                  <a:lumMod val="100000"/>
                </a:schemeClr>
              </a:gs>
              <a:gs pos="100000">
                <a:schemeClr val="accent1">
                  <a:lumMod val="10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9" name="直接连接符 8"/>
          <p:cNvCxnSpPr/>
          <p:nvPr userDrawn="1"/>
        </p:nvCxnSpPr>
        <p:spPr>
          <a:xfrm>
            <a:off x="660400" y="4550546"/>
            <a:ext cx="10858500" cy="0"/>
          </a:xfrm>
          <a:prstGeom prst="line">
            <a:avLst/>
          </a:prstGeom>
          <a:ln w="9525" cmpd="sng">
            <a:gradFill>
              <a:gsLst>
                <a:gs pos="50000">
                  <a:srgbClr val="F3F8FF">
                    <a:alpha val="77000"/>
                  </a:srgbClr>
                </a:gs>
                <a:gs pos="0">
                  <a:schemeClr val="accent1">
                    <a:lumMod val="5000"/>
                    <a:lumOff val="95000"/>
                    <a:alpha val="0"/>
                  </a:schemeClr>
                </a:gs>
                <a:gs pos="100000">
                  <a:schemeClr val="bg1">
                    <a:alpha val="0"/>
                  </a:schemeClr>
                </a:gs>
              </a:gsLst>
              <a:lin ang="0" scaled="0"/>
            </a:gradFill>
            <a:prstDash val="solid"/>
          </a:ln>
        </p:spPr>
        <p:style>
          <a:lnRef idx="1">
            <a:schemeClr val="accent1"/>
          </a:lnRef>
          <a:fillRef idx="0">
            <a:schemeClr val="accent1"/>
          </a:fillRef>
          <a:effectRef idx="0">
            <a:schemeClr val="accent1"/>
          </a:effectRef>
          <a:fontRef idx="minor">
            <a:schemeClr val="tx1"/>
          </a:fontRef>
        </p:style>
      </p:cxnSp>
      <p:pic>
        <p:nvPicPr>
          <p:cNvPr id="10" name="图片 9"/>
          <p:cNvPicPr>
            <a:picLocks noChangeAspect="1"/>
          </p:cNvPicPr>
          <p:nvPr userDrawn="1"/>
        </p:nvPicPr>
        <p:blipFill>
          <a:blip r:embed="rId3" cstate="screen"/>
          <a:stretch>
            <a:fillRect/>
          </a:stretch>
        </p:blipFill>
        <p:spPr>
          <a:xfrm>
            <a:off x="7223405" y="2402693"/>
            <a:ext cx="4785100" cy="4774940"/>
          </a:xfrm>
          <a:prstGeom prst="rect">
            <a:avLst/>
          </a:prstGeom>
        </p:spPr>
      </p:pic>
      <p:pic>
        <p:nvPicPr>
          <p:cNvPr id="11" name="图片 10"/>
          <p:cNvPicPr>
            <a:picLocks noChangeAspect="1"/>
          </p:cNvPicPr>
          <p:nvPr userDrawn="1"/>
        </p:nvPicPr>
        <p:blipFill rotWithShape="1">
          <a:blip r:embed="rId4" cstate="screen"/>
          <a:srcRect l="6610" b="12305"/>
          <a:stretch>
            <a:fillRect/>
          </a:stretch>
        </p:blipFill>
        <p:spPr>
          <a:xfrm>
            <a:off x="14873" y="5340546"/>
            <a:ext cx="6018099" cy="1518363"/>
          </a:xfrm>
          <a:prstGeom prst="rect">
            <a:avLst/>
          </a:prstGeom>
        </p:spPr>
      </p:pic>
      <p:pic>
        <p:nvPicPr>
          <p:cNvPr id="12" name="图片 11"/>
          <p:cNvPicPr>
            <a:picLocks noChangeAspect="1"/>
          </p:cNvPicPr>
          <p:nvPr userDrawn="1"/>
        </p:nvPicPr>
        <p:blipFill rotWithShape="1">
          <a:blip r:embed="rId4" cstate="screen"/>
          <a:srcRect l="6610" b="12305"/>
          <a:stretch>
            <a:fillRect/>
          </a:stretch>
        </p:blipFill>
        <p:spPr>
          <a:xfrm flipH="1">
            <a:off x="6154789" y="5340546"/>
            <a:ext cx="6018099" cy="1518363"/>
          </a:xfrm>
          <a:prstGeom prst="rect">
            <a:avLst/>
          </a:prstGeom>
        </p:spPr>
      </p:pic>
      <p:pic>
        <p:nvPicPr>
          <p:cNvPr id="18" name="图片 17"/>
          <p:cNvPicPr>
            <a:picLocks noChangeAspect="1"/>
          </p:cNvPicPr>
          <p:nvPr userDrawn="1"/>
        </p:nvPicPr>
        <p:blipFill>
          <a:blip r:embed="rId5" cstate="screen"/>
          <a:stretch>
            <a:fillRect/>
          </a:stretch>
        </p:blipFill>
        <p:spPr>
          <a:xfrm>
            <a:off x="5018002" y="2568943"/>
            <a:ext cx="2143294" cy="599913"/>
          </a:xfrm>
          <a:prstGeom prst="rect">
            <a:avLst/>
          </a:prstGeom>
        </p:spPr>
      </p:pic>
    </p:spTree>
  </p:cSld>
  <p:clrMapOvr>
    <a:masterClrMapping/>
  </p:clrMapOvr>
  <p:transition spd="med">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封面样式5-尾页">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cstate="screen"/>
          <a:srcRect/>
          <a:stretch>
            <a:fillRect/>
          </a:stretch>
        </p:blipFill>
        <p:spPr>
          <a:xfrm>
            <a:off x="0" y="0"/>
            <a:ext cx="12192000" cy="5902493"/>
          </a:xfrm>
          <a:prstGeom prst="rect">
            <a:avLst/>
          </a:prstGeom>
        </p:spPr>
      </p:pic>
      <p:sp>
        <p:nvSpPr>
          <p:cNvPr id="7" name="矩形 6"/>
          <p:cNvSpPr/>
          <p:nvPr userDrawn="1"/>
        </p:nvSpPr>
        <p:spPr>
          <a:xfrm>
            <a:off x="1" y="0"/>
            <a:ext cx="12191998" cy="6858000"/>
          </a:xfrm>
          <a:prstGeom prst="rect">
            <a:avLst/>
          </a:prstGeom>
          <a:gradFill>
            <a:gsLst>
              <a:gs pos="0">
                <a:schemeClr val="bg1">
                  <a:alpha val="30000"/>
                </a:schemeClr>
              </a:gs>
              <a:gs pos="60000">
                <a:schemeClr val="accent1">
                  <a:lumMod val="100000"/>
                </a:schemeClr>
              </a:gs>
              <a:gs pos="100000">
                <a:schemeClr val="accent1">
                  <a:lumMod val="100000"/>
                </a:scheme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9" name="直接连接符 8"/>
          <p:cNvCxnSpPr/>
          <p:nvPr userDrawn="1"/>
        </p:nvCxnSpPr>
        <p:spPr>
          <a:xfrm>
            <a:off x="660400" y="4626145"/>
            <a:ext cx="10858500" cy="0"/>
          </a:xfrm>
          <a:prstGeom prst="line">
            <a:avLst/>
          </a:prstGeom>
          <a:ln w="9525" cmpd="sng">
            <a:gradFill>
              <a:gsLst>
                <a:gs pos="50000">
                  <a:srgbClr val="F3F8FF">
                    <a:alpha val="77000"/>
                  </a:srgbClr>
                </a:gs>
                <a:gs pos="0">
                  <a:schemeClr val="accent1">
                    <a:lumMod val="5000"/>
                    <a:lumOff val="95000"/>
                    <a:alpha val="0"/>
                  </a:schemeClr>
                </a:gs>
                <a:gs pos="100000">
                  <a:schemeClr val="bg1">
                    <a:alpha val="0"/>
                  </a:schemeClr>
                </a:gs>
              </a:gsLst>
              <a:lin ang="0" scaled="0"/>
            </a:gradFill>
            <a:prstDash val="solid"/>
          </a:ln>
        </p:spPr>
        <p:style>
          <a:lnRef idx="1">
            <a:schemeClr val="accent1"/>
          </a:lnRef>
          <a:fillRef idx="0">
            <a:schemeClr val="accent1"/>
          </a:fillRef>
          <a:effectRef idx="0">
            <a:schemeClr val="accent1"/>
          </a:effectRef>
          <a:fontRef idx="minor">
            <a:schemeClr val="tx1"/>
          </a:fontRef>
        </p:style>
      </p:cxnSp>
      <p:pic>
        <p:nvPicPr>
          <p:cNvPr id="14" name="图片 13"/>
          <p:cNvPicPr>
            <a:picLocks noChangeAspect="1"/>
          </p:cNvPicPr>
          <p:nvPr userDrawn="1"/>
        </p:nvPicPr>
        <p:blipFill rotWithShape="1">
          <a:blip r:embed="rId3" cstate="screen"/>
          <a:srcRect l="6610" b="12305"/>
          <a:stretch>
            <a:fillRect/>
          </a:stretch>
        </p:blipFill>
        <p:spPr>
          <a:xfrm flipV="1">
            <a:off x="14873" y="-15231"/>
            <a:ext cx="6018099" cy="1518363"/>
          </a:xfrm>
          <a:prstGeom prst="rect">
            <a:avLst/>
          </a:prstGeom>
        </p:spPr>
      </p:pic>
      <p:pic>
        <p:nvPicPr>
          <p:cNvPr id="15" name="图片 14"/>
          <p:cNvPicPr>
            <a:picLocks noChangeAspect="1"/>
          </p:cNvPicPr>
          <p:nvPr userDrawn="1"/>
        </p:nvPicPr>
        <p:blipFill rotWithShape="1">
          <a:blip r:embed="rId3" cstate="screen"/>
          <a:srcRect l="6610" b="12305"/>
          <a:stretch>
            <a:fillRect/>
          </a:stretch>
        </p:blipFill>
        <p:spPr>
          <a:xfrm flipH="1" flipV="1">
            <a:off x="6154789" y="-15231"/>
            <a:ext cx="6018099" cy="1518363"/>
          </a:xfrm>
          <a:prstGeom prst="rect">
            <a:avLst/>
          </a:prstGeom>
        </p:spPr>
      </p:pic>
      <p:pic>
        <p:nvPicPr>
          <p:cNvPr id="16" name="图片 15"/>
          <p:cNvPicPr>
            <a:picLocks noChangeAspect="1"/>
          </p:cNvPicPr>
          <p:nvPr userDrawn="1"/>
        </p:nvPicPr>
        <p:blipFill>
          <a:blip r:embed="rId4" cstate="screen"/>
          <a:stretch>
            <a:fillRect/>
          </a:stretch>
        </p:blipFill>
        <p:spPr>
          <a:xfrm>
            <a:off x="5018002" y="2577573"/>
            <a:ext cx="2143294" cy="599913"/>
          </a:xfrm>
          <a:prstGeom prst="rect">
            <a:avLst/>
          </a:prstGeom>
        </p:spPr>
      </p:pic>
      <p:grpSp>
        <p:nvGrpSpPr>
          <p:cNvPr id="17" name="组合 16"/>
          <p:cNvGrpSpPr/>
          <p:nvPr userDrawn="1"/>
        </p:nvGrpSpPr>
        <p:grpSpPr>
          <a:xfrm>
            <a:off x="3040886" y="5719548"/>
            <a:ext cx="6136451" cy="681262"/>
            <a:chOff x="582366" y="5719539"/>
            <a:chExt cx="6136451" cy="681262"/>
          </a:xfrm>
          <a:gradFill flip="none" rotWithShape="1">
            <a:gsLst>
              <a:gs pos="100000">
                <a:schemeClr val="bg1">
                  <a:alpha val="9000"/>
                </a:schemeClr>
              </a:gs>
              <a:gs pos="0">
                <a:schemeClr val="bg1">
                  <a:alpha val="3000"/>
                </a:schemeClr>
              </a:gs>
            </a:gsLst>
            <a:lin ang="16200000" scaled="1"/>
            <a:tileRect/>
          </a:gradFill>
        </p:grpSpPr>
        <p:grpSp>
          <p:nvGrpSpPr>
            <p:cNvPr id="18" name="组合 17"/>
            <p:cNvGrpSpPr/>
            <p:nvPr/>
          </p:nvGrpSpPr>
          <p:grpSpPr>
            <a:xfrm>
              <a:off x="4043374" y="5725999"/>
              <a:ext cx="2675443" cy="667232"/>
              <a:chOff x="10340336" y="2247899"/>
              <a:chExt cx="2724438" cy="679451"/>
            </a:xfrm>
            <a:grpFill/>
          </p:grpSpPr>
          <p:sp>
            <p:nvSpPr>
              <p:cNvPr id="32"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33"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4" name="组合 33"/>
              <p:cNvGrpSpPr/>
              <p:nvPr/>
            </p:nvGrpSpPr>
            <p:grpSpPr>
              <a:xfrm>
                <a:off x="10340336" y="2247899"/>
                <a:ext cx="547688" cy="679451"/>
                <a:chOff x="5548313" y="2084388"/>
                <a:chExt cx="547688" cy="679451"/>
              </a:xfrm>
              <a:grpFill/>
            </p:grpSpPr>
            <p:sp>
              <p:nvSpPr>
                <p:cNvPr id="39"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0"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5" name="组合 34"/>
              <p:cNvGrpSpPr/>
              <p:nvPr/>
            </p:nvGrpSpPr>
            <p:grpSpPr>
              <a:xfrm>
                <a:off x="11192276" y="2400300"/>
                <a:ext cx="322175" cy="373063"/>
                <a:chOff x="3792874" y="3138488"/>
                <a:chExt cx="322175" cy="373063"/>
              </a:xfrm>
              <a:grpFill/>
            </p:grpSpPr>
            <p:sp>
              <p:nvSpPr>
                <p:cNvPr id="36"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7"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8"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9" name="组合 18"/>
            <p:cNvGrpSpPr/>
            <p:nvPr/>
          </p:nvGrpSpPr>
          <p:grpSpPr>
            <a:xfrm>
              <a:off x="582366" y="5719539"/>
              <a:ext cx="2716733" cy="681262"/>
              <a:chOff x="6738929" y="2270918"/>
              <a:chExt cx="2766486" cy="693738"/>
            </a:xfrm>
            <a:grpFill/>
          </p:grpSpPr>
          <p:grpSp>
            <p:nvGrpSpPr>
              <p:cNvPr id="20" name="组合 19"/>
              <p:cNvGrpSpPr/>
              <p:nvPr/>
            </p:nvGrpSpPr>
            <p:grpSpPr>
              <a:xfrm>
                <a:off x="8180494" y="2355056"/>
                <a:ext cx="484188" cy="509588"/>
                <a:chOff x="6113463" y="3541713"/>
                <a:chExt cx="484188" cy="509588"/>
              </a:xfrm>
              <a:grpFill/>
            </p:grpSpPr>
            <p:sp>
              <p:nvSpPr>
                <p:cNvPr id="30"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1" name="组合 20"/>
              <p:cNvGrpSpPr/>
              <p:nvPr/>
            </p:nvGrpSpPr>
            <p:grpSpPr>
              <a:xfrm>
                <a:off x="6738929" y="2270918"/>
                <a:ext cx="549275" cy="693738"/>
                <a:chOff x="6108700" y="2066926"/>
                <a:chExt cx="549275" cy="693738"/>
              </a:xfrm>
              <a:grpFill/>
            </p:grpSpPr>
            <p:sp>
              <p:nvSpPr>
                <p:cNvPr id="28"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2" name="组合 21"/>
              <p:cNvGrpSpPr/>
              <p:nvPr/>
            </p:nvGrpSpPr>
            <p:grpSpPr>
              <a:xfrm>
                <a:off x="7532962" y="2451100"/>
                <a:ext cx="368300" cy="317500"/>
                <a:chOff x="6186488" y="2930526"/>
                <a:chExt cx="368300" cy="317500"/>
              </a:xfrm>
              <a:grpFill/>
            </p:grpSpPr>
            <p:sp>
              <p:nvSpPr>
                <p:cNvPr id="25"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23"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63.xml><?xml version="1.0" encoding="utf-8"?>
<p:sldLayout xmlns:a="http://schemas.openxmlformats.org/drawingml/2006/main" xmlns:r="http://schemas.openxmlformats.org/officeDocument/2006/relationships" xmlns:p="http://schemas.openxmlformats.org/presentationml/2006/main" userDrawn="1">
  <p:cSld name="封面样式6">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a:stretch>
            <a:fillRect/>
          </a:stretch>
        </p:blipFill>
        <p:spPr>
          <a:xfrm>
            <a:off x="-529" y="-2924"/>
            <a:ext cx="12193057" cy="3633531"/>
          </a:xfrm>
          <a:prstGeom prst="rect">
            <a:avLst/>
          </a:prstGeom>
        </p:spPr>
      </p:pic>
      <p:sp>
        <p:nvSpPr>
          <p:cNvPr id="37" name="任意形状 36"/>
          <p:cNvSpPr/>
          <p:nvPr userDrawn="1"/>
        </p:nvSpPr>
        <p:spPr>
          <a:xfrm>
            <a:off x="-134112" y="-106934"/>
            <a:ext cx="12468264" cy="3829332"/>
          </a:xfrm>
          <a:custGeom>
            <a:avLst/>
            <a:gdLst>
              <a:gd name="connsiteX0" fmla="*/ 0 w 12192000"/>
              <a:gd name="connsiteY0" fmla="*/ 0 h 3632200"/>
              <a:gd name="connsiteX1" fmla="*/ 12192000 w 12192000"/>
              <a:gd name="connsiteY1" fmla="*/ 0 h 3632200"/>
              <a:gd name="connsiteX2" fmla="*/ 12192000 w 12192000"/>
              <a:gd name="connsiteY2" fmla="*/ 2602097 h 3632200"/>
              <a:gd name="connsiteX3" fmla="*/ 11858362 w 12192000"/>
              <a:gd name="connsiteY3" fmla="*/ 2747371 h 3632200"/>
              <a:gd name="connsiteX4" fmla="*/ 6859519 w 12192000"/>
              <a:gd name="connsiteY4" fmla="*/ 3619648 h 3632200"/>
              <a:gd name="connsiteX5" fmla="*/ 6096062 w 12192000"/>
              <a:gd name="connsiteY5" fmla="*/ 3632200 h 3632200"/>
              <a:gd name="connsiteX6" fmla="*/ 6095939 w 12192000"/>
              <a:gd name="connsiteY6" fmla="*/ 3632200 h 3632200"/>
              <a:gd name="connsiteX7" fmla="*/ 5332482 w 12192000"/>
              <a:gd name="connsiteY7" fmla="*/ 3619648 h 3632200"/>
              <a:gd name="connsiteX8" fmla="*/ 333638 w 12192000"/>
              <a:gd name="connsiteY8" fmla="*/ 2747371 h 3632200"/>
              <a:gd name="connsiteX9" fmla="*/ 0 w 12192000"/>
              <a:gd name="connsiteY9" fmla="*/ 2602097 h 3632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3632200">
                <a:moveTo>
                  <a:pt x="0" y="0"/>
                </a:moveTo>
                <a:lnTo>
                  <a:pt x="12192000" y="0"/>
                </a:lnTo>
                <a:lnTo>
                  <a:pt x="12192000" y="2602097"/>
                </a:lnTo>
                <a:lnTo>
                  <a:pt x="11858362" y="2747371"/>
                </a:lnTo>
                <a:cubicBezTo>
                  <a:pt x="10640880" y="3227716"/>
                  <a:pt x="8867829" y="3553239"/>
                  <a:pt x="6859519" y="3619648"/>
                </a:cubicBezTo>
                <a:lnTo>
                  <a:pt x="6096062" y="3632200"/>
                </a:lnTo>
                <a:lnTo>
                  <a:pt x="6095939" y="3632200"/>
                </a:lnTo>
                <a:lnTo>
                  <a:pt x="5332482" y="3619648"/>
                </a:lnTo>
                <a:cubicBezTo>
                  <a:pt x="3324171" y="3553239"/>
                  <a:pt x="1551120" y="3227716"/>
                  <a:pt x="333638" y="2747371"/>
                </a:cubicBezTo>
                <a:lnTo>
                  <a:pt x="0" y="2602097"/>
                </a:lnTo>
                <a:close/>
              </a:path>
            </a:pathLst>
          </a:custGeom>
          <a:noFill/>
          <a:ln w="28575">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Autofit/>
          </a:bodyPr>
          <a:lstStyle/>
          <a:p>
            <a:pPr algn="l">
              <a:lnSpc>
                <a:spcPct val="130000"/>
              </a:lnSpc>
            </a:pPr>
            <a:endParaRPr kumimoji="1" lang="zh-CN" altLang="en-US" sz="2000" dirty="0">
              <a:solidFill>
                <a:schemeClr val="tx1">
                  <a:lumMod val="75000"/>
                  <a:lumOff val="25000"/>
                </a:schemeClr>
              </a:solidFill>
            </a:endParaRPr>
          </a:p>
        </p:txBody>
      </p:sp>
      <p:sp>
        <p:nvSpPr>
          <p:cNvPr id="41" name="矩形 40"/>
          <p:cNvSpPr/>
          <p:nvPr userDrawn="1"/>
        </p:nvSpPr>
        <p:spPr>
          <a:xfrm>
            <a:off x="0" y="0"/>
            <a:ext cx="12192000" cy="163286"/>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0000" tIns="180000" rIns="180000" bIns="180000" numCol="1" spcCol="0" rtlCol="0" fromWordArt="0" anchor="t" anchorCtr="0" forceAA="0" compatLnSpc="1">
            <a:normAutofit fontScale="25000" lnSpcReduction="20000"/>
          </a:bodyPr>
          <a:lstStyle/>
          <a:p>
            <a:pPr algn="l">
              <a:lnSpc>
                <a:spcPct val="130000"/>
              </a:lnSpc>
            </a:pPr>
            <a:endParaRPr kumimoji="1" lang="zh-CN" altLang="en-US" sz="2000" dirty="0">
              <a:solidFill>
                <a:schemeClr val="tx1">
                  <a:lumMod val="75000"/>
                  <a:lumOff val="25000"/>
                </a:schemeClr>
              </a:solidFill>
            </a:endParaRPr>
          </a:p>
        </p:txBody>
      </p:sp>
      <p:pic>
        <p:nvPicPr>
          <p:cNvPr id="42" name="图片 41"/>
          <p:cNvPicPr>
            <a:picLocks noChangeAspect="1"/>
          </p:cNvPicPr>
          <p:nvPr userDrawn="1"/>
        </p:nvPicPr>
        <p:blipFill>
          <a:blip r:embed="rId3" cstate="screen"/>
          <a:stretch>
            <a:fillRect/>
          </a:stretch>
        </p:blipFill>
        <p:spPr>
          <a:xfrm>
            <a:off x="5502191" y="3048198"/>
            <a:ext cx="1193467" cy="1192626"/>
          </a:xfrm>
          <a:prstGeom prst="rect">
            <a:avLst/>
          </a:prstGeom>
        </p:spPr>
      </p:pic>
      <p:sp>
        <p:nvSpPr>
          <p:cNvPr id="43" name="文本框 42"/>
          <p:cNvSpPr txBox="1"/>
          <p:nvPr userDrawn="1"/>
        </p:nvSpPr>
        <p:spPr>
          <a:xfrm>
            <a:off x="150844" y="6174148"/>
            <a:ext cx="2156520" cy="617431"/>
          </a:xfrm>
          <a:prstGeom prst="rect">
            <a:avLst/>
          </a:prstGeom>
          <a:noFill/>
          <a:ln>
            <a:noFill/>
          </a:ln>
        </p:spPr>
        <p:txBody>
          <a:bodyPr wrap="square" lIns="180000" tIns="180000" rIns="180000" bIns="180000" rtlCol="0">
            <a:spAutoFit/>
          </a:bodyPr>
          <a:lstStyle/>
          <a:p>
            <a:pPr marL="0" marR="0" lvl="0" indent="0" algn="l" defTabSz="914400" rtl="0" eaLnBrk="0" fontAlgn="base" latinLnBrk="0" hangingPunct="0">
              <a:lnSpc>
                <a:spcPct val="130000"/>
              </a:lnSpc>
              <a:spcBef>
                <a:spcPct val="0"/>
              </a:spcBef>
              <a:spcAft>
                <a:spcPct val="0"/>
              </a:spcAft>
              <a:buClrTx/>
              <a:buSzTx/>
              <a:buFontTx/>
              <a:buNone/>
              <a:defRPr/>
            </a:pPr>
            <a:r>
              <a:rPr lang="en-US" altLang="zh-CN" sz="1400" b="1" i="0" spc="100" dirty="0">
                <a:solidFill>
                  <a:schemeClr val="accent3"/>
                </a:solidFill>
                <a:latin typeface="+mn-ea"/>
                <a:ea typeface="+mn-ea"/>
              </a:rPr>
              <a:t>BIT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a:t>
            </a:r>
            <a:r>
              <a:rPr lang="en-US" altLang="zh-CN" sz="1400" b="0" i="0" spc="100" baseline="0" dirty="0">
                <a:solidFill>
                  <a:schemeClr val="accent3"/>
                </a:solidFill>
                <a:latin typeface="+mn-ea"/>
              </a:rPr>
              <a:t> </a:t>
            </a:r>
            <a:r>
              <a:rPr lang="en-US" altLang="zh-CN" sz="1400" b="1" i="0" spc="100" baseline="0" dirty="0">
                <a:solidFill>
                  <a:schemeClr val="accent3"/>
                </a:solidFill>
                <a:latin typeface="+mn-ea"/>
              </a:rPr>
              <a:t>SINCE 1940</a:t>
            </a:r>
            <a:endParaRPr lang="zh-CN" altLang="en-US" sz="1400" b="1" i="0" spc="100" dirty="0">
              <a:solidFill>
                <a:schemeClr val="accent3"/>
              </a:solidFill>
              <a:latin typeface="微软雅黑 Light" panose="020B0502040204020203" pitchFamily="34" charset="-122"/>
              <a:ea typeface="微软雅黑 Light" panose="020B0502040204020203" pitchFamily="34" charset="-122"/>
            </a:endParaRPr>
          </a:p>
        </p:txBody>
      </p:sp>
      <p:grpSp>
        <p:nvGrpSpPr>
          <p:cNvPr id="44" name="组合 43"/>
          <p:cNvGrpSpPr/>
          <p:nvPr userDrawn="1"/>
        </p:nvGrpSpPr>
        <p:grpSpPr>
          <a:xfrm>
            <a:off x="10083479" y="6400645"/>
            <a:ext cx="1765866" cy="192031"/>
            <a:chOff x="598941" y="6399999"/>
            <a:chExt cx="2542613" cy="276499"/>
          </a:xfrm>
          <a:solidFill>
            <a:schemeClr val="bg1">
              <a:lumMod val="65000"/>
            </a:schemeClr>
          </a:solidFill>
        </p:grpSpPr>
        <p:grpSp>
          <p:nvGrpSpPr>
            <p:cNvPr id="45" name="组合 44"/>
            <p:cNvGrpSpPr/>
            <p:nvPr/>
          </p:nvGrpSpPr>
          <p:grpSpPr>
            <a:xfrm>
              <a:off x="2055693" y="6402621"/>
              <a:ext cx="1085861" cy="270805"/>
              <a:chOff x="10340336" y="2247899"/>
              <a:chExt cx="2724438" cy="679451"/>
            </a:xfrm>
            <a:grpFill/>
          </p:grpSpPr>
          <p:sp>
            <p:nvSpPr>
              <p:cNvPr id="59"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60"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61" name="组合 60"/>
              <p:cNvGrpSpPr/>
              <p:nvPr/>
            </p:nvGrpSpPr>
            <p:grpSpPr>
              <a:xfrm>
                <a:off x="10340336" y="2247899"/>
                <a:ext cx="547688" cy="679451"/>
                <a:chOff x="5548313" y="2084388"/>
                <a:chExt cx="547688" cy="679451"/>
              </a:xfrm>
              <a:grpFill/>
            </p:grpSpPr>
            <p:sp>
              <p:nvSpPr>
                <p:cNvPr id="66"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7"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62" name="组合 61"/>
              <p:cNvGrpSpPr/>
              <p:nvPr/>
            </p:nvGrpSpPr>
            <p:grpSpPr>
              <a:xfrm>
                <a:off x="11192276" y="2400300"/>
                <a:ext cx="322175" cy="373063"/>
                <a:chOff x="3792874" y="3138488"/>
                <a:chExt cx="322175" cy="373063"/>
              </a:xfrm>
              <a:grpFill/>
            </p:grpSpPr>
            <p:sp>
              <p:nvSpPr>
                <p:cNvPr id="63"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4"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65"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46" name="组合 45"/>
            <p:cNvGrpSpPr/>
            <p:nvPr/>
          </p:nvGrpSpPr>
          <p:grpSpPr>
            <a:xfrm>
              <a:off x="598941" y="6399999"/>
              <a:ext cx="1102619" cy="276499"/>
              <a:chOff x="6738929" y="2270918"/>
              <a:chExt cx="2766486" cy="693738"/>
            </a:xfrm>
            <a:grpFill/>
          </p:grpSpPr>
          <p:grpSp>
            <p:nvGrpSpPr>
              <p:cNvPr id="47" name="组合 46"/>
              <p:cNvGrpSpPr/>
              <p:nvPr/>
            </p:nvGrpSpPr>
            <p:grpSpPr>
              <a:xfrm>
                <a:off x="8180494" y="2355056"/>
                <a:ext cx="484188" cy="509588"/>
                <a:chOff x="6113463" y="3541713"/>
                <a:chExt cx="484188" cy="509588"/>
              </a:xfrm>
              <a:grpFill/>
            </p:grpSpPr>
            <p:sp>
              <p:nvSpPr>
                <p:cNvPr id="57"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8"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48" name="组合 47"/>
              <p:cNvGrpSpPr/>
              <p:nvPr/>
            </p:nvGrpSpPr>
            <p:grpSpPr>
              <a:xfrm>
                <a:off x="6738929" y="2270918"/>
                <a:ext cx="549275" cy="693738"/>
                <a:chOff x="6108700" y="2066926"/>
                <a:chExt cx="549275" cy="693738"/>
              </a:xfrm>
              <a:grpFill/>
            </p:grpSpPr>
            <p:sp>
              <p:nvSpPr>
                <p:cNvPr id="55"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6"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49" name="组合 48"/>
              <p:cNvGrpSpPr/>
              <p:nvPr/>
            </p:nvGrpSpPr>
            <p:grpSpPr>
              <a:xfrm>
                <a:off x="7532962" y="2451100"/>
                <a:ext cx="368300" cy="317500"/>
                <a:chOff x="6186488" y="2930526"/>
                <a:chExt cx="368300" cy="317500"/>
              </a:xfrm>
              <a:grpFill/>
            </p:grpSpPr>
            <p:sp>
              <p:nvSpPr>
                <p:cNvPr id="52"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4"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50"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51"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封面样式7-首页">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stretch>
            <a:fillRect/>
          </a:stretch>
        </p:blipFill>
        <p:spPr>
          <a:xfrm>
            <a:off x="0" y="0"/>
            <a:ext cx="12193057" cy="4066384"/>
          </a:xfrm>
          <a:prstGeom prst="rect">
            <a:avLst/>
          </a:prstGeom>
        </p:spPr>
      </p:pic>
      <p:sp>
        <p:nvSpPr>
          <p:cNvPr id="19" name="任意多边形: 形状 20"/>
          <p:cNvSpPr/>
          <p:nvPr userDrawn="1"/>
        </p:nvSpPr>
        <p:spPr>
          <a:xfrm rot="10800000">
            <a:off x="-18" y="0"/>
            <a:ext cx="12192001" cy="4066750"/>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rgbClr val="006434">
              <a:alpha val="8588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任意多边形: 形状 44"/>
          <p:cNvSpPr/>
          <p:nvPr userDrawn="1"/>
        </p:nvSpPr>
        <p:spPr>
          <a:xfrm>
            <a:off x="0" y="2329236"/>
            <a:ext cx="12191985"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 name="任意多边形: 形状 49"/>
          <p:cNvSpPr/>
          <p:nvPr userDrawn="1"/>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2" name="图片 21"/>
          <p:cNvPicPr>
            <a:picLocks noChangeAspect="1"/>
          </p:cNvPicPr>
          <p:nvPr userDrawn="1"/>
        </p:nvPicPr>
        <p:blipFill>
          <a:blip r:embed="rId3" cstate="screen"/>
          <a:stretch>
            <a:fillRect/>
          </a:stretch>
        </p:blipFill>
        <p:spPr>
          <a:xfrm>
            <a:off x="4222990" y="1401505"/>
            <a:ext cx="3746000" cy="1048514"/>
          </a:xfrm>
          <a:prstGeom prst="rect">
            <a:avLst/>
          </a:prstGeom>
        </p:spPr>
      </p:pic>
    </p:spTree>
  </p:cSld>
  <p:clrMapOvr>
    <a:masterClrMapping/>
  </p:clrMapOvr>
  <p:transition spd="med">
    <p:fade/>
  </p:transition>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封面样式7-尾页">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stretch>
            <a:fillRect/>
          </a:stretch>
        </p:blipFill>
        <p:spPr>
          <a:xfrm>
            <a:off x="0" y="0"/>
            <a:ext cx="12193057" cy="4066384"/>
          </a:xfrm>
          <a:prstGeom prst="rect">
            <a:avLst/>
          </a:prstGeom>
        </p:spPr>
      </p:pic>
      <p:sp>
        <p:nvSpPr>
          <p:cNvPr id="19" name="任意多边形: 形状 20"/>
          <p:cNvSpPr/>
          <p:nvPr userDrawn="1"/>
        </p:nvSpPr>
        <p:spPr>
          <a:xfrm rot="10800000">
            <a:off x="-18" y="0"/>
            <a:ext cx="12192001" cy="4066750"/>
          </a:xfrm>
          <a:custGeom>
            <a:avLst/>
            <a:gdLst>
              <a:gd name="connsiteX0" fmla="*/ 12192000 w 12192001"/>
              <a:gd name="connsiteY0" fmla="*/ 4062881 h 4062881"/>
              <a:gd name="connsiteX1" fmla="*/ 0 w 12192001"/>
              <a:gd name="connsiteY1" fmla="*/ 4062881 h 4062881"/>
              <a:gd name="connsiteX2" fmla="*/ 0 w 12192001"/>
              <a:gd name="connsiteY2" fmla="*/ 1441627 h 4062881"/>
              <a:gd name="connsiteX3" fmla="*/ 7949 w 12192001"/>
              <a:gd name="connsiteY3" fmla="*/ 1441627 h 4062881"/>
              <a:gd name="connsiteX4" fmla="*/ 6105511 w 12192001"/>
              <a:gd name="connsiteY4" fmla="*/ 0 h 4062881"/>
              <a:gd name="connsiteX5" fmla="*/ 12184078 w 12192001"/>
              <a:gd name="connsiteY5" fmla="*/ 1441627 h 4062881"/>
              <a:gd name="connsiteX6" fmla="*/ 12192000 w 12192001"/>
              <a:gd name="connsiteY6" fmla="*/ 1441627 h 4062881"/>
              <a:gd name="connsiteX7" fmla="*/ 12192000 w 12192001"/>
              <a:gd name="connsiteY7" fmla="*/ 1443506 h 4062881"/>
              <a:gd name="connsiteX8" fmla="*/ 12192001 w 12192001"/>
              <a:gd name="connsiteY8" fmla="*/ 1443506 h 4062881"/>
              <a:gd name="connsiteX9" fmla="*/ 12192000 w 12192001"/>
              <a:gd name="connsiteY9" fmla="*/ 1443506 h 40628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1" h="4062881">
                <a:moveTo>
                  <a:pt x="12192000" y="4062881"/>
                </a:moveTo>
                <a:lnTo>
                  <a:pt x="0" y="4062881"/>
                </a:lnTo>
                <a:lnTo>
                  <a:pt x="0" y="1441627"/>
                </a:lnTo>
                <a:lnTo>
                  <a:pt x="7949" y="1441627"/>
                </a:lnTo>
                <a:lnTo>
                  <a:pt x="6105511" y="0"/>
                </a:lnTo>
                <a:lnTo>
                  <a:pt x="12184078" y="1441627"/>
                </a:lnTo>
                <a:lnTo>
                  <a:pt x="12192000" y="1441627"/>
                </a:lnTo>
                <a:lnTo>
                  <a:pt x="12192000" y="1443506"/>
                </a:lnTo>
                <a:lnTo>
                  <a:pt x="12192001" y="1443506"/>
                </a:lnTo>
                <a:lnTo>
                  <a:pt x="12192000" y="1443506"/>
                </a:lnTo>
                <a:close/>
              </a:path>
            </a:pathLst>
          </a:custGeom>
          <a:solidFill>
            <a:srgbClr val="006434">
              <a:alpha val="8588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任意多边形: 形状 44"/>
          <p:cNvSpPr/>
          <p:nvPr userDrawn="1"/>
        </p:nvSpPr>
        <p:spPr>
          <a:xfrm>
            <a:off x="0" y="2329236"/>
            <a:ext cx="12191985" cy="1809343"/>
          </a:xfrm>
          <a:custGeom>
            <a:avLst/>
            <a:gdLst>
              <a:gd name="connsiteX0" fmla="*/ 11511615 w 12185612"/>
              <a:gd name="connsiteY0" fmla="*/ 0 h 1809343"/>
              <a:gd name="connsiteX1" fmla="*/ 12185612 w 12185612"/>
              <a:gd name="connsiteY1" fmla="*/ 134799 h 1809343"/>
              <a:gd name="connsiteX2" fmla="*/ 12185612 w 12185612"/>
              <a:gd name="connsiteY2" fmla="*/ 319795 h 1809343"/>
              <a:gd name="connsiteX3" fmla="*/ 11769269 w 12185612"/>
              <a:gd name="connsiteY3" fmla="*/ 431005 h 1809343"/>
              <a:gd name="connsiteX4" fmla="*/ 6098388 w 12185612"/>
              <a:gd name="connsiteY4" fmla="*/ 1809343 h 1809343"/>
              <a:gd name="connsiteX5" fmla="*/ 1030855 w 12185612"/>
              <a:gd name="connsiteY5" fmla="*/ 612528 h 1809343"/>
              <a:gd name="connsiteX6" fmla="*/ 0 w 12185612"/>
              <a:gd name="connsiteY6" fmla="*/ 339538 h 1809343"/>
              <a:gd name="connsiteX7" fmla="*/ 0 w 12185612"/>
              <a:gd name="connsiteY7" fmla="*/ 81678 h 1809343"/>
              <a:gd name="connsiteX8" fmla="*/ 637104 w 12185612"/>
              <a:gd name="connsiteY8" fmla="*/ 607 h 1809343"/>
              <a:gd name="connsiteX9" fmla="*/ 6098821 w 12185612"/>
              <a:gd name="connsiteY9" fmla="*/ 1643974 h 1809343"/>
              <a:gd name="connsiteX10" fmla="*/ 11511615 w 12185612"/>
              <a:gd name="connsiteY10" fmla="*/ 0 h 1809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185612" h="1809343">
                <a:moveTo>
                  <a:pt x="11511615" y="0"/>
                </a:moveTo>
                <a:lnTo>
                  <a:pt x="12185612" y="134799"/>
                </a:lnTo>
                <a:lnTo>
                  <a:pt x="12185612" y="319795"/>
                </a:lnTo>
                <a:lnTo>
                  <a:pt x="11769269" y="431005"/>
                </a:lnTo>
                <a:cubicBezTo>
                  <a:pt x="9878327" y="928737"/>
                  <a:pt x="8015827" y="1369040"/>
                  <a:pt x="6098388" y="1809343"/>
                </a:cubicBezTo>
                <a:cubicBezTo>
                  <a:pt x="4410640" y="1441212"/>
                  <a:pt x="2720033" y="1046292"/>
                  <a:pt x="1030855" y="612528"/>
                </a:cubicBezTo>
                <a:lnTo>
                  <a:pt x="0" y="339538"/>
                </a:lnTo>
                <a:lnTo>
                  <a:pt x="0" y="81678"/>
                </a:lnTo>
                <a:lnTo>
                  <a:pt x="637104" y="607"/>
                </a:lnTo>
                <a:cubicBezTo>
                  <a:pt x="2471646" y="662696"/>
                  <a:pt x="4302378" y="1200960"/>
                  <a:pt x="6098821" y="1643974"/>
                </a:cubicBezTo>
                <a:cubicBezTo>
                  <a:pt x="7974840" y="1162658"/>
                  <a:pt x="9749895" y="681341"/>
                  <a:pt x="11511615"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1" name="任意多边形: 形状 49"/>
          <p:cNvSpPr/>
          <p:nvPr userDrawn="1"/>
        </p:nvSpPr>
        <p:spPr>
          <a:xfrm>
            <a:off x="450423" y="2315566"/>
            <a:ext cx="11342509" cy="1691715"/>
          </a:xfrm>
          <a:custGeom>
            <a:avLst/>
            <a:gdLst>
              <a:gd name="connsiteX0" fmla="*/ 9728 w 12217941"/>
              <a:gd name="connsiteY0" fmla="*/ 0 h 1605064"/>
              <a:gd name="connsiteX1" fmla="*/ 6108971 w 12217941"/>
              <a:gd name="connsiteY1" fmla="*/ 1498060 h 1605064"/>
              <a:gd name="connsiteX2" fmla="*/ 12208213 w 12217941"/>
              <a:gd name="connsiteY2" fmla="*/ 19456 h 1605064"/>
              <a:gd name="connsiteX3" fmla="*/ 12217941 w 12217941"/>
              <a:gd name="connsiteY3" fmla="*/ 282103 h 1605064"/>
              <a:gd name="connsiteX4" fmla="*/ 6118698 w 12217941"/>
              <a:gd name="connsiteY4" fmla="*/ 1605064 h 1605064"/>
              <a:gd name="connsiteX5" fmla="*/ 0 w 12217941"/>
              <a:gd name="connsiteY5" fmla="*/ 233464 h 1605064"/>
              <a:gd name="connsiteX6" fmla="*/ 9728 w 12217941"/>
              <a:gd name="connsiteY6" fmla="*/ 0 h 1605064"/>
              <a:gd name="connsiteX0-1" fmla="*/ 0 w 12208213"/>
              <a:gd name="connsiteY0-2" fmla="*/ 0 h 1605064"/>
              <a:gd name="connsiteX1-3" fmla="*/ 6099243 w 12208213"/>
              <a:gd name="connsiteY1-4" fmla="*/ 1498060 h 1605064"/>
              <a:gd name="connsiteX2-5" fmla="*/ 12198485 w 12208213"/>
              <a:gd name="connsiteY2-6" fmla="*/ 19456 h 1605064"/>
              <a:gd name="connsiteX3-7" fmla="*/ 12208213 w 12208213"/>
              <a:gd name="connsiteY3-8" fmla="*/ 282103 h 1605064"/>
              <a:gd name="connsiteX4-9" fmla="*/ 6108970 w 12208213"/>
              <a:gd name="connsiteY4-10" fmla="*/ 1605064 h 1605064"/>
              <a:gd name="connsiteX5-11" fmla="*/ 0 w 12208213"/>
              <a:gd name="connsiteY5-12" fmla="*/ 544749 h 1605064"/>
              <a:gd name="connsiteX6-13" fmla="*/ 0 w 12208213"/>
              <a:gd name="connsiteY6-14" fmla="*/ 0 h 1605064"/>
              <a:gd name="connsiteX0-15" fmla="*/ 0 w 12198485"/>
              <a:gd name="connsiteY0-16" fmla="*/ 0 h 1605064"/>
              <a:gd name="connsiteX1-17" fmla="*/ 6099243 w 12198485"/>
              <a:gd name="connsiteY1-18" fmla="*/ 1498060 h 1605064"/>
              <a:gd name="connsiteX2-19" fmla="*/ 12198485 w 12198485"/>
              <a:gd name="connsiteY2-20" fmla="*/ 19456 h 1605064"/>
              <a:gd name="connsiteX3-21" fmla="*/ 12198485 w 12198485"/>
              <a:gd name="connsiteY3-22" fmla="*/ 603115 h 1605064"/>
              <a:gd name="connsiteX4-23" fmla="*/ 6108970 w 12198485"/>
              <a:gd name="connsiteY4-24" fmla="*/ 1605064 h 1605064"/>
              <a:gd name="connsiteX5-25" fmla="*/ 0 w 12198485"/>
              <a:gd name="connsiteY5-26" fmla="*/ 544749 h 1605064"/>
              <a:gd name="connsiteX6-27" fmla="*/ 0 w 12198485"/>
              <a:gd name="connsiteY6-28" fmla="*/ 0 h 1605064"/>
              <a:gd name="connsiteX0-29" fmla="*/ 0 w 12198485"/>
              <a:gd name="connsiteY0-30" fmla="*/ 0 h 1605064"/>
              <a:gd name="connsiteX1-31" fmla="*/ 6108970 w 12198485"/>
              <a:gd name="connsiteY1-32" fmla="*/ 1507788 h 1605064"/>
              <a:gd name="connsiteX2-33" fmla="*/ 12198485 w 12198485"/>
              <a:gd name="connsiteY2-34" fmla="*/ 19456 h 1605064"/>
              <a:gd name="connsiteX3-35" fmla="*/ 12198485 w 12198485"/>
              <a:gd name="connsiteY3-36" fmla="*/ 603115 h 1605064"/>
              <a:gd name="connsiteX4-37" fmla="*/ 6108970 w 12198485"/>
              <a:gd name="connsiteY4-38" fmla="*/ 1605064 h 1605064"/>
              <a:gd name="connsiteX5-39" fmla="*/ 0 w 12198485"/>
              <a:gd name="connsiteY5-40" fmla="*/ 544749 h 1605064"/>
              <a:gd name="connsiteX6-41" fmla="*/ 0 w 12198485"/>
              <a:gd name="connsiteY6-42" fmla="*/ 0 h 1605064"/>
              <a:gd name="connsiteX0-43" fmla="*/ 632298 w 12830783"/>
              <a:gd name="connsiteY0-44" fmla="*/ 0 h 1605064"/>
              <a:gd name="connsiteX1-45" fmla="*/ 6741268 w 12830783"/>
              <a:gd name="connsiteY1-46" fmla="*/ 1507788 h 1605064"/>
              <a:gd name="connsiteX2-47" fmla="*/ 12830783 w 12830783"/>
              <a:gd name="connsiteY2-48" fmla="*/ 19456 h 1605064"/>
              <a:gd name="connsiteX3-49" fmla="*/ 12830783 w 12830783"/>
              <a:gd name="connsiteY3-50" fmla="*/ 603115 h 1605064"/>
              <a:gd name="connsiteX4-51" fmla="*/ 6741268 w 12830783"/>
              <a:gd name="connsiteY4-52" fmla="*/ 1605064 h 1605064"/>
              <a:gd name="connsiteX5-53" fmla="*/ 0 w 12830783"/>
              <a:gd name="connsiteY5-54" fmla="*/ 29183 h 1605064"/>
              <a:gd name="connsiteX6-55" fmla="*/ 632298 w 12830783"/>
              <a:gd name="connsiteY6-56" fmla="*/ 0 h 1605064"/>
              <a:gd name="connsiteX0-57" fmla="*/ 836579 w 12830783"/>
              <a:gd name="connsiteY0-58" fmla="*/ 0 h 1634247"/>
              <a:gd name="connsiteX1-59" fmla="*/ 6741268 w 12830783"/>
              <a:gd name="connsiteY1-60" fmla="*/ 1536971 h 1634247"/>
              <a:gd name="connsiteX2-61" fmla="*/ 12830783 w 12830783"/>
              <a:gd name="connsiteY2-62" fmla="*/ 48639 h 1634247"/>
              <a:gd name="connsiteX3-63" fmla="*/ 12830783 w 12830783"/>
              <a:gd name="connsiteY3-64" fmla="*/ 632298 h 1634247"/>
              <a:gd name="connsiteX4-65" fmla="*/ 6741268 w 12830783"/>
              <a:gd name="connsiteY4-66" fmla="*/ 1634247 h 1634247"/>
              <a:gd name="connsiteX5-67" fmla="*/ 0 w 12830783"/>
              <a:gd name="connsiteY5-68" fmla="*/ 58366 h 1634247"/>
              <a:gd name="connsiteX6-69" fmla="*/ 836579 w 12830783"/>
              <a:gd name="connsiteY6-70" fmla="*/ 0 h 1634247"/>
              <a:gd name="connsiteX0-71" fmla="*/ 836579 w 12830783"/>
              <a:gd name="connsiteY0-72" fmla="*/ 0 h 1702340"/>
              <a:gd name="connsiteX1-73" fmla="*/ 6741268 w 12830783"/>
              <a:gd name="connsiteY1-74" fmla="*/ 1536971 h 1702340"/>
              <a:gd name="connsiteX2-75" fmla="*/ 12830783 w 12830783"/>
              <a:gd name="connsiteY2-76" fmla="*/ 48639 h 1702340"/>
              <a:gd name="connsiteX3-77" fmla="*/ 12830783 w 12830783"/>
              <a:gd name="connsiteY3-78" fmla="*/ 632298 h 1702340"/>
              <a:gd name="connsiteX4-79" fmla="*/ 6750996 w 12830783"/>
              <a:gd name="connsiteY4-80" fmla="*/ 1702340 h 1702340"/>
              <a:gd name="connsiteX5-81" fmla="*/ 0 w 12830783"/>
              <a:gd name="connsiteY5-82" fmla="*/ 58366 h 1702340"/>
              <a:gd name="connsiteX6-83" fmla="*/ 836579 w 12830783"/>
              <a:gd name="connsiteY6-84" fmla="*/ 0 h 1702340"/>
              <a:gd name="connsiteX0-85" fmla="*/ 836579 w 12830783"/>
              <a:gd name="connsiteY0-86" fmla="*/ 0 h 1702340"/>
              <a:gd name="connsiteX1-87" fmla="*/ 6741268 w 12830783"/>
              <a:gd name="connsiteY1-88" fmla="*/ 1536971 h 1702340"/>
              <a:gd name="connsiteX2-89" fmla="*/ 12470860 w 12830783"/>
              <a:gd name="connsiteY2-90" fmla="*/ 19456 h 1702340"/>
              <a:gd name="connsiteX3-91" fmla="*/ 12830783 w 12830783"/>
              <a:gd name="connsiteY3-92" fmla="*/ 632298 h 1702340"/>
              <a:gd name="connsiteX4-93" fmla="*/ 6750996 w 12830783"/>
              <a:gd name="connsiteY4-94" fmla="*/ 1702340 h 1702340"/>
              <a:gd name="connsiteX5-95" fmla="*/ 0 w 12830783"/>
              <a:gd name="connsiteY5-96" fmla="*/ 58366 h 1702340"/>
              <a:gd name="connsiteX6-97" fmla="*/ 836579 w 12830783"/>
              <a:gd name="connsiteY6-98" fmla="*/ 0 h 1702340"/>
              <a:gd name="connsiteX0-99" fmla="*/ 836579 w 13239345"/>
              <a:gd name="connsiteY0-100" fmla="*/ 0 h 1702340"/>
              <a:gd name="connsiteX1-101" fmla="*/ 6741268 w 13239345"/>
              <a:gd name="connsiteY1-102" fmla="*/ 1536971 h 1702340"/>
              <a:gd name="connsiteX2-103" fmla="*/ 12470860 w 13239345"/>
              <a:gd name="connsiteY2-104" fmla="*/ 19456 h 1702340"/>
              <a:gd name="connsiteX3-105" fmla="*/ 13239345 w 13239345"/>
              <a:gd name="connsiteY3-106" fmla="*/ 107004 h 1702340"/>
              <a:gd name="connsiteX4-107" fmla="*/ 6750996 w 13239345"/>
              <a:gd name="connsiteY4-108" fmla="*/ 1702340 h 1702340"/>
              <a:gd name="connsiteX5-109" fmla="*/ 0 w 13239345"/>
              <a:gd name="connsiteY5-110" fmla="*/ 58366 h 1702340"/>
              <a:gd name="connsiteX6-111" fmla="*/ 836579 w 13239345"/>
              <a:gd name="connsiteY6-112" fmla="*/ 0 h 1702340"/>
              <a:gd name="connsiteX0-113" fmla="*/ 836579 w 13239345"/>
              <a:gd name="connsiteY0-114" fmla="*/ 107003 h 1809343"/>
              <a:gd name="connsiteX1-115" fmla="*/ 6741268 w 13239345"/>
              <a:gd name="connsiteY1-116" fmla="*/ 1643974 h 1809343"/>
              <a:gd name="connsiteX2-117" fmla="*/ 12169303 w 13239345"/>
              <a:gd name="connsiteY2-118" fmla="*/ 0 h 1809343"/>
              <a:gd name="connsiteX3-119" fmla="*/ 13239345 w 13239345"/>
              <a:gd name="connsiteY3-120" fmla="*/ 214007 h 1809343"/>
              <a:gd name="connsiteX4-121" fmla="*/ 6750996 w 13239345"/>
              <a:gd name="connsiteY4-122" fmla="*/ 1809343 h 1809343"/>
              <a:gd name="connsiteX5-123" fmla="*/ 0 w 13239345"/>
              <a:gd name="connsiteY5-124" fmla="*/ 165369 h 1809343"/>
              <a:gd name="connsiteX6-125" fmla="*/ 836579 w 13239345"/>
              <a:gd name="connsiteY6-126" fmla="*/ 107003 h 1809343"/>
              <a:gd name="connsiteX0-127" fmla="*/ 1342417 w 13239345"/>
              <a:gd name="connsiteY0-128" fmla="*/ 29182 h 1809343"/>
              <a:gd name="connsiteX1-129" fmla="*/ 6741268 w 13239345"/>
              <a:gd name="connsiteY1-130" fmla="*/ 1643974 h 1809343"/>
              <a:gd name="connsiteX2-131" fmla="*/ 12169303 w 13239345"/>
              <a:gd name="connsiteY2-132" fmla="*/ 0 h 1809343"/>
              <a:gd name="connsiteX3-133" fmla="*/ 13239345 w 13239345"/>
              <a:gd name="connsiteY3-134" fmla="*/ 214007 h 1809343"/>
              <a:gd name="connsiteX4-135" fmla="*/ 6750996 w 13239345"/>
              <a:gd name="connsiteY4-136" fmla="*/ 1809343 h 1809343"/>
              <a:gd name="connsiteX5-137" fmla="*/ 0 w 13239345"/>
              <a:gd name="connsiteY5-138" fmla="*/ 165369 h 1809343"/>
              <a:gd name="connsiteX6-139" fmla="*/ 1342417 w 13239345"/>
              <a:gd name="connsiteY6-140" fmla="*/ 29182 h 1809343"/>
              <a:gd name="connsiteX0-141" fmla="*/ 1294792 w 13239345"/>
              <a:gd name="connsiteY0-142" fmla="*/ 607 h 1809343"/>
              <a:gd name="connsiteX1-143" fmla="*/ 6741268 w 13239345"/>
              <a:gd name="connsiteY1-144" fmla="*/ 1643974 h 1809343"/>
              <a:gd name="connsiteX2-145" fmla="*/ 12169303 w 13239345"/>
              <a:gd name="connsiteY2-146" fmla="*/ 0 h 1809343"/>
              <a:gd name="connsiteX3-147" fmla="*/ 13239345 w 13239345"/>
              <a:gd name="connsiteY3-148" fmla="*/ 214007 h 1809343"/>
              <a:gd name="connsiteX4-149" fmla="*/ 6750996 w 13239345"/>
              <a:gd name="connsiteY4-150" fmla="*/ 1809343 h 1809343"/>
              <a:gd name="connsiteX5-151" fmla="*/ 0 w 13239345"/>
              <a:gd name="connsiteY5-152" fmla="*/ 165369 h 1809343"/>
              <a:gd name="connsiteX6-153" fmla="*/ 1294792 w 13239345"/>
              <a:gd name="connsiteY6-154" fmla="*/ 607 h 1809343"/>
              <a:gd name="connsiteX0-155" fmla="*/ 1294792 w 13239345"/>
              <a:gd name="connsiteY0-156" fmla="*/ 607 h 1809343"/>
              <a:gd name="connsiteX1-157" fmla="*/ 6741268 w 13239345"/>
              <a:gd name="connsiteY1-158" fmla="*/ 1643974 h 1809343"/>
              <a:gd name="connsiteX2-159" fmla="*/ 12169303 w 13239345"/>
              <a:gd name="connsiteY2-160" fmla="*/ 0 h 1809343"/>
              <a:gd name="connsiteX3-161" fmla="*/ 13239345 w 13239345"/>
              <a:gd name="connsiteY3-162" fmla="*/ 214007 h 1809343"/>
              <a:gd name="connsiteX4-163" fmla="*/ 6750996 w 13239345"/>
              <a:gd name="connsiteY4-164" fmla="*/ 1809343 h 1809343"/>
              <a:gd name="connsiteX5-165" fmla="*/ 0 w 13239345"/>
              <a:gd name="connsiteY5-166" fmla="*/ 165369 h 1809343"/>
              <a:gd name="connsiteX6-167" fmla="*/ 1294792 w 13239345"/>
              <a:gd name="connsiteY6-168" fmla="*/ 607 h 1809343"/>
              <a:gd name="connsiteX0-169" fmla="*/ 1294792 w 13239345"/>
              <a:gd name="connsiteY0-170" fmla="*/ 607 h 1809343"/>
              <a:gd name="connsiteX1-171" fmla="*/ 6741268 w 13239345"/>
              <a:gd name="connsiteY1-172" fmla="*/ 1643974 h 1809343"/>
              <a:gd name="connsiteX2-173" fmla="*/ 12169303 w 13239345"/>
              <a:gd name="connsiteY2-174" fmla="*/ 0 h 1809343"/>
              <a:gd name="connsiteX3-175" fmla="*/ 13239345 w 13239345"/>
              <a:gd name="connsiteY3-176" fmla="*/ 214007 h 1809343"/>
              <a:gd name="connsiteX4-177" fmla="*/ 6750996 w 13239345"/>
              <a:gd name="connsiteY4-178" fmla="*/ 1809343 h 1809343"/>
              <a:gd name="connsiteX5-179" fmla="*/ 0 w 13239345"/>
              <a:gd name="connsiteY5-180" fmla="*/ 165369 h 1809343"/>
              <a:gd name="connsiteX6-181" fmla="*/ 1294792 w 13239345"/>
              <a:gd name="connsiteY6-182" fmla="*/ 607 h 1809343"/>
              <a:gd name="connsiteX0-183" fmla="*/ 1294792 w 13239345"/>
              <a:gd name="connsiteY0-184" fmla="*/ 607 h 1809343"/>
              <a:gd name="connsiteX1-185" fmla="*/ 6741268 w 13239345"/>
              <a:gd name="connsiteY1-186" fmla="*/ 1643974 h 1809343"/>
              <a:gd name="connsiteX2-187" fmla="*/ 12169303 w 13239345"/>
              <a:gd name="connsiteY2-188" fmla="*/ 0 h 1809343"/>
              <a:gd name="connsiteX3-189" fmla="*/ 13239345 w 13239345"/>
              <a:gd name="connsiteY3-190" fmla="*/ 214007 h 1809343"/>
              <a:gd name="connsiteX4-191" fmla="*/ 6750996 w 13239345"/>
              <a:gd name="connsiteY4-192" fmla="*/ 1809343 h 1809343"/>
              <a:gd name="connsiteX5-193" fmla="*/ 0 w 13239345"/>
              <a:gd name="connsiteY5-194" fmla="*/ 165369 h 1809343"/>
              <a:gd name="connsiteX6-195" fmla="*/ 1294792 w 13239345"/>
              <a:gd name="connsiteY6-196" fmla="*/ 607 h 1809343"/>
              <a:gd name="connsiteX0-197" fmla="*/ 1294792 w 13239345"/>
              <a:gd name="connsiteY0-198" fmla="*/ 607 h 1809343"/>
              <a:gd name="connsiteX1-199" fmla="*/ 6741268 w 13239345"/>
              <a:gd name="connsiteY1-200" fmla="*/ 1643974 h 1809343"/>
              <a:gd name="connsiteX2-201" fmla="*/ 12169303 w 13239345"/>
              <a:gd name="connsiteY2-202" fmla="*/ 0 h 1809343"/>
              <a:gd name="connsiteX3-203" fmla="*/ 13239345 w 13239345"/>
              <a:gd name="connsiteY3-204" fmla="*/ 214007 h 1809343"/>
              <a:gd name="connsiteX4-205" fmla="*/ 6750996 w 13239345"/>
              <a:gd name="connsiteY4-206" fmla="*/ 1809343 h 1809343"/>
              <a:gd name="connsiteX5-207" fmla="*/ 0 w 13239345"/>
              <a:gd name="connsiteY5-208" fmla="*/ 165369 h 1809343"/>
              <a:gd name="connsiteX6-209" fmla="*/ 1294792 w 13239345"/>
              <a:gd name="connsiteY6-210" fmla="*/ 607 h 1809343"/>
              <a:gd name="connsiteX0-211" fmla="*/ 1294792 w 13239345"/>
              <a:gd name="connsiteY0-212" fmla="*/ 607 h 1809343"/>
              <a:gd name="connsiteX1-213" fmla="*/ 6741268 w 13239345"/>
              <a:gd name="connsiteY1-214" fmla="*/ 1643974 h 1809343"/>
              <a:gd name="connsiteX2-215" fmla="*/ 12169303 w 13239345"/>
              <a:gd name="connsiteY2-216" fmla="*/ 0 h 1809343"/>
              <a:gd name="connsiteX3-217" fmla="*/ 13239345 w 13239345"/>
              <a:gd name="connsiteY3-218" fmla="*/ 214007 h 1809343"/>
              <a:gd name="connsiteX4-219" fmla="*/ 6750996 w 13239345"/>
              <a:gd name="connsiteY4-220" fmla="*/ 1809343 h 1809343"/>
              <a:gd name="connsiteX5-221" fmla="*/ 0 w 13239345"/>
              <a:gd name="connsiteY5-222" fmla="*/ 165369 h 1809343"/>
              <a:gd name="connsiteX6-223" fmla="*/ 1294792 w 13239345"/>
              <a:gd name="connsiteY6-224" fmla="*/ 607 h 1809343"/>
              <a:gd name="connsiteX0-225" fmla="*/ 1294792 w 13239345"/>
              <a:gd name="connsiteY0-226" fmla="*/ 607 h 1809343"/>
              <a:gd name="connsiteX1-227" fmla="*/ 6741268 w 13239345"/>
              <a:gd name="connsiteY1-228" fmla="*/ 1643974 h 1809343"/>
              <a:gd name="connsiteX2-229" fmla="*/ 12169303 w 13239345"/>
              <a:gd name="connsiteY2-230" fmla="*/ 0 h 1809343"/>
              <a:gd name="connsiteX3-231" fmla="*/ 13239345 w 13239345"/>
              <a:gd name="connsiteY3-232" fmla="*/ 214007 h 1809343"/>
              <a:gd name="connsiteX4-233" fmla="*/ 6750996 w 13239345"/>
              <a:gd name="connsiteY4-234" fmla="*/ 1809343 h 1809343"/>
              <a:gd name="connsiteX5-235" fmla="*/ 0 w 13239345"/>
              <a:gd name="connsiteY5-236" fmla="*/ 165369 h 1809343"/>
              <a:gd name="connsiteX6-237" fmla="*/ 1294792 w 13239345"/>
              <a:gd name="connsiteY6-238" fmla="*/ 607 h 1809343"/>
              <a:gd name="connsiteX0-239" fmla="*/ 1294792 w 13239345"/>
              <a:gd name="connsiteY0-240" fmla="*/ 607 h 1809343"/>
              <a:gd name="connsiteX1-241" fmla="*/ 6741268 w 13239345"/>
              <a:gd name="connsiteY1-242" fmla="*/ 1643974 h 1809343"/>
              <a:gd name="connsiteX2-243" fmla="*/ 12169303 w 13239345"/>
              <a:gd name="connsiteY2-244" fmla="*/ 0 h 1809343"/>
              <a:gd name="connsiteX3-245" fmla="*/ 13239345 w 13239345"/>
              <a:gd name="connsiteY3-246" fmla="*/ 214007 h 1809343"/>
              <a:gd name="connsiteX4-247" fmla="*/ 6750996 w 13239345"/>
              <a:gd name="connsiteY4-248" fmla="*/ 1809343 h 1809343"/>
              <a:gd name="connsiteX5-249" fmla="*/ 0 w 13239345"/>
              <a:gd name="connsiteY5-250" fmla="*/ 165369 h 1809343"/>
              <a:gd name="connsiteX6-251" fmla="*/ 1294792 w 13239345"/>
              <a:gd name="connsiteY6-252" fmla="*/ 607 h 1809343"/>
              <a:gd name="connsiteX0-253" fmla="*/ 1294792 w 13239345"/>
              <a:gd name="connsiteY0-254" fmla="*/ 607 h 1809343"/>
              <a:gd name="connsiteX1-255" fmla="*/ 6741268 w 13239345"/>
              <a:gd name="connsiteY1-256" fmla="*/ 1643974 h 1809343"/>
              <a:gd name="connsiteX2-257" fmla="*/ 12169303 w 13239345"/>
              <a:gd name="connsiteY2-258" fmla="*/ 0 h 1809343"/>
              <a:gd name="connsiteX3-259" fmla="*/ 13239345 w 13239345"/>
              <a:gd name="connsiteY3-260" fmla="*/ 214007 h 1809343"/>
              <a:gd name="connsiteX4-261" fmla="*/ 6750996 w 13239345"/>
              <a:gd name="connsiteY4-262" fmla="*/ 1809343 h 1809343"/>
              <a:gd name="connsiteX5-263" fmla="*/ 0 w 13239345"/>
              <a:gd name="connsiteY5-264" fmla="*/ 165369 h 1809343"/>
              <a:gd name="connsiteX6-265" fmla="*/ 1294792 w 13239345"/>
              <a:gd name="connsiteY6-266" fmla="*/ 607 h 1809343"/>
              <a:gd name="connsiteX0-267" fmla="*/ 1294792 w 13239345"/>
              <a:gd name="connsiteY0-268" fmla="*/ 607 h 1809343"/>
              <a:gd name="connsiteX1-269" fmla="*/ 6741268 w 13239345"/>
              <a:gd name="connsiteY1-270" fmla="*/ 1643974 h 1809343"/>
              <a:gd name="connsiteX2-271" fmla="*/ 12169303 w 13239345"/>
              <a:gd name="connsiteY2-272" fmla="*/ 0 h 1809343"/>
              <a:gd name="connsiteX3-273" fmla="*/ 13239345 w 13239345"/>
              <a:gd name="connsiteY3-274" fmla="*/ 214007 h 1809343"/>
              <a:gd name="connsiteX4-275" fmla="*/ 6750996 w 13239345"/>
              <a:gd name="connsiteY4-276" fmla="*/ 1809343 h 1809343"/>
              <a:gd name="connsiteX5-277" fmla="*/ 0 w 13239345"/>
              <a:gd name="connsiteY5-278" fmla="*/ 165369 h 1809343"/>
              <a:gd name="connsiteX6-279" fmla="*/ 1294792 w 13239345"/>
              <a:gd name="connsiteY6-280" fmla="*/ 607 h 1809343"/>
              <a:gd name="connsiteX0-281" fmla="*/ 1294792 w 13239345"/>
              <a:gd name="connsiteY0-282" fmla="*/ 607 h 1809343"/>
              <a:gd name="connsiteX1-283" fmla="*/ 6741268 w 13239345"/>
              <a:gd name="connsiteY1-284" fmla="*/ 1643974 h 1809343"/>
              <a:gd name="connsiteX2-285" fmla="*/ 12169303 w 13239345"/>
              <a:gd name="connsiteY2-286" fmla="*/ 0 h 1809343"/>
              <a:gd name="connsiteX3-287" fmla="*/ 13239345 w 13239345"/>
              <a:gd name="connsiteY3-288" fmla="*/ 214007 h 1809343"/>
              <a:gd name="connsiteX4-289" fmla="*/ 6750996 w 13239345"/>
              <a:gd name="connsiteY4-290" fmla="*/ 1809343 h 1809343"/>
              <a:gd name="connsiteX5-291" fmla="*/ 0 w 13239345"/>
              <a:gd name="connsiteY5-292" fmla="*/ 165369 h 1809343"/>
              <a:gd name="connsiteX6-293" fmla="*/ 1294792 w 13239345"/>
              <a:gd name="connsiteY6-294" fmla="*/ 607 h 1809343"/>
              <a:gd name="connsiteX0-295" fmla="*/ 1294792 w 12651516"/>
              <a:gd name="connsiteY0-296" fmla="*/ 607 h 1809343"/>
              <a:gd name="connsiteX1-297" fmla="*/ 6741268 w 12651516"/>
              <a:gd name="connsiteY1-298" fmla="*/ 1643974 h 1809343"/>
              <a:gd name="connsiteX2-299" fmla="*/ 12169303 w 12651516"/>
              <a:gd name="connsiteY2-300" fmla="*/ 0 h 1809343"/>
              <a:gd name="connsiteX3-301" fmla="*/ 12651516 w 12651516"/>
              <a:gd name="connsiteY3-302" fmla="*/ 83379 h 1809343"/>
              <a:gd name="connsiteX4-303" fmla="*/ 6750996 w 12651516"/>
              <a:gd name="connsiteY4-304" fmla="*/ 1809343 h 1809343"/>
              <a:gd name="connsiteX5-305" fmla="*/ 0 w 12651516"/>
              <a:gd name="connsiteY5-306" fmla="*/ 165369 h 1809343"/>
              <a:gd name="connsiteX6-307" fmla="*/ 1294792 w 12651516"/>
              <a:gd name="connsiteY6-308" fmla="*/ 607 h 1809343"/>
              <a:gd name="connsiteX0-309" fmla="*/ 1294792 w 12564431"/>
              <a:gd name="connsiteY0-310" fmla="*/ 607 h 1809343"/>
              <a:gd name="connsiteX1-311" fmla="*/ 6741268 w 12564431"/>
              <a:gd name="connsiteY1-312" fmla="*/ 1643974 h 1809343"/>
              <a:gd name="connsiteX2-313" fmla="*/ 12169303 w 12564431"/>
              <a:gd name="connsiteY2-314" fmla="*/ 0 h 1809343"/>
              <a:gd name="connsiteX3-315" fmla="*/ 12564431 w 12564431"/>
              <a:gd name="connsiteY3-316" fmla="*/ 83379 h 1809343"/>
              <a:gd name="connsiteX4-317" fmla="*/ 6750996 w 12564431"/>
              <a:gd name="connsiteY4-318" fmla="*/ 1809343 h 1809343"/>
              <a:gd name="connsiteX5-319" fmla="*/ 0 w 12564431"/>
              <a:gd name="connsiteY5-320" fmla="*/ 165369 h 1809343"/>
              <a:gd name="connsiteX6-321" fmla="*/ 1294792 w 12564431"/>
              <a:gd name="connsiteY6-322" fmla="*/ 607 h 1809343"/>
              <a:gd name="connsiteX0-323" fmla="*/ 423935 w 11693574"/>
              <a:gd name="connsiteY0-324" fmla="*/ 607 h 1809343"/>
              <a:gd name="connsiteX1-325" fmla="*/ 5870411 w 11693574"/>
              <a:gd name="connsiteY1-326" fmla="*/ 1643974 h 1809343"/>
              <a:gd name="connsiteX2-327" fmla="*/ 11298446 w 11693574"/>
              <a:gd name="connsiteY2-328" fmla="*/ 0 h 1809343"/>
              <a:gd name="connsiteX3-329" fmla="*/ 11693574 w 11693574"/>
              <a:gd name="connsiteY3-330" fmla="*/ 83379 h 1809343"/>
              <a:gd name="connsiteX4-331" fmla="*/ 5880139 w 11693574"/>
              <a:gd name="connsiteY4-332" fmla="*/ 1809343 h 1809343"/>
              <a:gd name="connsiteX5-333" fmla="*/ 0 w 11693574"/>
              <a:gd name="connsiteY5-334" fmla="*/ 45626 h 1809343"/>
              <a:gd name="connsiteX6-335" fmla="*/ 423935 w 11693574"/>
              <a:gd name="connsiteY6-336" fmla="*/ 607 h 1809343"/>
              <a:gd name="connsiteX0-337" fmla="*/ 423935 w 11693574"/>
              <a:gd name="connsiteY0-338" fmla="*/ 607 h 1733143"/>
              <a:gd name="connsiteX1-339" fmla="*/ 5870411 w 11693574"/>
              <a:gd name="connsiteY1-340" fmla="*/ 1643974 h 1733143"/>
              <a:gd name="connsiteX2-341" fmla="*/ 11298446 w 11693574"/>
              <a:gd name="connsiteY2-342" fmla="*/ 0 h 1733143"/>
              <a:gd name="connsiteX3-343" fmla="*/ 11693574 w 11693574"/>
              <a:gd name="connsiteY3-344" fmla="*/ 83379 h 1733143"/>
              <a:gd name="connsiteX4-345" fmla="*/ 5880139 w 11693574"/>
              <a:gd name="connsiteY4-346" fmla="*/ 1733143 h 1733143"/>
              <a:gd name="connsiteX5-347" fmla="*/ 0 w 11693574"/>
              <a:gd name="connsiteY5-348" fmla="*/ 45626 h 1733143"/>
              <a:gd name="connsiteX6-349" fmla="*/ 423935 w 11693574"/>
              <a:gd name="connsiteY6-350" fmla="*/ 607 h 1733143"/>
              <a:gd name="connsiteX0-351" fmla="*/ 423935 w 11709902"/>
              <a:gd name="connsiteY0-352" fmla="*/ 607 h 1733143"/>
              <a:gd name="connsiteX1-353" fmla="*/ 5870411 w 11709902"/>
              <a:gd name="connsiteY1-354" fmla="*/ 1643974 h 1733143"/>
              <a:gd name="connsiteX2-355" fmla="*/ 11298446 w 11709902"/>
              <a:gd name="connsiteY2-356" fmla="*/ 0 h 1733143"/>
              <a:gd name="connsiteX3-357" fmla="*/ 11709902 w 11709902"/>
              <a:gd name="connsiteY3-358" fmla="*/ 83379 h 1733143"/>
              <a:gd name="connsiteX4-359" fmla="*/ 5880139 w 11709902"/>
              <a:gd name="connsiteY4-360" fmla="*/ 1733143 h 1733143"/>
              <a:gd name="connsiteX5-361" fmla="*/ 0 w 11709902"/>
              <a:gd name="connsiteY5-362" fmla="*/ 45626 h 1733143"/>
              <a:gd name="connsiteX6-363" fmla="*/ 423935 w 11709902"/>
              <a:gd name="connsiteY6-364" fmla="*/ 607 h 1733143"/>
              <a:gd name="connsiteX0-365" fmla="*/ 423935 w 11571109"/>
              <a:gd name="connsiteY0-366" fmla="*/ 607 h 1733143"/>
              <a:gd name="connsiteX1-367" fmla="*/ 5870411 w 11571109"/>
              <a:gd name="connsiteY1-368" fmla="*/ 1643974 h 1733143"/>
              <a:gd name="connsiteX2-369" fmla="*/ 11298446 w 11571109"/>
              <a:gd name="connsiteY2-370" fmla="*/ 0 h 1733143"/>
              <a:gd name="connsiteX3-371" fmla="*/ 11571109 w 11571109"/>
              <a:gd name="connsiteY3-372" fmla="*/ 116036 h 1733143"/>
              <a:gd name="connsiteX4-373" fmla="*/ 5880139 w 11571109"/>
              <a:gd name="connsiteY4-374" fmla="*/ 1733143 h 1733143"/>
              <a:gd name="connsiteX5-375" fmla="*/ 0 w 11571109"/>
              <a:gd name="connsiteY5-376" fmla="*/ 45626 h 1733143"/>
              <a:gd name="connsiteX6-377" fmla="*/ 423935 w 11571109"/>
              <a:gd name="connsiteY6-378" fmla="*/ 607 h 1733143"/>
              <a:gd name="connsiteX0-379" fmla="*/ 423935 w 11579274"/>
              <a:gd name="connsiteY0-380" fmla="*/ 607 h 1733143"/>
              <a:gd name="connsiteX1-381" fmla="*/ 5870411 w 11579274"/>
              <a:gd name="connsiteY1-382" fmla="*/ 1643974 h 1733143"/>
              <a:gd name="connsiteX2-383" fmla="*/ 11298446 w 11579274"/>
              <a:gd name="connsiteY2-384" fmla="*/ 0 h 1733143"/>
              <a:gd name="connsiteX3-385" fmla="*/ 11579274 w 11579274"/>
              <a:gd name="connsiteY3-386" fmla="*/ 116036 h 1733143"/>
              <a:gd name="connsiteX4-387" fmla="*/ 5880139 w 11579274"/>
              <a:gd name="connsiteY4-388" fmla="*/ 1733143 h 1733143"/>
              <a:gd name="connsiteX5-389" fmla="*/ 0 w 11579274"/>
              <a:gd name="connsiteY5-390" fmla="*/ 45626 h 1733143"/>
              <a:gd name="connsiteX6-391" fmla="*/ 423935 w 11579274"/>
              <a:gd name="connsiteY6-392" fmla="*/ 607 h 1733143"/>
              <a:gd name="connsiteX0-393" fmla="*/ 423935 w 11579274"/>
              <a:gd name="connsiteY0-394" fmla="*/ 0 h 1732536"/>
              <a:gd name="connsiteX1-395" fmla="*/ 5870411 w 11579274"/>
              <a:gd name="connsiteY1-396" fmla="*/ 1643367 h 1732536"/>
              <a:gd name="connsiteX2-397" fmla="*/ 11233132 w 11579274"/>
              <a:gd name="connsiteY2-398" fmla="*/ 48379 h 1732536"/>
              <a:gd name="connsiteX3-399" fmla="*/ 11579274 w 11579274"/>
              <a:gd name="connsiteY3-400" fmla="*/ 115429 h 1732536"/>
              <a:gd name="connsiteX4-401" fmla="*/ 5880139 w 11579274"/>
              <a:gd name="connsiteY4-402" fmla="*/ 1732536 h 1732536"/>
              <a:gd name="connsiteX5-403" fmla="*/ 0 w 11579274"/>
              <a:gd name="connsiteY5-404" fmla="*/ 45019 h 1732536"/>
              <a:gd name="connsiteX6-405" fmla="*/ 423935 w 11579274"/>
              <a:gd name="connsiteY6-406" fmla="*/ 0 h 1732536"/>
              <a:gd name="connsiteX0-407" fmla="*/ 423935 w 11579274"/>
              <a:gd name="connsiteY0-408" fmla="*/ 0 h 1732536"/>
              <a:gd name="connsiteX1-409" fmla="*/ 5870411 w 11579274"/>
              <a:gd name="connsiteY1-410" fmla="*/ 1643367 h 1732536"/>
              <a:gd name="connsiteX2-411" fmla="*/ 11241297 w 11579274"/>
              <a:gd name="connsiteY2-412" fmla="*/ 32050 h 1732536"/>
              <a:gd name="connsiteX3-413" fmla="*/ 11579274 w 11579274"/>
              <a:gd name="connsiteY3-414" fmla="*/ 115429 h 1732536"/>
              <a:gd name="connsiteX4-415" fmla="*/ 5880139 w 11579274"/>
              <a:gd name="connsiteY4-416" fmla="*/ 1732536 h 1732536"/>
              <a:gd name="connsiteX5-417" fmla="*/ 0 w 11579274"/>
              <a:gd name="connsiteY5-418" fmla="*/ 45019 h 1732536"/>
              <a:gd name="connsiteX6-419" fmla="*/ 423935 w 11579274"/>
              <a:gd name="connsiteY6-420" fmla="*/ 0 h 1732536"/>
              <a:gd name="connsiteX0-421" fmla="*/ 423935 w 11579274"/>
              <a:gd name="connsiteY0-422" fmla="*/ 0 h 1732536"/>
              <a:gd name="connsiteX1-423" fmla="*/ 5870411 w 11579274"/>
              <a:gd name="connsiteY1-424" fmla="*/ 1643367 h 1732536"/>
              <a:gd name="connsiteX2-425" fmla="*/ 11241297 w 11579274"/>
              <a:gd name="connsiteY2-426" fmla="*/ 32050 h 1732536"/>
              <a:gd name="connsiteX3-427" fmla="*/ 11579274 w 11579274"/>
              <a:gd name="connsiteY3-428" fmla="*/ 115429 h 1732536"/>
              <a:gd name="connsiteX4-429" fmla="*/ 5880139 w 11579274"/>
              <a:gd name="connsiteY4-430" fmla="*/ 1732536 h 1732536"/>
              <a:gd name="connsiteX5-431" fmla="*/ 0 w 11579274"/>
              <a:gd name="connsiteY5-432" fmla="*/ 45019 h 1732536"/>
              <a:gd name="connsiteX6-433" fmla="*/ 423935 w 11579274"/>
              <a:gd name="connsiteY6-434" fmla="*/ 0 h 1732536"/>
              <a:gd name="connsiteX0-435" fmla="*/ 423935 w 11579274"/>
              <a:gd name="connsiteY0-436" fmla="*/ 0 h 1732536"/>
              <a:gd name="connsiteX1-437" fmla="*/ 5870411 w 11579274"/>
              <a:gd name="connsiteY1-438" fmla="*/ 1643367 h 1732536"/>
              <a:gd name="connsiteX2-439" fmla="*/ 11224968 w 11579274"/>
              <a:gd name="connsiteY2-440" fmla="*/ 48379 h 1732536"/>
              <a:gd name="connsiteX3-441" fmla="*/ 11579274 w 11579274"/>
              <a:gd name="connsiteY3-442" fmla="*/ 115429 h 1732536"/>
              <a:gd name="connsiteX4-443" fmla="*/ 5880139 w 11579274"/>
              <a:gd name="connsiteY4-444" fmla="*/ 1732536 h 1732536"/>
              <a:gd name="connsiteX5-445" fmla="*/ 0 w 11579274"/>
              <a:gd name="connsiteY5-446" fmla="*/ 45019 h 1732536"/>
              <a:gd name="connsiteX6-447" fmla="*/ 423935 w 11579274"/>
              <a:gd name="connsiteY6-448" fmla="*/ 0 h 1732536"/>
              <a:gd name="connsiteX0-449" fmla="*/ 219828 w 11375167"/>
              <a:gd name="connsiteY0-450" fmla="*/ 0 h 1732536"/>
              <a:gd name="connsiteX1-451" fmla="*/ 5666304 w 11375167"/>
              <a:gd name="connsiteY1-452" fmla="*/ 1643367 h 1732536"/>
              <a:gd name="connsiteX2-453" fmla="*/ 11020861 w 11375167"/>
              <a:gd name="connsiteY2-454" fmla="*/ 48379 h 1732536"/>
              <a:gd name="connsiteX3-455" fmla="*/ 11375167 w 11375167"/>
              <a:gd name="connsiteY3-456" fmla="*/ 115429 h 1732536"/>
              <a:gd name="connsiteX4-457" fmla="*/ 5676032 w 11375167"/>
              <a:gd name="connsiteY4-458" fmla="*/ 1732536 h 1732536"/>
              <a:gd name="connsiteX5-459" fmla="*/ 0 w 11375167"/>
              <a:gd name="connsiteY5-460" fmla="*/ 77676 h 1732536"/>
              <a:gd name="connsiteX6-461" fmla="*/ 219828 w 11375167"/>
              <a:gd name="connsiteY6-462" fmla="*/ 0 h 1732536"/>
              <a:gd name="connsiteX0-463" fmla="*/ 293307 w 11375167"/>
              <a:gd name="connsiteY0-464" fmla="*/ 0 h 1708044"/>
              <a:gd name="connsiteX1-465" fmla="*/ 5666304 w 11375167"/>
              <a:gd name="connsiteY1-466" fmla="*/ 1618875 h 1708044"/>
              <a:gd name="connsiteX2-467" fmla="*/ 11020861 w 11375167"/>
              <a:gd name="connsiteY2-468" fmla="*/ 23887 h 1708044"/>
              <a:gd name="connsiteX3-469" fmla="*/ 11375167 w 11375167"/>
              <a:gd name="connsiteY3-470" fmla="*/ 90937 h 1708044"/>
              <a:gd name="connsiteX4-471" fmla="*/ 5676032 w 11375167"/>
              <a:gd name="connsiteY4-472" fmla="*/ 1708044 h 1708044"/>
              <a:gd name="connsiteX5-473" fmla="*/ 0 w 11375167"/>
              <a:gd name="connsiteY5-474" fmla="*/ 53184 h 1708044"/>
              <a:gd name="connsiteX6-475" fmla="*/ 293307 w 11375167"/>
              <a:gd name="connsiteY6-476" fmla="*/ 0 h 1708044"/>
              <a:gd name="connsiteX0-477" fmla="*/ 317800 w 11375167"/>
              <a:gd name="connsiteY0-478" fmla="*/ 606 h 1684157"/>
              <a:gd name="connsiteX1-479" fmla="*/ 5666304 w 11375167"/>
              <a:gd name="connsiteY1-480" fmla="*/ 1594988 h 1684157"/>
              <a:gd name="connsiteX2-481" fmla="*/ 11020861 w 11375167"/>
              <a:gd name="connsiteY2-482" fmla="*/ 0 h 1684157"/>
              <a:gd name="connsiteX3-483" fmla="*/ 11375167 w 11375167"/>
              <a:gd name="connsiteY3-484" fmla="*/ 67050 h 1684157"/>
              <a:gd name="connsiteX4-485" fmla="*/ 5676032 w 11375167"/>
              <a:gd name="connsiteY4-486" fmla="*/ 1684157 h 1684157"/>
              <a:gd name="connsiteX5-487" fmla="*/ 0 w 11375167"/>
              <a:gd name="connsiteY5-488" fmla="*/ 29297 h 1684157"/>
              <a:gd name="connsiteX6-489" fmla="*/ 317800 w 11375167"/>
              <a:gd name="connsiteY6-490" fmla="*/ 606 h 1684157"/>
              <a:gd name="connsiteX0-491" fmla="*/ 285142 w 11342509"/>
              <a:gd name="connsiteY0-492" fmla="*/ 606 h 1684157"/>
              <a:gd name="connsiteX1-493" fmla="*/ 5633646 w 11342509"/>
              <a:gd name="connsiteY1-494" fmla="*/ 1594988 h 1684157"/>
              <a:gd name="connsiteX2-495" fmla="*/ 10988203 w 11342509"/>
              <a:gd name="connsiteY2-496" fmla="*/ 0 h 1684157"/>
              <a:gd name="connsiteX3-497" fmla="*/ 11342509 w 11342509"/>
              <a:gd name="connsiteY3-498" fmla="*/ 67050 h 1684157"/>
              <a:gd name="connsiteX4-499" fmla="*/ 5643374 w 11342509"/>
              <a:gd name="connsiteY4-500" fmla="*/ 1684157 h 1684157"/>
              <a:gd name="connsiteX5-501" fmla="*/ 0 w 11342509"/>
              <a:gd name="connsiteY5-502" fmla="*/ 29297 h 1684157"/>
              <a:gd name="connsiteX6-503" fmla="*/ 285142 w 11342509"/>
              <a:gd name="connsiteY6-504" fmla="*/ 606 h 1684157"/>
              <a:gd name="connsiteX0-505" fmla="*/ 276977 w 11342509"/>
              <a:gd name="connsiteY0-506" fmla="*/ 0 h 1691715"/>
              <a:gd name="connsiteX1-507" fmla="*/ 5633646 w 11342509"/>
              <a:gd name="connsiteY1-508" fmla="*/ 1602546 h 1691715"/>
              <a:gd name="connsiteX2-509" fmla="*/ 10988203 w 11342509"/>
              <a:gd name="connsiteY2-510" fmla="*/ 7558 h 1691715"/>
              <a:gd name="connsiteX3-511" fmla="*/ 11342509 w 11342509"/>
              <a:gd name="connsiteY3-512" fmla="*/ 74608 h 1691715"/>
              <a:gd name="connsiteX4-513" fmla="*/ 5643374 w 11342509"/>
              <a:gd name="connsiteY4-514" fmla="*/ 1691715 h 1691715"/>
              <a:gd name="connsiteX5-515" fmla="*/ 0 w 11342509"/>
              <a:gd name="connsiteY5-516" fmla="*/ 36855 h 1691715"/>
              <a:gd name="connsiteX6-517" fmla="*/ 276977 w 11342509"/>
              <a:gd name="connsiteY6-518" fmla="*/ 0 h 1691715"/>
              <a:gd name="connsiteX0-519" fmla="*/ 276977 w 11342509"/>
              <a:gd name="connsiteY0-520" fmla="*/ 0 h 1691715"/>
              <a:gd name="connsiteX1-521" fmla="*/ 5633646 w 11342509"/>
              <a:gd name="connsiteY1-522" fmla="*/ 1602546 h 1691715"/>
              <a:gd name="connsiteX2-523" fmla="*/ 11018020 w 11342509"/>
              <a:gd name="connsiteY2-524" fmla="*/ 17498 h 1691715"/>
              <a:gd name="connsiteX3-525" fmla="*/ 11342509 w 11342509"/>
              <a:gd name="connsiteY3-526" fmla="*/ 74608 h 1691715"/>
              <a:gd name="connsiteX4-527" fmla="*/ 5643374 w 11342509"/>
              <a:gd name="connsiteY4-528" fmla="*/ 1691715 h 1691715"/>
              <a:gd name="connsiteX5-529" fmla="*/ 0 w 11342509"/>
              <a:gd name="connsiteY5-530" fmla="*/ 36855 h 1691715"/>
              <a:gd name="connsiteX6-531" fmla="*/ 276977 w 11342509"/>
              <a:gd name="connsiteY6-532" fmla="*/ 0 h 1691715"/>
              <a:gd name="connsiteX0-533" fmla="*/ 276977 w 11342509"/>
              <a:gd name="connsiteY0-534" fmla="*/ 0 h 1691715"/>
              <a:gd name="connsiteX1-535" fmla="*/ 5633646 w 11342509"/>
              <a:gd name="connsiteY1-536" fmla="*/ 1602546 h 1691715"/>
              <a:gd name="connsiteX2-537" fmla="*/ 11018020 w 11342509"/>
              <a:gd name="connsiteY2-538" fmla="*/ 17498 h 1691715"/>
              <a:gd name="connsiteX3-539" fmla="*/ 11342509 w 11342509"/>
              <a:gd name="connsiteY3-540" fmla="*/ 74608 h 1691715"/>
              <a:gd name="connsiteX4-541" fmla="*/ 5643374 w 11342509"/>
              <a:gd name="connsiteY4-542" fmla="*/ 1691715 h 1691715"/>
              <a:gd name="connsiteX5-543" fmla="*/ 0 w 11342509"/>
              <a:gd name="connsiteY5-544" fmla="*/ 36855 h 1691715"/>
              <a:gd name="connsiteX6-545" fmla="*/ 276977 w 11342509"/>
              <a:gd name="connsiteY6-546" fmla="*/ 0 h 1691715"/>
              <a:gd name="connsiteX0-547" fmla="*/ 276977 w 11342509"/>
              <a:gd name="connsiteY0-548" fmla="*/ 0 h 1691715"/>
              <a:gd name="connsiteX1-549" fmla="*/ 5633646 w 11342509"/>
              <a:gd name="connsiteY1-550" fmla="*/ 1602546 h 1691715"/>
              <a:gd name="connsiteX2-551" fmla="*/ 11047837 w 11342509"/>
              <a:gd name="connsiteY2-552" fmla="*/ 17498 h 1691715"/>
              <a:gd name="connsiteX3-553" fmla="*/ 11342509 w 11342509"/>
              <a:gd name="connsiteY3-554" fmla="*/ 74608 h 1691715"/>
              <a:gd name="connsiteX4-555" fmla="*/ 5643374 w 11342509"/>
              <a:gd name="connsiteY4-556" fmla="*/ 1691715 h 1691715"/>
              <a:gd name="connsiteX5-557" fmla="*/ 0 w 11342509"/>
              <a:gd name="connsiteY5-558" fmla="*/ 36855 h 1691715"/>
              <a:gd name="connsiteX6-559" fmla="*/ 276977 w 11342509"/>
              <a:gd name="connsiteY6-560" fmla="*/ 0 h 1691715"/>
              <a:gd name="connsiteX0-561" fmla="*/ 276977 w 11342509"/>
              <a:gd name="connsiteY0-562" fmla="*/ 0 h 1691715"/>
              <a:gd name="connsiteX1-563" fmla="*/ 5633646 w 11342509"/>
              <a:gd name="connsiteY1-564" fmla="*/ 1602546 h 1691715"/>
              <a:gd name="connsiteX2-565" fmla="*/ 11080494 w 11342509"/>
              <a:gd name="connsiteY2-566" fmla="*/ 17498 h 1691715"/>
              <a:gd name="connsiteX3-567" fmla="*/ 11342509 w 11342509"/>
              <a:gd name="connsiteY3-568" fmla="*/ 74608 h 1691715"/>
              <a:gd name="connsiteX4-569" fmla="*/ 5643374 w 11342509"/>
              <a:gd name="connsiteY4-570" fmla="*/ 1691715 h 1691715"/>
              <a:gd name="connsiteX5-571" fmla="*/ 0 w 11342509"/>
              <a:gd name="connsiteY5-572" fmla="*/ 36855 h 1691715"/>
              <a:gd name="connsiteX6-573" fmla="*/ 276977 w 11342509"/>
              <a:gd name="connsiteY6-574" fmla="*/ 0 h 1691715"/>
              <a:gd name="connsiteX0-575" fmla="*/ 276977 w 11342509"/>
              <a:gd name="connsiteY0-576" fmla="*/ 0 h 1691715"/>
              <a:gd name="connsiteX1-577" fmla="*/ 5633646 w 11342509"/>
              <a:gd name="connsiteY1-578" fmla="*/ 1602546 h 1691715"/>
              <a:gd name="connsiteX2-579" fmla="*/ 11080494 w 11342509"/>
              <a:gd name="connsiteY2-580" fmla="*/ 17498 h 1691715"/>
              <a:gd name="connsiteX3-581" fmla="*/ 11342509 w 11342509"/>
              <a:gd name="connsiteY3-582" fmla="*/ 74608 h 1691715"/>
              <a:gd name="connsiteX4-583" fmla="*/ 5643374 w 11342509"/>
              <a:gd name="connsiteY4-584" fmla="*/ 1691715 h 1691715"/>
              <a:gd name="connsiteX5-585" fmla="*/ 0 w 11342509"/>
              <a:gd name="connsiteY5-586" fmla="*/ 36855 h 1691715"/>
              <a:gd name="connsiteX6-587" fmla="*/ 276977 w 11342509"/>
              <a:gd name="connsiteY6-588" fmla="*/ 0 h 1691715"/>
              <a:gd name="connsiteX0-589" fmla="*/ 276977 w 11342509"/>
              <a:gd name="connsiteY0-590" fmla="*/ 0 h 1691715"/>
              <a:gd name="connsiteX1-591" fmla="*/ 5633646 w 11342509"/>
              <a:gd name="connsiteY1-592" fmla="*/ 1602546 h 1691715"/>
              <a:gd name="connsiteX2-593" fmla="*/ 11080494 w 11342509"/>
              <a:gd name="connsiteY2-594" fmla="*/ 17498 h 1691715"/>
              <a:gd name="connsiteX3-595" fmla="*/ 11342509 w 11342509"/>
              <a:gd name="connsiteY3-596" fmla="*/ 74608 h 1691715"/>
              <a:gd name="connsiteX4-597" fmla="*/ 5643374 w 11342509"/>
              <a:gd name="connsiteY4-598" fmla="*/ 1691715 h 1691715"/>
              <a:gd name="connsiteX5-599" fmla="*/ 0 w 11342509"/>
              <a:gd name="connsiteY5-600" fmla="*/ 36855 h 1691715"/>
              <a:gd name="connsiteX6-601" fmla="*/ 276977 w 11342509"/>
              <a:gd name="connsiteY6-602" fmla="*/ 0 h 1691715"/>
              <a:gd name="connsiteX0-603" fmla="*/ 276977 w 11342509"/>
              <a:gd name="connsiteY0-604" fmla="*/ 0 h 1691715"/>
              <a:gd name="connsiteX1-605" fmla="*/ 5643806 w 11342509"/>
              <a:gd name="connsiteY1-606" fmla="*/ 1602546 h 1691715"/>
              <a:gd name="connsiteX2-607" fmla="*/ 11080494 w 11342509"/>
              <a:gd name="connsiteY2-608" fmla="*/ 17498 h 1691715"/>
              <a:gd name="connsiteX3-609" fmla="*/ 11342509 w 11342509"/>
              <a:gd name="connsiteY3-610" fmla="*/ 74608 h 1691715"/>
              <a:gd name="connsiteX4-611" fmla="*/ 5643374 w 11342509"/>
              <a:gd name="connsiteY4-612" fmla="*/ 1691715 h 1691715"/>
              <a:gd name="connsiteX5-613" fmla="*/ 0 w 11342509"/>
              <a:gd name="connsiteY5-614" fmla="*/ 36855 h 1691715"/>
              <a:gd name="connsiteX6-615" fmla="*/ 276977 w 11342509"/>
              <a:gd name="connsiteY6-616" fmla="*/ 0 h 1691715"/>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Lst>
            <a:rect l="l" t="t" r="r" b="b"/>
            <a:pathLst>
              <a:path w="11342509" h="1691715">
                <a:moveTo>
                  <a:pt x="276977" y="0"/>
                </a:moveTo>
                <a:cubicBezTo>
                  <a:pt x="2111519" y="662089"/>
                  <a:pt x="3847364" y="1159532"/>
                  <a:pt x="5643806" y="1602546"/>
                </a:cubicBezTo>
                <a:cubicBezTo>
                  <a:pt x="7519826" y="1121230"/>
                  <a:pt x="9471175" y="643464"/>
                  <a:pt x="11080494" y="17498"/>
                </a:cubicBezTo>
                <a:lnTo>
                  <a:pt x="11342509" y="74608"/>
                </a:lnTo>
                <a:cubicBezTo>
                  <a:pt x="9170201" y="663537"/>
                  <a:pt x="7834732" y="1188511"/>
                  <a:pt x="5643374" y="1691715"/>
                </a:cubicBezTo>
                <a:cubicBezTo>
                  <a:pt x="3393042" y="1200874"/>
                  <a:pt x="2250332" y="651521"/>
                  <a:pt x="0" y="36855"/>
                </a:cubicBezTo>
                <a:lnTo>
                  <a:pt x="276977"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a:blip r:embed="rId3" cstate="screen"/>
          <a:stretch>
            <a:fillRect/>
          </a:stretch>
        </p:blipFill>
        <p:spPr>
          <a:xfrm>
            <a:off x="4453730" y="4619682"/>
            <a:ext cx="3284503" cy="722193"/>
          </a:xfrm>
          <a:prstGeom prst="rect">
            <a:avLst/>
          </a:prstGeom>
        </p:spPr>
      </p:pic>
    </p:spTree>
  </p:cSld>
  <p:clrMapOvr>
    <a:masterClrMapping/>
  </p:clrMapOvr>
  <p:transition spd="med">
    <p:fade/>
  </p:transition>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封面样式8">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screen"/>
          <a:srcRect b="7394"/>
          <a:stretch>
            <a:fillRect/>
          </a:stretch>
        </p:blipFill>
        <p:spPr>
          <a:xfrm>
            <a:off x="-3165" y="0"/>
            <a:ext cx="12191980" cy="6858000"/>
          </a:xfrm>
          <a:prstGeom prst="rect">
            <a:avLst/>
          </a:prstGeom>
        </p:spPr>
      </p:pic>
      <p:sp>
        <p:nvSpPr>
          <p:cNvPr id="5" name="矩形 4"/>
          <p:cNvSpPr/>
          <p:nvPr userDrawn="1"/>
        </p:nvSpPr>
        <p:spPr>
          <a:xfrm>
            <a:off x="10" y="1"/>
            <a:ext cx="12191980" cy="6857994"/>
          </a:xfrm>
          <a:prstGeom prst="rect">
            <a:avLst/>
          </a:prstGeom>
          <a:gradFill>
            <a:gsLst>
              <a:gs pos="0">
                <a:schemeClr val="accent1">
                  <a:alpha val="90000"/>
                  <a:lumMod val="85000"/>
                </a:schemeClr>
              </a:gs>
              <a:gs pos="50000">
                <a:schemeClr val="accent1">
                  <a:alpha val="90000"/>
                  <a:lumMod val="85000"/>
                </a:schemeClr>
              </a:gs>
              <a:gs pos="100000">
                <a:schemeClr val="accent1">
                  <a:alpha val="90000"/>
                  <a:lumMod val="85000"/>
                </a:schemeClr>
              </a:gs>
            </a:gsLst>
            <a:lin ang="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20000"/>
              </a:lnSpc>
              <a:spcAft>
                <a:spcPts val="100"/>
              </a:spcAft>
              <a:buFontTx/>
              <a:buNone/>
            </a:pPr>
            <a:endParaRPr lang="zh-CN" altLang="en-US"/>
          </a:p>
        </p:txBody>
      </p:sp>
      <p:sp>
        <p:nvSpPr>
          <p:cNvPr id="6" name="文本占位符 10"/>
          <p:cNvSpPr>
            <a:spLocks noGrp="1"/>
          </p:cNvSpPr>
          <p:nvPr>
            <p:ph type="body" sz="quarter" idx="11" hasCustomPrompt="1"/>
          </p:nvPr>
        </p:nvSpPr>
        <p:spPr>
          <a:xfrm>
            <a:off x="1572100" y="3028371"/>
            <a:ext cx="9041450" cy="911074"/>
          </a:xfrm>
        </p:spPr>
        <p:txBody>
          <a:bodyPr/>
          <a:lstStyle>
            <a:lvl1pPr marL="0" indent="0" algn="ctr">
              <a:buFontTx/>
              <a:buNone/>
              <a:defRPr sz="4800" b="1">
                <a:solidFill>
                  <a:schemeClr val="bg1"/>
                </a:solidFill>
                <a:latin typeface="+mn-ea"/>
                <a:ea typeface="+mn-ea"/>
              </a:defRPr>
            </a:lvl1pPr>
          </a:lstStyle>
          <a:p>
            <a:r>
              <a:rPr lang="zh-CN" altLang="en-US" dirty="0"/>
              <a:t>北京理工大学毕业答辩</a:t>
            </a:r>
            <a:r>
              <a:rPr lang="en-US" altLang="zh-CN" dirty="0"/>
              <a:t>PPT</a:t>
            </a:r>
            <a:r>
              <a:rPr lang="zh-CN" altLang="en-US" dirty="0"/>
              <a:t>模板</a:t>
            </a:r>
          </a:p>
        </p:txBody>
      </p:sp>
      <p:pic>
        <p:nvPicPr>
          <p:cNvPr id="11" name="图片 10"/>
          <p:cNvPicPr>
            <a:picLocks noChangeAspect="1"/>
          </p:cNvPicPr>
          <p:nvPr userDrawn="1"/>
        </p:nvPicPr>
        <p:blipFill>
          <a:blip r:embed="rId3" cstate="screen"/>
          <a:stretch>
            <a:fillRect/>
          </a:stretch>
        </p:blipFill>
        <p:spPr>
          <a:xfrm>
            <a:off x="3767417" y="1018488"/>
            <a:ext cx="4650816" cy="130177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userDrawn="1">
  <p:cSld name="封面样式9-首页">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screen"/>
          <a:stretch>
            <a:fillRect/>
          </a:stretch>
        </p:blipFill>
        <p:spPr>
          <a:xfrm>
            <a:off x="0" y="81566"/>
            <a:ext cx="12192000" cy="3244934"/>
          </a:xfrm>
          <a:prstGeom prst="rect">
            <a:avLst/>
          </a:prstGeom>
        </p:spPr>
      </p:pic>
      <p:sp>
        <p:nvSpPr>
          <p:cNvPr id="3" name="矩形 2"/>
          <p:cNvSpPr/>
          <p:nvPr userDrawn="1"/>
        </p:nvSpPr>
        <p:spPr>
          <a:xfrm>
            <a:off x="0" y="3317875"/>
            <a:ext cx="12192000" cy="35401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6" name="图片 66"/>
          <p:cNvPicPr>
            <a:picLocks noChangeAspect="1"/>
          </p:cNvPicPr>
          <p:nvPr userDrawn="1"/>
        </p:nvPicPr>
        <p:blipFill>
          <a:blip r:embed="rId3" cstate="screen"/>
          <a:stretch>
            <a:fillRect/>
          </a:stretch>
        </p:blipFill>
        <p:spPr bwMode="auto">
          <a:xfrm>
            <a:off x="9790632" y="109143"/>
            <a:ext cx="2286546" cy="29753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 name="图片 7"/>
          <p:cNvPicPr>
            <a:picLocks noChangeAspect="1"/>
          </p:cNvPicPr>
          <p:nvPr userDrawn="1"/>
        </p:nvPicPr>
        <p:blipFill>
          <a:blip r:embed="rId4" cstate="screen"/>
          <a:stretch>
            <a:fillRect/>
          </a:stretch>
        </p:blipFill>
        <p:spPr>
          <a:xfrm>
            <a:off x="224285" y="-494144"/>
            <a:ext cx="3165893" cy="4124368"/>
          </a:xfrm>
          <a:prstGeom prst="rect">
            <a:avLst/>
          </a:prstGeom>
        </p:spPr>
      </p:pic>
    </p:spTree>
  </p:cSld>
  <p:clrMapOvr>
    <a:masterClrMapping/>
  </p:clrMapOvr>
  <p:transition spd="med">
    <p:fade/>
  </p:transition>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封面样式9-尾页">
    <p:spTree>
      <p:nvGrpSpPr>
        <p:cNvPr id="1" name=""/>
        <p:cNvGrpSpPr/>
        <p:nvPr/>
      </p:nvGrpSpPr>
      <p:grpSpPr>
        <a:xfrm>
          <a:off x="0" y="0"/>
          <a:ext cx="0" cy="0"/>
          <a:chOff x="0" y="0"/>
          <a:chExt cx="0" cy="0"/>
        </a:xfrm>
      </p:grpSpPr>
      <p:grpSp>
        <p:nvGrpSpPr>
          <p:cNvPr id="2" name="组合 1"/>
          <p:cNvGrpSpPr/>
          <p:nvPr userDrawn="1"/>
        </p:nvGrpSpPr>
        <p:grpSpPr>
          <a:xfrm>
            <a:off x="0" y="0"/>
            <a:ext cx="12192000" cy="5089582"/>
            <a:chOff x="0" y="0"/>
            <a:chExt cx="12192000" cy="5089582"/>
          </a:xfrm>
          <a:solidFill>
            <a:schemeClr val="accent1"/>
          </a:solidFill>
        </p:grpSpPr>
        <p:sp>
          <p:nvSpPr>
            <p:cNvPr id="3" name="等腰三角形 2"/>
            <p:cNvSpPr/>
            <p:nvPr/>
          </p:nvSpPr>
          <p:spPr>
            <a:xfrm flipV="1">
              <a:off x="0" y="4123423"/>
              <a:ext cx="12192000" cy="966159"/>
            </a:xfrm>
            <a:prstGeom prst="triangle">
              <a:avLst/>
            </a:prstGeom>
            <a:grpFill/>
            <a:ln>
              <a:noFill/>
            </a:ln>
            <a:effectLst>
              <a:outerShdw blurRad="76200" dist="12700" dir="5400000" sx="103000" sy="103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0" y="0"/>
              <a:ext cx="12192000" cy="4123423"/>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 name="组合 4"/>
          <p:cNvGrpSpPr/>
          <p:nvPr userDrawn="1"/>
        </p:nvGrpSpPr>
        <p:grpSpPr>
          <a:xfrm>
            <a:off x="1866428" y="1872369"/>
            <a:ext cx="8481919" cy="863927"/>
            <a:chOff x="1797415" y="1328902"/>
            <a:chExt cx="8481919" cy="863927"/>
          </a:xfrm>
        </p:grpSpPr>
        <p:grpSp>
          <p:nvGrpSpPr>
            <p:cNvPr id="6" name="组合 5"/>
            <p:cNvGrpSpPr/>
            <p:nvPr/>
          </p:nvGrpSpPr>
          <p:grpSpPr>
            <a:xfrm>
              <a:off x="6886532" y="1337094"/>
              <a:ext cx="3392802" cy="846135"/>
              <a:chOff x="10340336" y="2247899"/>
              <a:chExt cx="2724438" cy="679451"/>
            </a:xfrm>
          </p:grpSpPr>
          <p:sp>
            <p:nvSpPr>
              <p:cNvPr id="2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2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nvGrpSpPr>
              <p:cNvPr id="22" name="组合 21"/>
              <p:cNvGrpSpPr/>
              <p:nvPr/>
            </p:nvGrpSpPr>
            <p:grpSpPr>
              <a:xfrm>
                <a:off x="10340336" y="2247899"/>
                <a:ext cx="547688" cy="679451"/>
                <a:chOff x="5548313" y="2084388"/>
                <a:chExt cx="547688" cy="679451"/>
              </a:xfrm>
              <a:solidFill>
                <a:schemeClr val="bg1"/>
              </a:solidFill>
            </p:grpSpPr>
            <p:sp>
              <p:nvSpPr>
                <p:cNvPr id="2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3" name="组合 22"/>
              <p:cNvGrpSpPr/>
              <p:nvPr/>
            </p:nvGrpSpPr>
            <p:grpSpPr>
              <a:xfrm>
                <a:off x="11192276" y="2400300"/>
                <a:ext cx="322175" cy="373063"/>
                <a:chOff x="3792874" y="3138488"/>
                <a:chExt cx="322175" cy="373063"/>
              </a:xfrm>
              <a:solidFill>
                <a:schemeClr val="bg1"/>
              </a:solidFill>
            </p:grpSpPr>
            <p:sp>
              <p:nvSpPr>
                <p:cNvPr id="2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7" name="组合 6"/>
            <p:cNvGrpSpPr/>
            <p:nvPr/>
          </p:nvGrpSpPr>
          <p:grpSpPr>
            <a:xfrm>
              <a:off x="1797415" y="1328902"/>
              <a:ext cx="3445163" cy="863927"/>
              <a:chOff x="6738929" y="2270918"/>
              <a:chExt cx="2766486" cy="693738"/>
            </a:xfrm>
          </p:grpSpPr>
          <p:grpSp>
            <p:nvGrpSpPr>
              <p:cNvPr id="8" name="组合 7"/>
              <p:cNvGrpSpPr/>
              <p:nvPr/>
            </p:nvGrpSpPr>
            <p:grpSpPr>
              <a:xfrm>
                <a:off x="8180494" y="2355056"/>
                <a:ext cx="484188" cy="509588"/>
                <a:chOff x="6113463" y="3541713"/>
                <a:chExt cx="484188" cy="509588"/>
              </a:xfrm>
              <a:solidFill>
                <a:schemeClr val="bg1"/>
              </a:solidFill>
            </p:grpSpPr>
            <p:sp>
              <p:nvSpPr>
                <p:cNvPr id="1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 name="组合 8"/>
              <p:cNvGrpSpPr/>
              <p:nvPr/>
            </p:nvGrpSpPr>
            <p:grpSpPr>
              <a:xfrm>
                <a:off x="6738929" y="2270918"/>
                <a:ext cx="549275" cy="693738"/>
                <a:chOff x="6108700" y="2066926"/>
                <a:chExt cx="549275" cy="693738"/>
              </a:xfrm>
              <a:solidFill>
                <a:schemeClr val="bg1"/>
              </a:solidFill>
            </p:grpSpPr>
            <p:sp>
              <p:nvSpPr>
                <p:cNvPr id="1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0" name="组合 9"/>
              <p:cNvGrpSpPr/>
              <p:nvPr/>
            </p:nvGrpSpPr>
            <p:grpSpPr>
              <a:xfrm>
                <a:off x="7532962" y="2451100"/>
                <a:ext cx="368300" cy="317500"/>
                <a:chOff x="6186488" y="2930526"/>
                <a:chExt cx="368300" cy="317500"/>
              </a:xfrm>
              <a:solidFill>
                <a:schemeClr val="bg1"/>
              </a:solidFill>
            </p:grpSpPr>
            <p:sp>
              <p:nvSpPr>
                <p:cNvPr id="1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sp>
            <p:nvSpPr>
              <p:cNvPr id="1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solidFill>
                <a:schemeClr val="bg1"/>
              </a:solid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69.xml><?xml version="1.0" encoding="utf-8"?>
<p:sldLayout xmlns:a="http://schemas.openxmlformats.org/drawingml/2006/main" xmlns:r="http://schemas.openxmlformats.org/officeDocument/2006/relationships" xmlns:p="http://schemas.openxmlformats.org/presentationml/2006/main" type="blank" preserve="1">
  <p:cSld name="目录样式1">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a:stretch>
            <a:fillRect/>
          </a:stretch>
        </p:blipFill>
        <p:spPr>
          <a:xfrm>
            <a:off x="0" y="567"/>
            <a:ext cx="5022689" cy="6857433"/>
          </a:xfrm>
          <a:prstGeom prst="rect">
            <a:avLst/>
          </a:prstGeom>
        </p:spPr>
      </p:pic>
      <p:sp>
        <p:nvSpPr>
          <p:cNvPr id="3" name="矩形 白1"/>
          <p:cNvSpPr/>
          <p:nvPr userDrawn="1"/>
        </p:nvSpPr>
        <p:spPr>
          <a:xfrm rot="5400000">
            <a:off x="-917658" y="918223"/>
            <a:ext cx="6858002" cy="5022690"/>
          </a:xfrm>
          <a:prstGeom prst="rect">
            <a:avLst/>
          </a:prstGeom>
          <a:gradFill flip="none" rotWithShape="1">
            <a:gsLst>
              <a:gs pos="50000">
                <a:schemeClr val="bg1">
                  <a:alpha val="50000"/>
                </a:schemeClr>
              </a:gs>
              <a:gs pos="0">
                <a:schemeClr val="bg1"/>
              </a:gs>
              <a:gs pos="100000">
                <a:srgbClr val="FFFFFF">
                  <a:alpha val="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dirty="0">
              <a:cs typeface="+mn-ea"/>
              <a:sym typeface="+mn-lt"/>
            </a:endParaRPr>
          </a:p>
        </p:txBody>
      </p:sp>
    </p:spTree>
  </p:cSld>
  <p:clrMapOvr>
    <a:masterClrMapping/>
  </p:clrMapOvr>
  <p:transition spd="med">
    <p:fade/>
  </p:transition>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目录样式2-1">
    <p:spTree>
      <p:nvGrpSpPr>
        <p:cNvPr id="1" name=""/>
        <p:cNvGrpSpPr/>
        <p:nvPr/>
      </p:nvGrpSpPr>
      <p:grpSpPr>
        <a:xfrm>
          <a:off x="0" y="0"/>
          <a:ext cx="0" cy="0"/>
          <a:chOff x="0" y="0"/>
          <a:chExt cx="0" cy="0"/>
        </a:xfrm>
      </p:grpSpPr>
      <p:sp>
        <p:nvSpPr>
          <p:cNvPr id="5" name="矩形 4"/>
          <p:cNvSpPr/>
          <p:nvPr userDrawn="1"/>
        </p:nvSpPr>
        <p:spPr>
          <a:xfrm>
            <a:off x="0" y="2289050"/>
            <a:ext cx="12192001" cy="19685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 name="图片 1"/>
          <p:cNvPicPr>
            <a:picLocks noChangeAspect="1"/>
          </p:cNvPicPr>
          <p:nvPr userDrawn="1"/>
        </p:nvPicPr>
        <p:blipFill rotWithShape="1">
          <a:blip r:embed="rId2" cstate="screen"/>
          <a:srcRect t="15558" b="38705"/>
          <a:stretch>
            <a:fillRect/>
          </a:stretch>
        </p:blipFill>
        <p:spPr>
          <a:xfrm>
            <a:off x="1" y="0"/>
            <a:ext cx="12192000" cy="2290219"/>
          </a:xfrm>
          <a:prstGeom prst="rect">
            <a:avLst/>
          </a:prstGeom>
        </p:spPr>
      </p:pic>
      <p:sp>
        <p:nvSpPr>
          <p:cNvPr id="10" name="矩形 9"/>
          <p:cNvSpPr/>
          <p:nvPr userDrawn="1"/>
        </p:nvSpPr>
        <p:spPr>
          <a:xfrm>
            <a:off x="-1" y="-7884"/>
            <a:ext cx="12192001" cy="2298103"/>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1" name="图片 10"/>
          <p:cNvPicPr>
            <a:picLocks noChangeAspect="1"/>
          </p:cNvPicPr>
          <p:nvPr userDrawn="1"/>
        </p:nvPicPr>
        <p:blipFill>
          <a:blip r:embed="rId3" cstate="screen"/>
          <a:stretch>
            <a:fillRect/>
          </a:stretch>
        </p:blipFill>
        <p:spPr>
          <a:xfrm>
            <a:off x="5024353" y="841210"/>
            <a:ext cx="2143294" cy="599913"/>
          </a:xfrm>
          <a:prstGeom prst="rect">
            <a:avLst/>
          </a:prstGeom>
        </p:spPr>
      </p:pic>
      <p:cxnSp>
        <p:nvCxnSpPr>
          <p:cNvPr id="4" name="直接连接符 3"/>
          <p:cNvCxnSpPr/>
          <p:nvPr userDrawn="1"/>
        </p:nvCxnSpPr>
        <p:spPr>
          <a:xfrm>
            <a:off x="-81481" y="2289050"/>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目录样式2-2">
    <p:spTree>
      <p:nvGrpSpPr>
        <p:cNvPr id="1" name=""/>
        <p:cNvGrpSpPr/>
        <p:nvPr/>
      </p:nvGrpSpPr>
      <p:grpSpPr>
        <a:xfrm>
          <a:off x="0" y="0"/>
          <a:ext cx="0" cy="0"/>
          <a:chOff x="0" y="0"/>
          <a:chExt cx="0" cy="0"/>
        </a:xfrm>
      </p:grpSpPr>
      <p:sp>
        <p:nvSpPr>
          <p:cNvPr id="6" name="PA-矩形 7"/>
          <p:cNvSpPr/>
          <p:nvPr userDrawn="1">
            <p:custDataLst>
              <p:tags r:id="rId1"/>
            </p:custDataLst>
          </p:nvPr>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 name="PA-矩形 7"/>
          <p:cNvSpPr/>
          <p:nvPr userDrawn="1">
            <p:custDataLst>
              <p:tags r:id="rId2"/>
            </p:custDataLst>
          </p:nvPr>
        </p:nvSpPr>
        <p:spPr>
          <a:xfrm>
            <a:off x="0" y="0"/>
            <a:ext cx="12192000" cy="6858000"/>
          </a:xfrm>
          <a:prstGeom prst="rect">
            <a:avLst/>
          </a:prstGeom>
          <a:gradFill flip="none" rotWithShape="1">
            <a:gsLst>
              <a:gs pos="0">
                <a:schemeClr val="accent1">
                  <a:alpha val="0"/>
                </a:schemeClr>
              </a:gs>
              <a:gs pos="52200">
                <a:schemeClr val="accent1"/>
              </a:gs>
              <a:gs pos="100000">
                <a:schemeClr val="accent1">
                  <a:alpha val="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cxnSp>
        <p:nvCxnSpPr>
          <p:cNvPr id="4" name="直接连接符 3"/>
          <p:cNvCxnSpPr/>
          <p:nvPr userDrawn="1"/>
        </p:nvCxnSpPr>
        <p:spPr>
          <a:xfrm>
            <a:off x="5723340" y="1294827"/>
            <a:ext cx="74531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 name="直接连接符 4"/>
          <p:cNvCxnSpPr/>
          <p:nvPr userDrawn="1"/>
        </p:nvCxnSpPr>
        <p:spPr>
          <a:xfrm>
            <a:off x="5723340" y="5613415"/>
            <a:ext cx="74531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图片 12"/>
          <p:cNvPicPr>
            <a:picLocks noChangeAspect="1"/>
          </p:cNvPicPr>
          <p:nvPr userDrawn="1"/>
        </p:nvPicPr>
        <p:blipFill rotWithShape="1">
          <a:blip r:embed="rId4" cstate="screen"/>
          <a:srcRect l="49471"/>
          <a:stretch>
            <a:fillRect/>
          </a:stretch>
        </p:blipFill>
        <p:spPr>
          <a:xfrm>
            <a:off x="-34506" y="163259"/>
            <a:ext cx="3298317" cy="6531481"/>
          </a:xfrm>
          <a:prstGeom prst="rect">
            <a:avLst/>
          </a:prstGeom>
        </p:spPr>
      </p:pic>
      <p:pic>
        <p:nvPicPr>
          <p:cNvPr id="14" name="图片 13"/>
          <p:cNvPicPr>
            <a:picLocks noChangeAspect="1"/>
          </p:cNvPicPr>
          <p:nvPr userDrawn="1"/>
        </p:nvPicPr>
        <p:blipFill rotWithShape="1">
          <a:blip r:embed="rId4" cstate="screen"/>
          <a:srcRect r="49912"/>
          <a:stretch>
            <a:fillRect/>
          </a:stretch>
        </p:blipFill>
        <p:spPr>
          <a:xfrm>
            <a:off x="8928190" y="163258"/>
            <a:ext cx="3269562" cy="6531481"/>
          </a:xfrm>
          <a:prstGeom prst="rect">
            <a:avLst/>
          </a:prstGeom>
        </p:spPr>
      </p:pic>
    </p:spTree>
  </p:cSld>
  <p:clrMapOvr>
    <a:masterClrMapping/>
  </p:clrMapOvr>
  <p:transition spd="med">
    <p:fade/>
  </p:transition>
</p:sldLayout>
</file>

<file path=ppt/slideLayouts/slideLayout72.xml><?xml version="1.0" encoding="utf-8"?>
<p:sldLayout xmlns:a="http://schemas.openxmlformats.org/drawingml/2006/main" xmlns:r="http://schemas.openxmlformats.org/officeDocument/2006/relationships" xmlns:p="http://schemas.openxmlformats.org/presentationml/2006/main" userDrawn="1">
  <p:cSld name="目录样式3-1">
    <p:spTree>
      <p:nvGrpSpPr>
        <p:cNvPr id="1" name=""/>
        <p:cNvGrpSpPr/>
        <p:nvPr/>
      </p:nvGrpSpPr>
      <p:grpSpPr>
        <a:xfrm>
          <a:off x="0" y="0"/>
          <a:ext cx="0" cy="0"/>
          <a:chOff x="0" y="0"/>
          <a:chExt cx="0" cy="0"/>
        </a:xfrm>
      </p:grpSpPr>
      <p:sp>
        <p:nvSpPr>
          <p:cNvPr id="8" name="文本框 7"/>
          <p:cNvSpPr txBox="1"/>
          <p:nvPr userDrawn="1"/>
        </p:nvSpPr>
        <p:spPr>
          <a:xfrm rot="16200000">
            <a:off x="-1538864" y="2653429"/>
            <a:ext cx="5229637" cy="1323439"/>
          </a:xfrm>
          <a:prstGeom prst="rect">
            <a:avLst/>
          </a:prstGeom>
          <a:noFill/>
        </p:spPr>
        <p:txBody>
          <a:bodyPr wrap="none" rtlCol="0">
            <a:spAutoFit/>
          </a:bodyPr>
          <a:lstStyle/>
          <a:p>
            <a:r>
              <a:rPr lang="en-US" altLang="zh-CN" sz="8000" b="1" spc="50" dirty="0">
                <a:solidFill>
                  <a:schemeClr val="bg1">
                    <a:lumMod val="85000"/>
                  </a:schemeClr>
                </a:solidFill>
                <a:latin typeface="+mj-lt"/>
              </a:rPr>
              <a:t>Contents</a:t>
            </a:r>
            <a:r>
              <a:rPr lang="en-US" altLang="zh-CN" sz="4400" b="1" spc="50" dirty="0">
                <a:solidFill>
                  <a:schemeClr val="accent4"/>
                </a:solidFill>
                <a:latin typeface="+mj-lt"/>
              </a:rPr>
              <a:t>■</a:t>
            </a:r>
            <a:endParaRPr lang="zh-CN" altLang="en-US" sz="4400" b="1" spc="50" dirty="0">
              <a:solidFill>
                <a:schemeClr val="accent4"/>
              </a:solidFill>
              <a:latin typeface="+mj-lt"/>
            </a:endParaRPr>
          </a:p>
        </p:txBody>
      </p:sp>
      <p:sp>
        <p:nvSpPr>
          <p:cNvPr id="9" name="文本框 8"/>
          <p:cNvSpPr txBox="1"/>
          <p:nvPr userDrawn="1"/>
        </p:nvSpPr>
        <p:spPr>
          <a:xfrm>
            <a:off x="1116549" y="3752395"/>
            <a:ext cx="738664" cy="2246769"/>
          </a:xfrm>
          <a:prstGeom prst="rect">
            <a:avLst/>
          </a:prstGeom>
          <a:noFill/>
        </p:spPr>
        <p:txBody>
          <a:bodyPr vert="eaVert" wrap="none" rtlCol="0">
            <a:spAutoFit/>
          </a:bodyPr>
          <a:lstStyle/>
          <a:p>
            <a:r>
              <a:rPr lang="zh-CN" altLang="en-US" sz="3600" b="1" spc="600" dirty="0">
                <a:solidFill>
                  <a:schemeClr val="accent1"/>
                </a:solidFill>
              </a:rPr>
              <a:t>结构大纲</a:t>
            </a:r>
          </a:p>
        </p:txBody>
      </p:sp>
      <p:sp>
        <p:nvSpPr>
          <p:cNvPr id="12" name="文本框 11"/>
          <p:cNvSpPr txBox="1"/>
          <p:nvPr userDrawn="1"/>
        </p:nvSpPr>
        <p:spPr>
          <a:xfrm>
            <a:off x="9519824" y="6600901"/>
            <a:ext cx="2523448" cy="246221"/>
          </a:xfrm>
          <a:prstGeom prst="rect">
            <a:avLst/>
          </a:prstGeom>
          <a:noFill/>
        </p:spPr>
        <p:txBody>
          <a:bodyPr wrap="none" rtlCol="0">
            <a:spAutoFit/>
          </a:bodyPr>
          <a:lstStyle/>
          <a:p>
            <a:pPr algn="r"/>
            <a:r>
              <a:rPr lang="en-US" altLang="zh-CN" sz="1000" spc="0" dirty="0">
                <a:solidFill>
                  <a:schemeClr val="bg1"/>
                </a:solidFill>
                <a:latin typeface="Arial" panose="020B0604020202020204" pitchFamily="34" charset="0"/>
                <a:ea typeface="微软雅黑" panose="020B0503020204020204" pitchFamily="34" charset="-122"/>
                <a:cs typeface="Arial" panose="020B0604020202020204" pitchFamily="34" charset="0"/>
              </a:rPr>
              <a:t>BEIJING</a:t>
            </a:r>
            <a:r>
              <a:rPr lang="en-US" altLang="zh-CN" sz="1000" spc="0" baseline="0" dirty="0">
                <a:solidFill>
                  <a:schemeClr val="bg1"/>
                </a:solidFill>
                <a:latin typeface="Arial" panose="020B0604020202020204" pitchFamily="34" charset="0"/>
                <a:ea typeface="微软雅黑" panose="020B0503020204020204" pitchFamily="34" charset="-122"/>
                <a:cs typeface="Arial" panose="020B0604020202020204" pitchFamily="34" charset="0"/>
              </a:rPr>
              <a:t> INSTITUTE OF TECHNOLOGY</a:t>
            </a:r>
            <a:endParaRPr lang="zh-CN" altLang="en-US" sz="1000" spc="0" dirty="0">
              <a:solidFill>
                <a:schemeClr val="bg1"/>
              </a:solidFill>
              <a:latin typeface="Arial" panose="020B0604020202020204" pitchFamily="34" charset="0"/>
              <a:ea typeface="微软雅黑" panose="020B0503020204020204" pitchFamily="34" charset="-122"/>
              <a:cs typeface="Arial" panose="020B0604020202020204" pitchFamily="34" charset="0"/>
            </a:endParaRPr>
          </a:p>
        </p:txBody>
      </p:sp>
      <p:pic>
        <p:nvPicPr>
          <p:cNvPr id="57" name="图片 56"/>
          <p:cNvPicPr>
            <a:picLocks noChangeAspect="1"/>
          </p:cNvPicPr>
          <p:nvPr userDrawn="1"/>
        </p:nvPicPr>
        <p:blipFill>
          <a:blip r:embed="rId2" cstate="screen"/>
          <a:stretch>
            <a:fillRect/>
          </a:stretch>
        </p:blipFill>
        <p:spPr>
          <a:xfrm>
            <a:off x="10041148" y="78493"/>
            <a:ext cx="2025400" cy="566914"/>
          </a:xfrm>
          <a:prstGeom prst="rect">
            <a:avLst/>
          </a:prstGeom>
        </p:spPr>
      </p:pic>
      <p:sp>
        <p:nvSpPr>
          <p:cNvPr id="82" name="任意多边形: 形状 59"/>
          <p:cNvSpPr/>
          <p:nvPr userDrawn="1"/>
        </p:nvSpPr>
        <p:spPr>
          <a:xfrm flipH="1">
            <a:off x="-1352550" y="-2"/>
            <a:ext cx="13544548" cy="1057277"/>
          </a:xfrm>
          <a:custGeom>
            <a:avLst/>
            <a:gdLst>
              <a:gd name="connsiteX0" fmla="*/ 12192000 w 12192000"/>
              <a:gd name="connsiteY0" fmla="*/ 0 h 723900"/>
              <a:gd name="connsiteX1" fmla="*/ 2755900 w 12192000"/>
              <a:gd name="connsiteY1" fmla="*/ 0 h 723900"/>
              <a:gd name="connsiteX2" fmla="*/ 4 w 12192000"/>
              <a:gd name="connsiteY2" fmla="*/ 0 h 723900"/>
              <a:gd name="connsiteX3" fmla="*/ 0 w 12192000"/>
              <a:gd name="connsiteY3" fmla="*/ 0 h 723900"/>
              <a:gd name="connsiteX4" fmla="*/ 0 w 12192000"/>
              <a:gd name="connsiteY4" fmla="*/ 723900 h 723900"/>
              <a:gd name="connsiteX5" fmla="*/ 1987354 w 12192000"/>
              <a:gd name="connsiteY5" fmla="*/ 723900 h 723900"/>
              <a:gd name="connsiteX6" fmla="*/ 2038350 w 12192000"/>
              <a:gd name="connsiteY6" fmla="*/ 717550 h 723900"/>
              <a:gd name="connsiteX7" fmla="*/ 2753650 w 12192000"/>
              <a:gd name="connsiteY7" fmla="*/ 288000 h 723900"/>
              <a:gd name="connsiteX8" fmla="*/ 12192000 w 12192000"/>
              <a:gd name="connsiteY8" fmla="*/ 288000 h 72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723900">
                <a:moveTo>
                  <a:pt x="12192000" y="0"/>
                </a:moveTo>
                <a:lnTo>
                  <a:pt x="2755900" y="0"/>
                </a:lnTo>
                <a:lnTo>
                  <a:pt x="4" y="0"/>
                </a:lnTo>
                <a:lnTo>
                  <a:pt x="0" y="0"/>
                </a:lnTo>
                <a:lnTo>
                  <a:pt x="0" y="723900"/>
                </a:lnTo>
                <a:lnTo>
                  <a:pt x="1987354" y="723900"/>
                </a:lnTo>
                <a:lnTo>
                  <a:pt x="2038350" y="717550"/>
                </a:lnTo>
                <a:cubicBezTo>
                  <a:pt x="2497291" y="642783"/>
                  <a:pt x="2432975" y="321492"/>
                  <a:pt x="2753650" y="288000"/>
                </a:cubicBezTo>
                <a:cubicBezTo>
                  <a:pt x="3074325" y="254508"/>
                  <a:pt x="9045883" y="288000"/>
                  <a:pt x="12192000" y="288000"/>
                </a:cubicBezTo>
                <a:close/>
              </a:path>
            </a:pathLst>
          </a:custGeom>
          <a:gradFill>
            <a:gsLst>
              <a:gs pos="0">
                <a:schemeClr val="accent1"/>
              </a:gs>
              <a:gs pos="100000">
                <a:schemeClr val="accent1">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83" name="图片 82"/>
          <p:cNvPicPr>
            <a:picLocks noChangeAspect="1"/>
          </p:cNvPicPr>
          <p:nvPr userDrawn="1"/>
        </p:nvPicPr>
        <p:blipFill>
          <a:blip r:embed="rId2" cstate="screen"/>
          <a:stretch>
            <a:fillRect/>
          </a:stretch>
        </p:blipFill>
        <p:spPr>
          <a:xfrm>
            <a:off x="9793498" y="249943"/>
            <a:ext cx="2025400" cy="566914"/>
          </a:xfrm>
          <a:prstGeom prst="rect">
            <a:avLst/>
          </a:prstGeom>
        </p:spPr>
      </p:pic>
      <p:sp>
        <p:nvSpPr>
          <p:cNvPr id="84" name="矩形 83"/>
          <p:cNvSpPr/>
          <p:nvPr userDrawn="1"/>
        </p:nvSpPr>
        <p:spPr>
          <a:xfrm>
            <a:off x="0" y="6188075"/>
            <a:ext cx="12192000" cy="669925"/>
          </a:xfrm>
          <a:prstGeom prst="rect">
            <a:avLst/>
          </a:prstGeom>
          <a:gradFill>
            <a:gsLst>
              <a:gs pos="0">
                <a:schemeClr val="accent4"/>
              </a:gs>
              <a:gs pos="10000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5" name="组合 84"/>
          <p:cNvGrpSpPr/>
          <p:nvPr userDrawn="1"/>
        </p:nvGrpSpPr>
        <p:grpSpPr>
          <a:xfrm>
            <a:off x="598941" y="6399999"/>
            <a:ext cx="2542613" cy="276499"/>
            <a:chOff x="598941" y="6399999"/>
            <a:chExt cx="2542613" cy="276499"/>
          </a:xfrm>
          <a:solidFill>
            <a:schemeClr val="bg1"/>
          </a:solidFill>
        </p:grpSpPr>
        <p:grpSp>
          <p:nvGrpSpPr>
            <p:cNvPr id="86" name="组合 85"/>
            <p:cNvGrpSpPr/>
            <p:nvPr/>
          </p:nvGrpSpPr>
          <p:grpSpPr>
            <a:xfrm>
              <a:off x="2055693" y="6402621"/>
              <a:ext cx="1085861" cy="270805"/>
              <a:chOff x="10340336" y="2247899"/>
              <a:chExt cx="2724438" cy="679451"/>
            </a:xfrm>
            <a:grpFill/>
          </p:grpSpPr>
          <p:sp>
            <p:nvSpPr>
              <p:cNvPr id="100"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101"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102" name="组合 101"/>
              <p:cNvGrpSpPr/>
              <p:nvPr/>
            </p:nvGrpSpPr>
            <p:grpSpPr>
              <a:xfrm>
                <a:off x="10340336" y="2247899"/>
                <a:ext cx="547688" cy="679451"/>
                <a:chOff x="5548313" y="2084388"/>
                <a:chExt cx="547688" cy="679451"/>
              </a:xfrm>
              <a:grpFill/>
            </p:grpSpPr>
            <p:sp>
              <p:nvSpPr>
                <p:cNvPr id="107"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8"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03" name="组合 102"/>
              <p:cNvGrpSpPr/>
              <p:nvPr/>
            </p:nvGrpSpPr>
            <p:grpSpPr>
              <a:xfrm>
                <a:off x="11192276" y="2400300"/>
                <a:ext cx="322175" cy="373063"/>
                <a:chOff x="3792874" y="3138488"/>
                <a:chExt cx="322175" cy="373063"/>
              </a:xfrm>
              <a:grpFill/>
            </p:grpSpPr>
            <p:sp>
              <p:nvSpPr>
                <p:cNvPr id="104"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5"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06"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87" name="组合 86"/>
            <p:cNvGrpSpPr/>
            <p:nvPr/>
          </p:nvGrpSpPr>
          <p:grpSpPr>
            <a:xfrm>
              <a:off x="598941" y="6399999"/>
              <a:ext cx="1102619" cy="276499"/>
              <a:chOff x="6738929" y="2270918"/>
              <a:chExt cx="2766486" cy="693738"/>
            </a:xfrm>
            <a:grpFill/>
          </p:grpSpPr>
          <p:grpSp>
            <p:nvGrpSpPr>
              <p:cNvPr id="88" name="组合 87"/>
              <p:cNvGrpSpPr/>
              <p:nvPr/>
            </p:nvGrpSpPr>
            <p:grpSpPr>
              <a:xfrm>
                <a:off x="8180494" y="2355056"/>
                <a:ext cx="484188" cy="509588"/>
                <a:chOff x="6113463" y="3541713"/>
                <a:chExt cx="484188" cy="509588"/>
              </a:xfrm>
              <a:grpFill/>
            </p:grpSpPr>
            <p:sp>
              <p:nvSpPr>
                <p:cNvPr id="98"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9"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89" name="组合 88"/>
              <p:cNvGrpSpPr/>
              <p:nvPr/>
            </p:nvGrpSpPr>
            <p:grpSpPr>
              <a:xfrm>
                <a:off x="6738929" y="2270918"/>
                <a:ext cx="549275" cy="693738"/>
                <a:chOff x="6108700" y="2066926"/>
                <a:chExt cx="549275" cy="693738"/>
              </a:xfrm>
              <a:grpFill/>
            </p:grpSpPr>
            <p:sp>
              <p:nvSpPr>
                <p:cNvPr id="96"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7"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0" name="组合 89"/>
              <p:cNvGrpSpPr/>
              <p:nvPr/>
            </p:nvGrpSpPr>
            <p:grpSpPr>
              <a:xfrm>
                <a:off x="7532962" y="2451100"/>
                <a:ext cx="368300" cy="317500"/>
                <a:chOff x="6186488" y="2930526"/>
                <a:chExt cx="368300" cy="317500"/>
              </a:xfrm>
              <a:grpFill/>
            </p:grpSpPr>
            <p:sp>
              <p:nvSpPr>
                <p:cNvPr id="93"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4"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5"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91"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92"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73.xml><?xml version="1.0" encoding="utf-8"?>
<p:sldLayout xmlns:a="http://schemas.openxmlformats.org/drawingml/2006/main" xmlns:r="http://schemas.openxmlformats.org/officeDocument/2006/relationships" xmlns:p="http://schemas.openxmlformats.org/presentationml/2006/main" userDrawn="1">
  <p:cSld name="目录样式3-2">
    <p:spTree>
      <p:nvGrpSpPr>
        <p:cNvPr id="1" name=""/>
        <p:cNvGrpSpPr/>
        <p:nvPr/>
      </p:nvGrpSpPr>
      <p:grpSpPr>
        <a:xfrm>
          <a:off x="0" y="0"/>
          <a:ext cx="0" cy="0"/>
          <a:chOff x="0" y="0"/>
          <a:chExt cx="0" cy="0"/>
        </a:xfrm>
      </p:grpSpPr>
      <p:pic>
        <p:nvPicPr>
          <p:cNvPr id="4" name="图片 3"/>
          <p:cNvPicPr>
            <a:picLocks noChangeAspect="1"/>
          </p:cNvPicPr>
          <p:nvPr userDrawn="1"/>
        </p:nvPicPr>
        <p:blipFill rotWithShape="1">
          <a:blip r:embed="rId2" cstate="screen"/>
          <a:srcRect r="20215"/>
          <a:stretch>
            <a:fillRect/>
          </a:stretch>
        </p:blipFill>
        <p:spPr>
          <a:xfrm>
            <a:off x="6592525" y="0"/>
            <a:ext cx="5609371" cy="6765696"/>
          </a:xfrm>
          <a:prstGeom prst="rect">
            <a:avLst/>
          </a:prstGeom>
        </p:spPr>
      </p:pic>
      <p:sp>
        <p:nvSpPr>
          <p:cNvPr id="63" name="任意多边形: 形状 59"/>
          <p:cNvSpPr/>
          <p:nvPr userDrawn="1"/>
        </p:nvSpPr>
        <p:spPr>
          <a:xfrm flipH="1">
            <a:off x="-1352550" y="-2"/>
            <a:ext cx="13544548" cy="1057277"/>
          </a:xfrm>
          <a:custGeom>
            <a:avLst/>
            <a:gdLst>
              <a:gd name="connsiteX0" fmla="*/ 12192000 w 12192000"/>
              <a:gd name="connsiteY0" fmla="*/ 0 h 723900"/>
              <a:gd name="connsiteX1" fmla="*/ 2755900 w 12192000"/>
              <a:gd name="connsiteY1" fmla="*/ 0 h 723900"/>
              <a:gd name="connsiteX2" fmla="*/ 4 w 12192000"/>
              <a:gd name="connsiteY2" fmla="*/ 0 h 723900"/>
              <a:gd name="connsiteX3" fmla="*/ 0 w 12192000"/>
              <a:gd name="connsiteY3" fmla="*/ 0 h 723900"/>
              <a:gd name="connsiteX4" fmla="*/ 0 w 12192000"/>
              <a:gd name="connsiteY4" fmla="*/ 723900 h 723900"/>
              <a:gd name="connsiteX5" fmla="*/ 1987354 w 12192000"/>
              <a:gd name="connsiteY5" fmla="*/ 723900 h 723900"/>
              <a:gd name="connsiteX6" fmla="*/ 2038350 w 12192000"/>
              <a:gd name="connsiteY6" fmla="*/ 717550 h 723900"/>
              <a:gd name="connsiteX7" fmla="*/ 2753650 w 12192000"/>
              <a:gd name="connsiteY7" fmla="*/ 288000 h 723900"/>
              <a:gd name="connsiteX8" fmla="*/ 12192000 w 12192000"/>
              <a:gd name="connsiteY8" fmla="*/ 288000 h 723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192000" h="723900">
                <a:moveTo>
                  <a:pt x="12192000" y="0"/>
                </a:moveTo>
                <a:lnTo>
                  <a:pt x="2755900" y="0"/>
                </a:lnTo>
                <a:lnTo>
                  <a:pt x="4" y="0"/>
                </a:lnTo>
                <a:lnTo>
                  <a:pt x="0" y="0"/>
                </a:lnTo>
                <a:lnTo>
                  <a:pt x="0" y="723900"/>
                </a:lnTo>
                <a:lnTo>
                  <a:pt x="1987354" y="723900"/>
                </a:lnTo>
                <a:lnTo>
                  <a:pt x="2038350" y="717550"/>
                </a:lnTo>
                <a:cubicBezTo>
                  <a:pt x="2497291" y="642783"/>
                  <a:pt x="2432975" y="321492"/>
                  <a:pt x="2753650" y="288000"/>
                </a:cubicBezTo>
                <a:cubicBezTo>
                  <a:pt x="3074325" y="254508"/>
                  <a:pt x="9045883" y="288000"/>
                  <a:pt x="12192000" y="288000"/>
                </a:cubicBezTo>
                <a:close/>
              </a:path>
            </a:pathLst>
          </a:custGeom>
          <a:gradFill>
            <a:gsLst>
              <a:gs pos="0">
                <a:schemeClr val="accent1"/>
              </a:gs>
              <a:gs pos="100000">
                <a:schemeClr val="accent1">
                  <a:lumMod val="7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pic>
        <p:nvPicPr>
          <p:cNvPr id="64" name="图片 63"/>
          <p:cNvPicPr>
            <a:picLocks noChangeAspect="1"/>
          </p:cNvPicPr>
          <p:nvPr userDrawn="1"/>
        </p:nvPicPr>
        <p:blipFill>
          <a:blip r:embed="rId3" cstate="screen"/>
          <a:stretch>
            <a:fillRect/>
          </a:stretch>
        </p:blipFill>
        <p:spPr>
          <a:xfrm>
            <a:off x="9793498" y="249943"/>
            <a:ext cx="2025400" cy="566914"/>
          </a:xfrm>
          <a:prstGeom prst="rect">
            <a:avLst/>
          </a:prstGeom>
        </p:spPr>
      </p:pic>
      <p:sp>
        <p:nvSpPr>
          <p:cNvPr id="65" name="矩形 64"/>
          <p:cNvSpPr/>
          <p:nvPr userDrawn="1"/>
        </p:nvSpPr>
        <p:spPr>
          <a:xfrm>
            <a:off x="0" y="6188075"/>
            <a:ext cx="12192000" cy="669925"/>
          </a:xfrm>
          <a:prstGeom prst="rect">
            <a:avLst/>
          </a:prstGeom>
          <a:gradFill>
            <a:gsLst>
              <a:gs pos="0">
                <a:schemeClr val="accent4"/>
              </a:gs>
              <a:gs pos="10000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6" name="组合 65"/>
          <p:cNvGrpSpPr/>
          <p:nvPr userDrawn="1"/>
        </p:nvGrpSpPr>
        <p:grpSpPr>
          <a:xfrm>
            <a:off x="598941" y="6399999"/>
            <a:ext cx="2542613" cy="276499"/>
            <a:chOff x="598941" y="6399999"/>
            <a:chExt cx="2542613" cy="276499"/>
          </a:xfrm>
          <a:solidFill>
            <a:schemeClr val="bg1"/>
          </a:solidFill>
        </p:grpSpPr>
        <p:grpSp>
          <p:nvGrpSpPr>
            <p:cNvPr id="67" name="组合 66"/>
            <p:cNvGrpSpPr/>
            <p:nvPr/>
          </p:nvGrpSpPr>
          <p:grpSpPr>
            <a:xfrm>
              <a:off x="2055693" y="6402621"/>
              <a:ext cx="1085861" cy="270805"/>
              <a:chOff x="10340336" y="2247899"/>
              <a:chExt cx="2724438" cy="679451"/>
            </a:xfrm>
            <a:grpFill/>
          </p:grpSpPr>
          <p:sp>
            <p:nvSpPr>
              <p:cNvPr id="81"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82"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83" name="组合 82"/>
              <p:cNvGrpSpPr/>
              <p:nvPr/>
            </p:nvGrpSpPr>
            <p:grpSpPr>
              <a:xfrm>
                <a:off x="10340336" y="2247899"/>
                <a:ext cx="547688" cy="679451"/>
                <a:chOff x="5548313" y="2084388"/>
                <a:chExt cx="547688" cy="679451"/>
              </a:xfrm>
              <a:grpFill/>
            </p:grpSpPr>
            <p:sp>
              <p:nvSpPr>
                <p:cNvPr id="88"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9"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84" name="组合 83"/>
              <p:cNvGrpSpPr/>
              <p:nvPr/>
            </p:nvGrpSpPr>
            <p:grpSpPr>
              <a:xfrm>
                <a:off x="11192276" y="2400300"/>
                <a:ext cx="322175" cy="373063"/>
                <a:chOff x="3792874" y="3138488"/>
                <a:chExt cx="322175" cy="373063"/>
              </a:xfrm>
              <a:grpFill/>
            </p:grpSpPr>
            <p:sp>
              <p:nvSpPr>
                <p:cNvPr id="85"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6"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7"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68" name="组合 67"/>
            <p:cNvGrpSpPr/>
            <p:nvPr/>
          </p:nvGrpSpPr>
          <p:grpSpPr>
            <a:xfrm>
              <a:off x="598941" y="6399999"/>
              <a:ext cx="1102619" cy="276499"/>
              <a:chOff x="6738929" y="2270918"/>
              <a:chExt cx="2766486" cy="693738"/>
            </a:xfrm>
            <a:grpFill/>
          </p:grpSpPr>
          <p:grpSp>
            <p:nvGrpSpPr>
              <p:cNvPr id="69" name="组合 68"/>
              <p:cNvGrpSpPr/>
              <p:nvPr/>
            </p:nvGrpSpPr>
            <p:grpSpPr>
              <a:xfrm>
                <a:off x="8180494" y="2355056"/>
                <a:ext cx="484188" cy="509588"/>
                <a:chOff x="6113463" y="3541713"/>
                <a:chExt cx="484188" cy="509588"/>
              </a:xfrm>
              <a:grpFill/>
            </p:grpSpPr>
            <p:sp>
              <p:nvSpPr>
                <p:cNvPr id="79"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0"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0" name="组合 69"/>
              <p:cNvGrpSpPr/>
              <p:nvPr/>
            </p:nvGrpSpPr>
            <p:grpSpPr>
              <a:xfrm>
                <a:off x="6738929" y="2270918"/>
                <a:ext cx="549275" cy="693738"/>
                <a:chOff x="6108700" y="2066926"/>
                <a:chExt cx="549275" cy="693738"/>
              </a:xfrm>
              <a:grpFill/>
            </p:grpSpPr>
            <p:sp>
              <p:nvSpPr>
                <p:cNvPr id="77"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78"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1" name="组合 70"/>
              <p:cNvGrpSpPr/>
              <p:nvPr/>
            </p:nvGrpSpPr>
            <p:grpSpPr>
              <a:xfrm>
                <a:off x="7532962" y="2451100"/>
                <a:ext cx="368300" cy="317500"/>
                <a:chOff x="6186488" y="2930526"/>
                <a:chExt cx="368300" cy="317500"/>
              </a:xfrm>
              <a:grpFill/>
            </p:grpSpPr>
            <p:sp>
              <p:nvSpPr>
                <p:cNvPr id="74"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75"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76"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72"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73"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spTree>
  </p:cSld>
  <p:clrMapOvr>
    <a:masterClrMapping/>
  </p:clrMapOvr>
  <p:transition spd="med">
    <p:fade/>
  </p:transition>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目录样式5">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cstate="screen"/>
          <a:srcRect r="30571" b="46397"/>
          <a:stretch>
            <a:fillRect/>
          </a:stretch>
        </p:blipFill>
        <p:spPr>
          <a:xfrm>
            <a:off x="9019185" y="4400550"/>
            <a:ext cx="3194586" cy="2469325"/>
          </a:xfrm>
          <a:prstGeom prst="rect">
            <a:avLst/>
          </a:prstGeom>
        </p:spPr>
      </p:pic>
      <p:pic>
        <p:nvPicPr>
          <p:cNvPr id="8" name="图片 7"/>
          <p:cNvPicPr>
            <a:picLocks noChangeAspect="1"/>
          </p:cNvPicPr>
          <p:nvPr userDrawn="1"/>
        </p:nvPicPr>
        <p:blipFill rotWithShape="1">
          <a:blip r:embed="rId3" cstate="screen"/>
          <a:srcRect t="-74" b="12515"/>
          <a:stretch>
            <a:fillRect/>
          </a:stretch>
        </p:blipFill>
        <p:spPr>
          <a:xfrm>
            <a:off x="0" y="0"/>
            <a:ext cx="12191999" cy="4400550"/>
          </a:xfrm>
          <a:prstGeom prst="rect">
            <a:avLst/>
          </a:prstGeom>
        </p:spPr>
      </p:pic>
      <p:sp>
        <p:nvSpPr>
          <p:cNvPr id="9" name="矩形 8"/>
          <p:cNvSpPr/>
          <p:nvPr userDrawn="1"/>
        </p:nvSpPr>
        <p:spPr>
          <a:xfrm>
            <a:off x="0" y="4398806"/>
            <a:ext cx="12192001" cy="196858"/>
          </a:xfrm>
          <a:prstGeom prst="rect">
            <a:avLst/>
          </a:prstGeom>
          <a:solidFill>
            <a:schemeClr val="accent4"/>
          </a:solidFill>
          <a:ln>
            <a:noFill/>
          </a:ln>
          <a:effectLst>
            <a:outerShdw blurRad="127000" dist="63500" dir="5400000" algn="t" rotWithShape="0">
              <a:prstClr val="black">
                <a:alpha val="21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userDrawn="1"/>
        </p:nvSpPr>
        <p:spPr>
          <a:xfrm>
            <a:off x="0" y="0"/>
            <a:ext cx="12192001" cy="4400550"/>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p:cNvPicPr>
            <a:picLocks noChangeAspect="1"/>
          </p:cNvPicPr>
          <p:nvPr userDrawn="1"/>
        </p:nvPicPr>
        <p:blipFill>
          <a:blip r:embed="rId4" cstate="screen"/>
          <a:stretch>
            <a:fillRect/>
          </a:stretch>
        </p:blipFill>
        <p:spPr>
          <a:xfrm>
            <a:off x="9701847" y="142154"/>
            <a:ext cx="2242503" cy="627682"/>
          </a:xfrm>
          <a:prstGeom prst="rect">
            <a:avLst/>
          </a:prstGeom>
        </p:spPr>
      </p:pic>
      <p:pic>
        <p:nvPicPr>
          <p:cNvPr id="14" name="图片 13"/>
          <p:cNvPicPr>
            <a:picLocks noChangeAspect="1"/>
          </p:cNvPicPr>
          <p:nvPr userDrawn="1"/>
        </p:nvPicPr>
        <p:blipFill rotWithShape="1">
          <a:blip r:embed="rId3" cstate="screen"/>
          <a:srcRect t="-74" b="12515"/>
          <a:stretch>
            <a:fillRect/>
          </a:stretch>
        </p:blipFill>
        <p:spPr>
          <a:xfrm>
            <a:off x="0" y="0"/>
            <a:ext cx="12191999" cy="4400550"/>
          </a:xfrm>
          <a:prstGeom prst="rect">
            <a:avLst/>
          </a:prstGeom>
        </p:spPr>
      </p:pic>
      <p:sp>
        <p:nvSpPr>
          <p:cNvPr id="15" name="矩形 14"/>
          <p:cNvSpPr/>
          <p:nvPr userDrawn="1"/>
        </p:nvSpPr>
        <p:spPr>
          <a:xfrm>
            <a:off x="0" y="0"/>
            <a:ext cx="12192001" cy="4400550"/>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userDrawn="1"/>
        </p:nvCxnSpPr>
        <p:spPr>
          <a:xfrm>
            <a:off x="-71956" y="4398806"/>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7" name="图片 16"/>
          <p:cNvPicPr>
            <a:picLocks noChangeAspect="1"/>
          </p:cNvPicPr>
          <p:nvPr userDrawn="1"/>
        </p:nvPicPr>
        <p:blipFill>
          <a:blip r:embed="rId4" cstate="screen"/>
          <a:stretch>
            <a:fillRect/>
          </a:stretch>
        </p:blipFill>
        <p:spPr>
          <a:xfrm>
            <a:off x="9701847" y="142154"/>
            <a:ext cx="2242503" cy="627682"/>
          </a:xfrm>
          <a:prstGeom prst="rect">
            <a:avLst/>
          </a:prstGeom>
        </p:spPr>
      </p:pic>
      <p:sp>
        <p:nvSpPr>
          <p:cNvPr id="18" name="矩形: 圆角 162"/>
          <p:cNvSpPr/>
          <p:nvPr userDrawn="1"/>
        </p:nvSpPr>
        <p:spPr>
          <a:xfrm>
            <a:off x="1664486" y="3107981"/>
            <a:ext cx="8945408" cy="3014890"/>
          </a:xfrm>
          <a:prstGeom prst="roundRect">
            <a:avLst>
              <a:gd name="adj" fmla="val 3205"/>
            </a:avLst>
          </a:prstGeom>
          <a:solidFill>
            <a:sysClr val="window" lastClr="FFFFFF">
              <a:alpha val="80000"/>
            </a:sys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2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ea typeface="微软雅黑" panose="020B0503020204020204" pitchFamily="34" charset="-122"/>
              <a:cs typeface="+mn-ea"/>
              <a:sym typeface="+mn-lt"/>
            </a:endParaRPr>
          </a:p>
        </p:txBody>
      </p:sp>
      <p:sp>
        <p:nvSpPr>
          <p:cNvPr id="19" name="矩形: 圆角 163"/>
          <p:cNvSpPr/>
          <p:nvPr userDrawn="1"/>
        </p:nvSpPr>
        <p:spPr>
          <a:xfrm>
            <a:off x="1463942" y="3222979"/>
            <a:ext cx="9346497" cy="2899892"/>
          </a:xfrm>
          <a:prstGeom prst="roundRect">
            <a:avLst>
              <a:gd name="adj" fmla="val 3205"/>
            </a:avLst>
          </a:prstGeom>
          <a:solidFill>
            <a:sysClr val="window" lastClr="FFFFFF">
              <a:alpha val="94000"/>
            </a:sys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2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ea typeface="微软雅黑" panose="020B0503020204020204" pitchFamily="34" charset="-122"/>
              <a:cs typeface="+mn-ea"/>
              <a:sym typeface="+mn-lt"/>
            </a:endParaRPr>
          </a:p>
        </p:txBody>
      </p:sp>
      <p:sp>
        <p:nvSpPr>
          <p:cNvPr id="20" name="矩形: 圆角 164"/>
          <p:cNvSpPr/>
          <p:nvPr userDrawn="1"/>
        </p:nvSpPr>
        <p:spPr>
          <a:xfrm>
            <a:off x="1200150" y="3365257"/>
            <a:ext cx="9791700" cy="2757614"/>
          </a:xfrm>
          <a:prstGeom prst="roundRect">
            <a:avLst>
              <a:gd name="adj" fmla="val 3205"/>
            </a:avLst>
          </a:prstGeom>
          <a:gradFill flip="none" rotWithShape="1">
            <a:gsLst>
              <a:gs pos="0">
                <a:sysClr val="window" lastClr="FFFFFF"/>
              </a:gs>
              <a:gs pos="100000">
                <a:srgbClr val="F8F8F8"/>
              </a:gs>
            </a:gsLst>
            <a:lin ang="5400000" scaled="1"/>
            <a:tileRect/>
          </a:gradFill>
          <a:ln w="12700" cap="flat" cmpd="sng" algn="ctr">
            <a:noFill/>
            <a:prstDash val="solid"/>
            <a:miter lim="800000"/>
          </a:ln>
          <a:effectLst>
            <a:outerShdw blurRad="317500" sx="102000" sy="102000" algn="ctr" rotWithShape="0">
              <a:sysClr val="window" lastClr="FFFFFF">
                <a:lumMod val="75000"/>
                <a:alpha val="40000"/>
              </a:sysClr>
            </a:outerShdw>
          </a:effectLst>
        </p:spPr>
        <p:txBody>
          <a:bodyPr rot="0" spcFirstLastPara="0" vertOverflow="overflow" horzOverflow="overflow" vert="horz" wrap="square" lIns="540000" tIns="72000" rIns="540000" bIns="72000" numCol="1" spcCol="0" rtlCol="0" fromWordArt="0" anchor="ctr" anchorCtr="0" forceAA="0" compatLnSpc="1">
            <a:noAutofit/>
          </a:bodyPr>
          <a:lstStyle/>
          <a:p>
            <a:pPr marL="0" marR="0" lvl="0" indent="457200" defTabSz="914400" eaLnBrk="1" fontAlgn="auto" latinLnBrk="0" hangingPunct="1">
              <a:lnSpc>
                <a:spcPct val="120000"/>
              </a:lnSpc>
              <a:spcBef>
                <a:spcPts val="0"/>
              </a:spcBef>
              <a:spcAft>
                <a:spcPts val="0"/>
              </a:spcAft>
              <a:buClrTx/>
              <a:buSzTx/>
              <a:buFontTx/>
              <a:buNone/>
              <a:defRPr/>
            </a:pPr>
            <a:endParaRPr kumimoji="0" lang="zh-CN" altLang="en-US" sz="2400" b="0" i="0" u="none" strike="noStrike" kern="0" cap="none" spc="0" normalizeH="0" baseline="0" noProof="0">
              <a:ln>
                <a:noFill/>
              </a:ln>
              <a:solidFill>
                <a:prstClr val="black"/>
              </a:solidFill>
              <a:effectLst/>
              <a:uLnTx/>
              <a:uFillTx/>
              <a:latin typeface="Arial" panose="020B0604020202020204"/>
              <a:ea typeface="微软雅黑" panose="020B0503020204020204" pitchFamily="34" charset="-122"/>
              <a:cs typeface="+mn-ea"/>
              <a:sym typeface="+mn-lt"/>
            </a:endParaRPr>
          </a:p>
        </p:txBody>
      </p:sp>
    </p:spTree>
  </p:cSld>
  <p:clrMapOvr>
    <a:masterClrMapping/>
  </p:clrMapOvr>
  <p:transition spd="med">
    <p:fade/>
  </p:transition>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目录样式6-1">
    <p:spTree>
      <p:nvGrpSpPr>
        <p:cNvPr id="1" name=""/>
        <p:cNvGrpSpPr/>
        <p:nvPr/>
      </p:nvGrpSpPr>
      <p:grpSpPr>
        <a:xfrm>
          <a:off x="0" y="0"/>
          <a:ext cx="0" cy="0"/>
          <a:chOff x="0" y="0"/>
          <a:chExt cx="0" cy="0"/>
        </a:xfrm>
      </p:grpSpPr>
      <p:pic>
        <p:nvPicPr>
          <p:cNvPr id="3" name="图片 2"/>
          <p:cNvPicPr>
            <a:picLocks noChangeAspect="1"/>
          </p:cNvPicPr>
          <p:nvPr userDrawn="1"/>
        </p:nvPicPr>
        <p:blipFill rotWithShape="1">
          <a:blip r:embed="rId2" cstate="screen"/>
          <a:srcRect l="29063" r="32938"/>
          <a:stretch>
            <a:fillRect/>
          </a:stretch>
        </p:blipFill>
        <p:spPr>
          <a:xfrm>
            <a:off x="0" y="0"/>
            <a:ext cx="3914775" cy="6857999"/>
          </a:xfrm>
          <a:prstGeom prst="rect">
            <a:avLst/>
          </a:prstGeom>
        </p:spPr>
      </p:pic>
      <p:sp>
        <p:nvSpPr>
          <p:cNvPr id="13" name="矩形 12"/>
          <p:cNvSpPr/>
          <p:nvPr userDrawn="1"/>
        </p:nvSpPr>
        <p:spPr>
          <a:xfrm>
            <a:off x="0" y="1"/>
            <a:ext cx="3914775" cy="6857999"/>
          </a:xfrm>
          <a:prstGeom prst="rect">
            <a:avLst/>
          </a:prstGeom>
          <a:solidFill>
            <a:schemeClr val="accent1">
              <a:alpha val="7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userDrawn="1"/>
        </p:nvSpPr>
        <p:spPr>
          <a:xfrm>
            <a:off x="0" y="0"/>
            <a:ext cx="3914774" cy="6858000"/>
          </a:xfrm>
          <a:prstGeom prst="rect">
            <a:avLst/>
          </a:prstGeom>
          <a:gradFill flip="none" rotWithShape="1">
            <a:gsLst>
              <a:gs pos="25000">
                <a:schemeClr val="accent1">
                  <a:alpha val="0"/>
                </a:schemeClr>
              </a:gs>
              <a:gs pos="100000">
                <a:schemeClr val="accent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userDrawn="1"/>
        </p:nvCxnSpPr>
        <p:spPr>
          <a:xfrm>
            <a:off x="3960456" y="0"/>
            <a:ext cx="0" cy="685800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1" name="组合 20"/>
          <p:cNvGrpSpPr/>
          <p:nvPr userDrawn="1"/>
        </p:nvGrpSpPr>
        <p:grpSpPr>
          <a:xfrm>
            <a:off x="3961505" y="2797003"/>
            <a:ext cx="122686" cy="1263995"/>
            <a:chOff x="4630742" y="2258287"/>
            <a:chExt cx="122686" cy="1263995"/>
          </a:xfrm>
          <a:solidFill>
            <a:schemeClr val="accent4"/>
          </a:solidFill>
        </p:grpSpPr>
        <p:sp>
          <p:nvSpPr>
            <p:cNvPr id="22" name="等腰三角形 21"/>
            <p:cNvSpPr/>
            <p:nvPr/>
          </p:nvSpPr>
          <p:spPr>
            <a:xfrm rot="5400000">
              <a:off x="4620926" y="2839164"/>
              <a:ext cx="142318" cy="122686"/>
            </a:xfrm>
            <a:prstGeom prst="triangle">
              <a:avLst/>
            </a:prstGeom>
            <a:grp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3" name="直接连接符 22"/>
            <p:cNvCxnSpPr/>
            <p:nvPr/>
          </p:nvCxnSpPr>
          <p:spPr>
            <a:xfrm>
              <a:off x="4630742" y="2258287"/>
              <a:ext cx="0" cy="1263995"/>
            </a:xfrm>
            <a:prstGeom prst="line">
              <a:avLst/>
            </a:prstGeom>
            <a:grpFill/>
            <a:ln w="38100">
              <a:solidFill>
                <a:schemeClr val="accent4"/>
              </a:solidFill>
            </a:ln>
          </p:spPr>
          <p:style>
            <a:lnRef idx="1">
              <a:schemeClr val="accent1"/>
            </a:lnRef>
            <a:fillRef idx="0">
              <a:schemeClr val="accent1"/>
            </a:fillRef>
            <a:effectRef idx="0">
              <a:schemeClr val="accent1"/>
            </a:effectRef>
            <a:fontRef idx="minor">
              <a:schemeClr val="tx1"/>
            </a:fontRef>
          </p:style>
        </p:cxnSp>
      </p:grpSp>
      <p:cxnSp>
        <p:nvCxnSpPr>
          <p:cNvPr id="42" name="直接连接符 41"/>
          <p:cNvCxnSpPr/>
          <p:nvPr userDrawn="1"/>
        </p:nvCxnSpPr>
        <p:spPr>
          <a:xfrm>
            <a:off x="1053541" y="2793542"/>
            <a:ext cx="172703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3" name="矩形 42"/>
          <p:cNvSpPr/>
          <p:nvPr userDrawn="1"/>
        </p:nvSpPr>
        <p:spPr>
          <a:xfrm>
            <a:off x="846867" y="2752385"/>
            <a:ext cx="2197100" cy="923330"/>
          </a:xfrm>
          <a:prstGeom prst="rect">
            <a:avLst/>
          </a:prstGeom>
        </p:spPr>
        <p:txBody>
          <a:bodyPr wrap="square">
            <a:spAutoFit/>
          </a:bodyPr>
          <a:lstStyle/>
          <a:p>
            <a:pPr lvl="0" algn="dist"/>
            <a:r>
              <a:rPr lang="zh-CN" altLang="en-US" sz="5400" spc="600" dirty="0">
                <a:solidFill>
                  <a:schemeClr val="bg1"/>
                </a:solidFill>
                <a:latin typeface="+mn-ea"/>
                <a:ea typeface="+mn-ea"/>
              </a:rPr>
              <a:t>目录</a:t>
            </a:r>
          </a:p>
        </p:txBody>
      </p:sp>
      <p:sp>
        <p:nvSpPr>
          <p:cNvPr id="44" name="矩形 43"/>
          <p:cNvSpPr/>
          <p:nvPr userDrawn="1"/>
        </p:nvSpPr>
        <p:spPr>
          <a:xfrm>
            <a:off x="963806" y="3595872"/>
            <a:ext cx="1906502" cy="461665"/>
          </a:xfrm>
          <a:prstGeom prst="rect">
            <a:avLst/>
          </a:prstGeom>
        </p:spPr>
        <p:txBody>
          <a:bodyPr wrap="square">
            <a:spAutoFit/>
          </a:bodyPr>
          <a:lstStyle/>
          <a:p>
            <a:pPr lvl="0" algn="dist"/>
            <a:r>
              <a:rPr lang="en-US" altLang="zh-CN" sz="2400" dirty="0">
                <a:solidFill>
                  <a:schemeClr val="bg1"/>
                </a:solidFill>
              </a:rPr>
              <a:t>CONTENTS</a:t>
            </a:r>
          </a:p>
        </p:txBody>
      </p:sp>
      <p:cxnSp>
        <p:nvCxnSpPr>
          <p:cNvPr id="45" name="直接连接符 44"/>
          <p:cNvCxnSpPr/>
          <p:nvPr userDrawn="1"/>
        </p:nvCxnSpPr>
        <p:spPr>
          <a:xfrm>
            <a:off x="1053541" y="4060998"/>
            <a:ext cx="1727032"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userDrawn="1"/>
        </p:nvPicPr>
        <p:blipFill>
          <a:blip r:embed="rId3" cstate="screen"/>
          <a:stretch>
            <a:fillRect/>
          </a:stretch>
        </p:blipFill>
        <p:spPr>
          <a:xfrm>
            <a:off x="1064854" y="2218510"/>
            <a:ext cx="1715719" cy="480234"/>
          </a:xfrm>
          <a:prstGeom prst="rect">
            <a:avLst/>
          </a:prstGeom>
        </p:spPr>
      </p:pic>
      <p:pic>
        <p:nvPicPr>
          <p:cNvPr id="6" name="图片 5"/>
          <p:cNvPicPr>
            <a:picLocks noChangeAspect="1"/>
          </p:cNvPicPr>
          <p:nvPr userDrawn="1"/>
        </p:nvPicPr>
        <p:blipFill rotWithShape="1">
          <a:blip r:embed="rId4" cstate="screen"/>
          <a:srcRect r="15912" b="16285"/>
          <a:stretch>
            <a:fillRect/>
          </a:stretch>
        </p:blipFill>
        <p:spPr>
          <a:xfrm>
            <a:off x="7258050" y="1942165"/>
            <a:ext cx="4949784" cy="4933648"/>
          </a:xfrm>
          <a:prstGeom prst="rect">
            <a:avLst/>
          </a:prstGeom>
        </p:spPr>
      </p:pic>
    </p:spTree>
  </p:cSld>
  <p:clrMapOvr>
    <a:masterClrMapping/>
  </p:clrMapOvr>
  <p:transition spd="med">
    <p:fade/>
  </p:transition>
</p:sldLayout>
</file>

<file path=ppt/slideLayouts/slideLayout76.xml><?xml version="1.0" encoding="utf-8"?>
<p:sldLayout xmlns:a="http://schemas.openxmlformats.org/drawingml/2006/main" xmlns:r="http://schemas.openxmlformats.org/officeDocument/2006/relationships" xmlns:p="http://schemas.openxmlformats.org/presentationml/2006/main" userDrawn="1">
  <p:cSld name="目录样式6-2">
    <p:bg>
      <p:bgPr>
        <a:gradFill>
          <a:gsLst>
            <a:gs pos="25000">
              <a:schemeClr val="accent1">
                <a:alpha val="0"/>
              </a:schemeClr>
            </a:gs>
            <a:gs pos="100000">
              <a:schemeClr val="accent1"/>
            </a:gs>
          </a:gsLst>
          <a:lin ang="0" scaled="1"/>
        </a:gradFill>
        <a:effectLst/>
      </p:bgPr>
    </p:bg>
    <p:spTree>
      <p:nvGrpSpPr>
        <p:cNvPr id="1" name=""/>
        <p:cNvGrpSpPr/>
        <p:nvPr/>
      </p:nvGrpSpPr>
      <p:grpSpPr>
        <a:xfrm>
          <a:off x="0" y="0"/>
          <a:ext cx="0" cy="0"/>
          <a:chOff x="0" y="0"/>
          <a:chExt cx="0" cy="0"/>
        </a:xfrm>
      </p:grpSpPr>
      <p:sp>
        <p:nvSpPr>
          <p:cNvPr id="8" name="矩形 7"/>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3" name="图片 2"/>
          <p:cNvPicPr>
            <a:picLocks noChangeAspect="1"/>
          </p:cNvPicPr>
          <p:nvPr userDrawn="1"/>
        </p:nvPicPr>
        <p:blipFill>
          <a:blip r:embed="rId2" cstate="screen"/>
          <a:stretch>
            <a:fillRect/>
          </a:stretch>
        </p:blipFill>
        <p:spPr>
          <a:xfrm>
            <a:off x="6943725" y="493231"/>
            <a:ext cx="5251028" cy="5254131"/>
          </a:xfrm>
          <a:prstGeom prst="rect">
            <a:avLst/>
          </a:prstGeom>
        </p:spPr>
      </p:pic>
      <p:sp>
        <p:nvSpPr>
          <p:cNvPr id="10" name="矩形 9"/>
          <p:cNvSpPr/>
          <p:nvPr userDrawn="1"/>
        </p:nvSpPr>
        <p:spPr>
          <a:xfrm>
            <a:off x="6943725" y="0"/>
            <a:ext cx="5248273"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0" name="矩形 119"/>
          <p:cNvSpPr/>
          <p:nvPr userDrawn="1"/>
        </p:nvSpPr>
        <p:spPr>
          <a:xfrm>
            <a:off x="660400" y="6054314"/>
            <a:ext cx="2014538" cy="14384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占位符 15"/>
          <p:cNvSpPr>
            <a:spLocks noGrp="1"/>
          </p:cNvSpPr>
          <p:nvPr>
            <p:ph type="body" sz="quarter" idx="12" hasCustomPrompt="1"/>
          </p:nvPr>
        </p:nvSpPr>
        <p:spPr>
          <a:xfrm>
            <a:off x="510342" y="982400"/>
            <a:ext cx="3551237" cy="606922"/>
          </a:xfrm>
          <a:prstGeom prst="rect">
            <a:avLst/>
          </a:prstGeom>
        </p:spPr>
        <p:txBody>
          <a:bodyPr/>
          <a:lstStyle>
            <a:lvl1pPr marL="0" indent="0">
              <a:buNone/>
              <a:defRPr sz="3200" spc="100">
                <a:solidFill>
                  <a:schemeClr val="bg1"/>
                </a:solidFill>
                <a:latin typeface="微软雅黑" panose="020B0503020204020204" pitchFamily="34" charset="-122"/>
                <a:ea typeface="微软雅黑" panose="020B0503020204020204" pitchFamily="34" charset="-122"/>
              </a:defRPr>
            </a:lvl1pPr>
          </a:lstStyle>
          <a:p>
            <a:pPr lvl="0"/>
            <a:r>
              <a:rPr lang="zh-CN" altLang="en-US" dirty="0"/>
              <a:t>第几部分 ▶</a:t>
            </a:r>
          </a:p>
        </p:txBody>
      </p:sp>
      <p:sp>
        <p:nvSpPr>
          <p:cNvPr id="122" name="文本占位符 15"/>
          <p:cNvSpPr>
            <a:spLocks noGrp="1"/>
          </p:cNvSpPr>
          <p:nvPr>
            <p:ph type="body" sz="quarter" idx="13" hasCustomPrompt="1"/>
          </p:nvPr>
        </p:nvSpPr>
        <p:spPr>
          <a:xfrm>
            <a:off x="510342" y="2742089"/>
            <a:ext cx="7197752" cy="606922"/>
          </a:xfrm>
          <a:prstGeom prst="rect">
            <a:avLst/>
          </a:prstGeom>
        </p:spPr>
        <p:txBody>
          <a:bodyPr/>
          <a:lstStyle>
            <a:lvl1pPr marL="0" indent="0">
              <a:buNone/>
              <a:defRPr sz="4400" spc="100" baseline="0">
                <a:solidFill>
                  <a:schemeClr val="bg1"/>
                </a:solidFill>
                <a:latin typeface="微软雅黑" panose="020B0503020204020204" pitchFamily="34" charset="-122"/>
                <a:ea typeface="微软雅黑" panose="020B0503020204020204" pitchFamily="34" charset="-122"/>
              </a:defRPr>
            </a:lvl1pPr>
          </a:lstStyle>
          <a:p>
            <a:pPr lvl="0"/>
            <a:r>
              <a:rPr lang="zh-CN" altLang="en-US" dirty="0"/>
              <a:t>请在此处添加你的标题</a:t>
            </a:r>
          </a:p>
        </p:txBody>
      </p:sp>
      <p:sp>
        <p:nvSpPr>
          <p:cNvPr id="123" name="文本占位符 15"/>
          <p:cNvSpPr>
            <a:spLocks noGrp="1"/>
          </p:cNvSpPr>
          <p:nvPr>
            <p:ph type="body" sz="quarter" idx="14" hasCustomPrompt="1"/>
          </p:nvPr>
        </p:nvSpPr>
        <p:spPr>
          <a:xfrm>
            <a:off x="561172" y="3837713"/>
            <a:ext cx="7146922" cy="1522912"/>
          </a:xfrm>
          <a:prstGeom prst="rect">
            <a:avLst/>
          </a:prstGeom>
        </p:spPr>
        <p:txBody>
          <a:bodyPr/>
          <a:lstStyle>
            <a:lvl1pPr marL="285750" indent="-285750">
              <a:lnSpc>
                <a:spcPct val="120000"/>
              </a:lnSpc>
              <a:buFont typeface="Arial" panose="020B0604020202020204" pitchFamily="34" charset="0"/>
              <a:buChar char="•"/>
              <a:defRPr sz="1400" spc="100" baseline="0">
                <a:solidFill>
                  <a:schemeClr val="bg1"/>
                </a:solidFill>
                <a:latin typeface="+mn-ea"/>
                <a:ea typeface="+mn-ea"/>
              </a:defRPr>
            </a:lvl1pPr>
          </a:lstStyle>
          <a:p>
            <a:pPr lvl="0"/>
            <a:r>
              <a:rPr lang="zh-CN" altLang="en-US" dirty="0"/>
              <a:t>这里可以写一点点文字，介绍此章节主要内容</a:t>
            </a:r>
            <a:endParaRPr lang="en-US" altLang="zh-CN" dirty="0"/>
          </a:p>
          <a:p>
            <a:pPr lvl="0"/>
            <a:r>
              <a:rPr lang="zh-CN" altLang="en-US" dirty="0"/>
              <a:t>国外现状</a:t>
            </a:r>
            <a:endParaRPr lang="en-US" altLang="zh-CN" dirty="0"/>
          </a:p>
          <a:p>
            <a:pPr lvl="0"/>
            <a:r>
              <a:rPr lang="zh-CN" altLang="en-US" dirty="0"/>
              <a:t>国内现状</a:t>
            </a:r>
            <a:endParaRPr lang="en-US" altLang="zh-CN" dirty="0"/>
          </a:p>
          <a:p>
            <a:pPr lvl="0"/>
            <a:r>
              <a:rPr lang="en-US" altLang="zh-CN" dirty="0"/>
              <a:t>…</a:t>
            </a:r>
          </a:p>
          <a:p>
            <a:pPr lvl="0"/>
            <a:endParaRPr lang="zh-CN" altLang="en-US" dirty="0"/>
          </a:p>
        </p:txBody>
      </p:sp>
      <p:sp>
        <p:nvSpPr>
          <p:cNvPr id="2" name="矩形 1"/>
          <p:cNvSpPr/>
          <p:nvPr userDrawn="1"/>
        </p:nvSpPr>
        <p:spPr>
          <a:xfrm>
            <a:off x="0" y="6167300"/>
            <a:ext cx="12192000" cy="690700"/>
          </a:xfrm>
          <a:prstGeom prst="rect">
            <a:avLst/>
          </a:prstGeom>
          <a:solidFill>
            <a:schemeClr val="bg1"/>
          </a:solidFill>
          <a:ln>
            <a:noFill/>
          </a:ln>
          <a:effectLst>
            <a:outerShdw blurRad="381000"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lnSpc>
                <a:spcPct val="130000"/>
              </a:lnSpc>
            </a:pPr>
            <a:endParaRPr lang="zh-CN" altLang="en-US">
              <a:cs typeface="+mn-ea"/>
            </a:endParaRPr>
          </a:p>
        </p:txBody>
      </p:sp>
      <p:grpSp>
        <p:nvGrpSpPr>
          <p:cNvPr id="115" name="组合 114"/>
          <p:cNvGrpSpPr/>
          <p:nvPr userDrawn="1"/>
        </p:nvGrpSpPr>
        <p:grpSpPr>
          <a:xfrm>
            <a:off x="684666" y="6423435"/>
            <a:ext cx="1915659" cy="208321"/>
            <a:chOff x="598941" y="6399999"/>
            <a:chExt cx="2542613" cy="276499"/>
          </a:xfrm>
          <a:solidFill>
            <a:schemeClr val="accent3"/>
          </a:solidFill>
        </p:grpSpPr>
        <p:grpSp>
          <p:nvGrpSpPr>
            <p:cNvPr id="117" name="组合 116"/>
            <p:cNvGrpSpPr/>
            <p:nvPr/>
          </p:nvGrpSpPr>
          <p:grpSpPr>
            <a:xfrm>
              <a:off x="2055693" y="6402621"/>
              <a:ext cx="1085861" cy="270805"/>
              <a:chOff x="10340336" y="2247899"/>
              <a:chExt cx="2724438" cy="679451"/>
            </a:xfrm>
            <a:grpFill/>
          </p:grpSpPr>
          <p:sp>
            <p:nvSpPr>
              <p:cNvPr id="134"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135"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136" name="组合 135"/>
              <p:cNvGrpSpPr/>
              <p:nvPr/>
            </p:nvGrpSpPr>
            <p:grpSpPr>
              <a:xfrm>
                <a:off x="10340336" y="2247899"/>
                <a:ext cx="547688" cy="679451"/>
                <a:chOff x="5548313" y="2084388"/>
                <a:chExt cx="547688" cy="679451"/>
              </a:xfrm>
              <a:grpFill/>
            </p:grpSpPr>
            <p:sp>
              <p:nvSpPr>
                <p:cNvPr id="141"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2"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37" name="组合 136"/>
              <p:cNvGrpSpPr/>
              <p:nvPr/>
            </p:nvGrpSpPr>
            <p:grpSpPr>
              <a:xfrm>
                <a:off x="11192276" y="2400300"/>
                <a:ext cx="322175" cy="373063"/>
                <a:chOff x="3792874" y="3138488"/>
                <a:chExt cx="322175" cy="373063"/>
              </a:xfrm>
              <a:grpFill/>
            </p:grpSpPr>
            <p:sp>
              <p:nvSpPr>
                <p:cNvPr id="138"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39"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40"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18" name="组合 117"/>
            <p:cNvGrpSpPr/>
            <p:nvPr/>
          </p:nvGrpSpPr>
          <p:grpSpPr>
            <a:xfrm>
              <a:off x="598941" y="6399999"/>
              <a:ext cx="1102619" cy="276499"/>
              <a:chOff x="6738929" y="2270918"/>
              <a:chExt cx="2766486" cy="693738"/>
            </a:xfrm>
            <a:grpFill/>
          </p:grpSpPr>
          <p:grpSp>
            <p:nvGrpSpPr>
              <p:cNvPr id="119" name="组合 118"/>
              <p:cNvGrpSpPr/>
              <p:nvPr/>
            </p:nvGrpSpPr>
            <p:grpSpPr>
              <a:xfrm>
                <a:off x="8180494" y="2355056"/>
                <a:ext cx="484188" cy="509588"/>
                <a:chOff x="6113463" y="3541713"/>
                <a:chExt cx="484188" cy="509588"/>
              </a:xfrm>
              <a:grpFill/>
            </p:grpSpPr>
            <p:sp>
              <p:nvSpPr>
                <p:cNvPr id="132"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33"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1" name="组合 120"/>
              <p:cNvGrpSpPr/>
              <p:nvPr/>
            </p:nvGrpSpPr>
            <p:grpSpPr>
              <a:xfrm>
                <a:off x="6738929" y="2270918"/>
                <a:ext cx="549275" cy="693738"/>
                <a:chOff x="6108700" y="2066926"/>
                <a:chExt cx="549275" cy="693738"/>
              </a:xfrm>
              <a:grpFill/>
            </p:grpSpPr>
            <p:sp>
              <p:nvSpPr>
                <p:cNvPr id="130"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31"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4" name="组合 123"/>
              <p:cNvGrpSpPr/>
              <p:nvPr/>
            </p:nvGrpSpPr>
            <p:grpSpPr>
              <a:xfrm>
                <a:off x="7532962" y="2451100"/>
                <a:ext cx="368300" cy="317500"/>
                <a:chOff x="6186488" y="2930526"/>
                <a:chExt cx="368300" cy="317500"/>
              </a:xfrm>
              <a:grpFill/>
            </p:grpSpPr>
            <p:sp>
              <p:nvSpPr>
                <p:cNvPr id="127"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28"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29"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25"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126"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143" name="图片 142"/>
          <p:cNvPicPr>
            <a:picLocks noChangeAspect="1"/>
          </p:cNvPicPr>
          <p:nvPr userDrawn="1"/>
        </p:nvPicPr>
        <p:blipFill>
          <a:blip r:embed="rId3" cstate="screen"/>
          <a:stretch>
            <a:fillRect/>
          </a:stretch>
        </p:blipFill>
        <p:spPr>
          <a:xfrm>
            <a:off x="10203766" y="6386257"/>
            <a:ext cx="1257421" cy="276480"/>
          </a:xfrm>
          <a:prstGeom prst="rect">
            <a:avLst/>
          </a:prstGeom>
        </p:spPr>
      </p:pic>
    </p:spTree>
  </p:cSld>
  <p:clrMapOvr>
    <a:masterClrMapping/>
  </p:clrMapOvr>
  <p:transition spd="med">
    <p:fade/>
  </p:transition>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目录样式7-1">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screen"/>
          <a:srcRect t="-74" b="196"/>
          <a:stretch>
            <a:fillRect/>
          </a:stretch>
        </p:blipFill>
        <p:spPr>
          <a:xfrm>
            <a:off x="0" y="-1"/>
            <a:ext cx="12191999" cy="5019675"/>
          </a:xfrm>
          <a:prstGeom prst="rect">
            <a:avLst/>
          </a:prstGeom>
        </p:spPr>
      </p:pic>
      <p:sp>
        <p:nvSpPr>
          <p:cNvPr id="5" name="矩形 4"/>
          <p:cNvSpPr/>
          <p:nvPr userDrawn="1"/>
        </p:nvSpPr>
        <p:spPr>
          <a:xfrm>
            <a:off x="0" y="5019674"/>
            <a:ext cx="12192001" cy="1838326"/>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0" y="0"/>
            <a:ext cx="12192001" cy="5019674"/>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73461" y="5009909"/>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矩形 8"/>
          <p:cNvSpPr/>
          <p:nvPr userDrawn="1"/>
        </p:nvSpPr>
        <p:spPr>
          <a:xfrm>
            <a:off x="2041996" y="3927615"/>
            <a:ext cx="8108006" cy="2164588"/>
          </a:xfrm>
          <a:prstGeom prst="rect">
            <a:avLst/>
          </a:prstGeom>
          <a:solidFill>
            <a:sysClr val="window" lastClr="FFFFFF"/>
          </a:solidFill>
          <a:ln w="76200" cap="flat" cmpd="sng" algn="ctr">
            <a:solidFill>
              <a:schemeClr val="accent3">
                <a:lumMod val="20000"/>
                <a:lumOff val="80000"/>
              </a:schemeClr>
            </a:solid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4" name="图片 3"/>
          <p:cNvPicPr>
            <a:picLocks noChangeAspect="1"/>
          </p:cNvPicPr>
          <p:nvPr userDrawn="1"/>
        </p:nvPicPr>
        <p:blipFill>
          <a:blip r:embed="rId3" cstate="screen"/>
          <a:stretch>
            <a:fillRect/>
          </a:stretch>
        </p:blipFill>
        <p:spPr>
          <a:xfrm>
            <a:off x="4554764" y="1532412"/>
            <a:ext cx="3082473" cy="862791"/>
          </a:xfrm>
          <a:prstGeom prst="rect">
            <a:avLst/>
          </a:prstGeom>
        </p:spPr>
      </p:pic>
    </p:spTree>
  </p:cSld>
  <p:clrMapOvr>
    <a:masterClrMapping/>
  </p:clrMapOvr>
  <p:transition spd="med">
    <p:fade/>
  </p:transition>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目录样式7-2">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screen"/>
          <a:srcRect t="-74" b="196"/>
          <a:stretch>
            <a:fillRect/>
          </a:stretch>
        </p:blipFill>
        <p:spPr>
          <a:xfrm>
            <a:off x="0" y="-1"/>
            <a:ext cx="12191999" cy="5019675"/>
          </a:xfrm>
          <a:prstGeom prst="rect">
            <a:avLst/>
          </a:prstGeom>
        </p:spPr>
      </p:pic>
      <p:sp>
        <p:nvSpPr>
          <p:cNvPr id="5" name="矩形 4"/>
          <p:cNvSpPr/>
          <p:nvPr userDrawn="1"/>
        </p:nvSpPr>
        <p:spPr>
          <a:xfrm>
            <a:off x="0" y="5019674"/>
            <a:ext cx="12192001" cy="1838326"/>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0" y="0"/>
            <a:ext cx="12192001" cy="5019674"/>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73461" y="5009909"/>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矩形 8"/>
          <p:cNvSpPr/>
          <p:nvPr userDrawn="1"/>
        </p:nvSpPr>
        <p:spPr>
          <a:xfrm>
            <a:off x="1473992" y="3927615"/>
            <a:ext cx="9244014" cy="2164588"/>
          </a:xfrm>
          <a:prstGeom prst="rect">
            <a:avLst/>
          </a:prstGeom>
          <a:solidFill>
            <a:sysClr val="window" lastClr="FFFFFF"/>
          </a:solidFill>
          <a:ln w="76200" cap="flat" cmpd="sng" algn="ctr">
            <a:solidFill>
              <a:schemeClr val="accent3">
                <a:lumMod val="20000"/>
                <a:lumOff val="80000"/>
              </a:schemeClr>
            </a:solid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11" name="图片 10"/>
          <p:cNvPicPr>
            <a:picLocks noChangeAspect="1"/>
          </p:cNvPicPr>
          <p:nvPr userDrawn="1"/>
        </p:nvPicPr>
        <p:blipFill>
          <a:blip r:embed="rId3" cstate="screen"/>
          <a:stretch>
            <a:fillRect/>
          </a:stretch>
        </p:blipFill>
        <p:spPr>
          <a:xfrm>
            <a:off x="4554764" y="1532412"/>
            <a:ext cx="3082473" cy="862791"/>
          </a:xfrm>
          <a:prstGeom prst="rect">
            <a:avLst/>
          </a:prstGeom>
        </p:spPr>
      </p:pic>
    </p:spTree>
  </p:cSld>
  <p:clrMapOvr>
    <a:masterClrMapping/>
  </p:clrMapOvr>
  <p:transition spd="med">
    <p:fade/>
  </p:transition>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目录样式7-3">
    <p:spTree>
      <p:nvGrpSpPr>
        <p:cNvPr id="1" name=""/>
        <p:cNvGrpSpPr/>
        <p:nvPr/>
      </p:nvGrpSpPr>
      <p:grpSpPr>
        <a:xfrm>
          <a:off x="0" y="0"/>
          <a:ext cx="0" cy="0"/>
          <a:chOff x="0" y="0"/>
          <a:chExt cx="0" cy="0"/>
        </a:xfrm>
      </p:grpSpPr>
      <p:pic>
        <p:nvPicPr>
          <p:cNvPr id="2" name="图片 1"/>
          <p:cNvPicPr>
            <a:picLocks noChangeAspect="1"/>
          </p:cNvPicPr>
          <p:nvPr userDrawn="1"/>
        </p:nvPicPr>
        <p:blipFill rotWithShape="1">
          <a:blip r:embed="rId2" cstate="screen"/>
          <a:srcRect l="1" t="13078" r="-1" b="115"/>
          <a:stretch>
            <a:fillRect/>
          </a:stretch>
        </p:blipFill>
        <p:spPr>
          <a:xfrm>
            <a:off x="0" y="-1"/>
            <a:ext cx="12191999" cy="4362681"/>
          </a:xfrm>
          <a:prstGeom prst="rect">
            <a:avLst/>
          </a:prstGeom>
        </p:spPr>
      </p:pic>
      <p:sp>
        <p:nvSpPr>
          <p:cNvPr id="5" name="矩形 4"/>
          <p:cNvSpPr/>
          <p:nvPr userDrawn="1"/>
        </p:nvSpPr>
        <p:spPr>
          <a:xfrm>
            <a:off x="0" y="4346687"/>
            <a:ext cx="12192001" cy="2511313"/>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userDrawn="1"/>
        </p:nvSpPr>
        <p:spPr>
          <a:xfrm>
            <a:off x="0" y="0"/>
            <a:ext cx="12192001" cy="4346687"/>
          </a:xfrm>
          <a:prstGeom prst="rect">
            <a:avLst/>
          </a:prstGeom>
          <a:solidFill>
            <a:schemeClr val="accent1">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 name="直接连接符 6"/>
          <p:cNvCxnSpPr/>
          <p:nvPr userDrawn="1"/>
        </p:nvCxnSpPr>
        <p:spPr>
          <a:xfrm>
            <a:off x="-73936" y="4346687"/>
            <a:ext cx="12339873"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9" name="矩形 8"/>
          <p:cNvSpPr/>
          <p:nvPr userDrawn="1"/>
        </p:nvSpPr>
        <p:spPr>
          <a:xfrm>
            <a:off x="1828800" y="2524126"/>
            <a:ext cx="8494006" cy="3568078"/>
          </a:xfrm>
          <a:prstGeom prst="rect">
            <a:avLst/>
          </a:prstGeom>
          <a:solidFill>
            <a:sysClr val="window" lastClr="FFFFFF"/>
          </a:solidFill>
          <a:ln w="76200" cap="flat" cmpd="sng" algn="ctr">
            <a:solidFill>
              <a:schemeClr val="accent3">
                <a:lumMod val="20000"/>
                <a:lumOff val="80000"/>
              </a:schemeClr>
            </a:solid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69" name="图片 68"/>
          <p:cNvPicPr>
            <a:picLocks noChangeAspect="1"/>
          </p:cNvPicPr>
          <p:nvPr userDrawn="1"/>
        </p:nvPicPr>
        <p:blipFill>
          <a:blip r:embed="rId3" cstate="screen"/>
          <a:stretch>
            <a:fillRect/>
          </a:stretch>
        </p:blipFill>
        <p:spPr>
          <a:xfrm>
            <a:off x="4554764" y="861200"/>
            <a:ext cx="3082473" cy="862791"/>
          </a:xfrm>
          <a:prstGeom prst="rect">
            <a:avLst/>
          </a:prstGeom>
        </p:spPr>
      </p:pic>
    </p:spTree>
  </p:cSld>
  <p:clrMapOvr>
    <a:masterClrMapping/>
  </p:clrMapOvr>
  <p:transition spd="med">
    <p:fade/>
  </p:transition>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目录样式7-4">
    <p:spTree>
      <p:nvGrpSpPr>
        <p:cNvPr id="1" name=""/>
        <p:cNvGrpSpPr/>
        <p:nvPr/>
      </p:nvGrpSpPr>
      <p:grpSpPr>
        <a:xfrm>
          <a:off x="0" y="0"/>
          <a:ext cx="0" cy="0"/>
          <a:chOff x="0" y="0"/>
          <a:chExt cx="0" cy="0"/>
        </a:xfrm>
      </p:grpSpPr>
      <p:sp>
        <p:nvSpPr>
          <p:cNvPr id="8" name="矩形 7"/>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1" name="图片 10"/>
          <p:cNvPicPr>
            <a:picLocks noChangeAspect="1"/>
          </p:cNvPicPr>
          <p:nvPr userDrawn="1"/>
        </p:nvPicPr>
        <p:blipFill>
          <a:blip r:embed="rId2" cstate="screen"/>
          <a:stretch>
            <a:fillRect/>
          </a:stretch>
        </p:blipFill>
        <p:spPr>
          <a:xfrm>
            <a:off x="6943725" y="1087685"/>
            <a:ext cx="5251028" cy="5254131"/>
          </a:xfrm>
          <a:prstGeom prst="rect">
            <a:avLst/>
          </a:prstGeom>
        </p:spPr>
      </p:pic>
      <p:sp>
        <p:nvSpPr>
          <p:cNvPr id="12" name="矩形 11"/>
          <p:cNvSpPr/>
          <p:nvPr userDrawn="1"/>
        </p:nvSpPr>
        <p:spPr>
          <a:xfrm>
            <a:off x="7423183" y="0"/>
            <a:ext cx="4768815"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6873734" y="3188524"/>
            <a:ext cx="5318266" cy="1205346"/>
          </a:xfrm>
          <a:prstGeom prst="rect">
            <a:avLst/>
          </a:prstGeom>
          <a:solidFill>
            <a:sysClr val="window" lastClr="FFFFFF"/>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sp>
        <p:nvSpPr>
          <p:cNvPr id="44" name="矩形 43"/>
          <p:cNvSpPr/>
          <p:nvPr userDrawn="1"/>
        </p:nvSpPr>
        <p:spPr>
          <a:xfrm>
            <a:off x="6873734" y="3188522"/>
            <a:ext cx="549449" cy="1205348"/>
          </a:xfrm>
          <a:prstGeom prst="rect">
            <a:avLst/>
          </a:prstGeom>
          <a:solidFill>
            <a:schemeClr val="accent4"/>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sp>
        <p:nvSpPr>
          <p:cNvPr id="45" name="文本框 44"/>
          <p:cNvSpPr txBox="1"/>
          <p:nvPr userDrawn="1"/>
        </p:nvSpPr>
        <p:spPr>
          <a:xfrm>
            <a:off x="-2647787" y="-2281727"/>
            <a:ext cx="6031920" cy="11172289"/>
          </a:xfrm>
          <a:prstGeom prst="rect">
            <a:avLst/>
          </a:prstGeom>
          <a:noFill/>
        </p:spPr>
        <p:txBody>
          <a:bodyPr wrap="square" rtlCol="0">
            <a:spAutoFit/>
          </a:bodyPr>
          <a:lstStyle/>
          <a:p>
            <a:r>
              <a:rPr lang="en-US" altLang="zh-CN" sz="72000" dirty="0">
                <a:solidFill>
                  <a:schemeClr val="bg1">
                    <a:alpha val="40000"/>
                  </a:schemeClr>
                </a:solidFill>
              </a:rPr>
              <a:t>0</a:t>
            </a:r>
            <a:endParaRPr lang="zh-CN" altLang="en-US" sz="72000" dirty="0">
              <a:solidFill>
                <a:schemeClr val="bg1">
                  <a:alpha val="40000"/>
                </a:schemeClr>
              </a:solidFill>
            </a:endParaRPr>
          </a:p>
        </p:txBody>
      </p:sp>
      <p:pic>
        <p:nvPicPr>
          <p:cNvPr id="46" name="图片 45"/>
          <p:cNvPicPr>
            <a:picLocks noChangeAspect="1"/>
          </p:cNvPicPr>
          <p:nvPr userDrawn="1"/>
        </p:nvPicPr>
        <p:blipFill>
          <a:blip r:embed="rId3" cstate="screen"/>
          <a:stretch>
            <a:fillRect/>
          </a:stretch>
        </p:blipFill>
        <p:spPr>
          <a:xfrm>
            <a:off x="9485140" y="203173"/>
            <a:ext cx="2510452" cy="702681"/>
          </a:xfrm>
          <a:prstGeom prst="rect">
            <a:avLst/>
          </a:prstGeom>
        </p:spPr>
      </p:pic>
    </p:spTree>
  </p:cSld>
  <p:clrMapOvr>
    <a:masterClrMapping/>
  </p:clrMapOvr>
  <p:transition spd="med">
    <p:fade/>
  </p:transition>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目录样式8">
    <p:spTree>
      <p:nvGrpSpPr>
        <p:cNvPr id="1" name=""/>
        <p:cNvGrpSpPr/>
        <p:nvPr/>
      </p:nvGrpSpPr>
      <p:grpSpPr>
        <a:xfrm>
          <a:off x="0" y="0"/>
          <a:ext cx="0" cy="0"/>
          <a:chOff x="0" y="0"/>
          <a:chExt cx="0" cy="0"/>
        </a:xfrm>
      </p:grpSpPr>
      <p:sp>
        <p:nvSpPr>
          <p:cNvPr id="8" name="矩形 7"/>
          <p:cNvSpPr/>
          <p:nvPr userDrawn="1"/>
        </p:nvSpPr>
        <p:spPr>
          <a:xfrm>
            <a:off x="0" y="0"/>
            <a:ext cx="12192000" cy="6858000"/>
          </a:xfrm>
          <a:prstGeom prst="rect">
            <a:avLst/>
          </a:prstGeom>
          <a:gradFill flip="none" rotWithShape="1">
            <a:gsLst>
              <a:gs pos="0">
                <a:srgbClr val="007E42"/>
              </a:gs>
              <a:gs pos="100000">
                <a:schemeClr val="accent1"/>
              </a:gs>
            </a:gsLst>
            <a:lin ang="0" scaled="1"/>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1" name="图片 10"/>
          <p:cNvPicPr>
            <a:picLocks noChangeAspect="1"/>
          </p:cNvPicPr>
          <p:nvPr userDrawn="1"/>
        </p:nvPicPr>
        <p:blipFill>
          <a:blip r:embed="rId2" cstate="screen"/>
          <a:stretch>
            <a:fillRect/>
          </a:stretch>
        </p:blipFill>
        <p:spPr>
          <a:xfrm>
            <a:off x="6943725" y="1087685"/>
            <a:ext cx="5251028" cy="5254131"/>
          </a:xfrm>
          <a:prstGeom prst="rect">
            <a:avLst/>
          </a:prstGeom>
        </p:spPr>
      </p:pic>
      <p:sp>
        <p:nvSpPr>
          <p:cNvPr id="12" name="矩形 11"/>
          <p:cNvSpPr/>
          <p:nvPr userDrawn="1"/>
        </p:nvSpPr>
        <p:spPr>
          <a:xfrm>
            <a:off x="6870981" y="0"/>
            <a:ext cx="5321017" cy="6858001"/>
          </a:xfrm>
          <a:prstGeom prst="rect">
            <a:avLst/>
          </a:prstGeom>
          <a:gradFill flip="none" rotWithShape="1">
            <a:gsLst>
              <a:gs pos="0">
                <a:srgbClr val="006C39">
                  <a:alpha val="0"/>
                </a:srgbClr>
              </a:gs>
              <a:gs pos="100000">
                <a:schemeClr val="accent1">
                  <a:alpha val="72000"/>
                </a:scheme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6873734" y="3188524"/>
            <a:ext cx="5318266" cy="1205346"/>
          </a:xfrm>
          <a:prstGeom prst="rect">
            <a:avLst/>
          </a:prstGeom>
          <a:solidFill>
            <a:sysClr val="window" lastClr="FFFFFF"/>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sp>
        <p:nvSpPr>
          <p:cNvPr id="44" name="矩形 43"/>
          <p:cNvSpPr/>
          <p:nvPr userDrawn="1"/>
        </p:nvSpPr>
        <p:spPr>
          <a:xfrm>
            <a:off x="6873734" y="3188522"/>
            <a:ext cx="549449" cy="1205348"/>
          </a:xfrm>
          <a:prstGeom prst="rect">
            <a:avLst/>
          </a:prstGeom>
          <a:solidFill>
            <a:schemeClr val="accent4"/>
          </a:solidFill>
          <a:ln w="76200" cap="flat" cmpd="sng" algn="ctr">
            <a:noFill/>
            <a:prstDash val="solid"/>
            <a:miter lim="800000"/>
          </a:ln>
          <a:effectLst>
            <a:outerShdw blurRad="558800" sx="102000" sy="102000" algn="ctr" rotWithShape="0">
              <a:prstClr val="black">
                <a:alpha val="20000"/>
              </a:prstClr>
            </a:outerShdw>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Arial" panose="020B0604020202020204"/>
              <a:cs typeface="+mn-cs"/>
            </a:endParaRPr>
          </a:p>
        </p:txBody>
      </p:sp>
      <p:pic>
        <p:nvPicPr>
          <p:cNvPr id="46" name="图片 45"/>
          <p:cNvPicPr>
            <a:picLocks noChangeAspect="1"/>
          </p:cNvPicPr>
          <p:nvPr userDrawn="1"/>
        </p:nvPicPr>
        <p:blipFill>
          <a:blip r:embed="rId3" cstate="screen"/>
          <a:stretch>
            <a:fillRect/>
          </a:stretch>
        </p:blipFill>
        <p:spPr>
          <a:xfrm>
            <a:off x="9485140" y="203173"/>
            <a:ext cx="2510452" cy="702681"/>
          </a:xfrm>
          <a:prstGeom prst="rect">
            <a:avLst/>
          </a:prstGeom>
        </p:spPr>
      </p:pic>
      <p:grpSp>
        <p:nvGrpSpPr>
          <p:cNvPr id="9" name="Group 6"/>
          <p:cNvGrpSpPr/>
          <p:nvPr userDrawn="1"/>
        </p:nvGrpSpPr>
        <p:grpSpPr bwMode="auto">
          <a:xfrm>
            <a:off x="778934" y="687917"/>
            <a:ext cx="3299884" cy="5425016"/>
            <a:chOff x="0" y="0"/>
            <a:chExt cx="2476153" cy="4069266"/>
          </a:xfrm>
          <a:solidFill>
            <a:schemeClr val="bg1">
              <a:alpha val="25000"/>
            </a:schemeClr>
          </a:solidFill>
        </p:grpSpPr>
        <p:sp>
          <p:nvSpPr>
            <p:cNvPr id="10" name="矩形 3"/>
            <p:cNvSpPr>
              <a:spLocks noChangeArrowheads="1"/>
            </p:cNvSpPr>
            <p:nvPr/>
          </p:nvSpPr>
          <p:spPr bwMode="auto">
            <a:xfrm>
              <a:off x="0"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3" name="矩形 4"/>
            <p:cNvSpPr>
              <a:spLocks noChangeArrowheads="1"/>
            </p:cNvSpPr>
            <p:nvPr/>
          </p:nvSpPr>
          <p:spPr bwMode="auto">
            <a:xfrm>
              <a:off x="437624"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4" name="矩形 5"/>
            <p:cNvSpPr>
              <a:spLocks noChangeArrowheads="1"/>
            </p:cNvSpPr>
            <p:nvPr/>
          </p:nvSpPr>
          <p:spPr bwMode="auto">
            <a:xfrm>
              <a:off x="875248"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5" name="矩形 6"/>
            <p:cNvSpPr>
              <a:spLocks noChangeArrowheads="1"/>
            </p:cNvSpPr>
            <p:nvPr/>
          </p:nvSpPr>
          <p:spPr bwMode="auto">
            <a:xfrm>
              <a:off x="1312872"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6" name="矩形 7"/>
            <p:cNvSpPr>
              <a:spLocks noChangeArrowheads="1"/>
            </p:cNvSpPr>
            <p:nvPr/>
          </p:nvSpPr>
          <p:spPr bwMode="auto">
            <a:xfrm>
              <a:off x="1750496"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7" name="矩形 8"/>
            <p:cNvSpPr>
              <a:spLocks noChangeArrowheads="1"/>
            </p:cNvSpPr>
            <p:nvPr/>
          </p:nvSpPr>
          <p:spPr bwMode="auto">
            <a:xfrm>
              <a:off x="2188121" y="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8" name="矩形 59"/>
            <p:cNvSpPr>
              <a:spLocks noChangeArrowheads="1"/>
            </p:cNvSpPr>
            <p:nvPr/>
          </p:nvSpPr>
          <p:spPr bwMode="auto">
            <a:xfrm>
              <a:off x="0"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19" name="矩形 60"/>
            <p:cNvSpPr>
              <a:spLocks noChangeArrowheads="1"/>
            </p:cNvSpPr>
            <p:nvPr/>
          </p:nvSpPr>
          <p:spPr bwMode="auto">
            <a:xfrm>
              <a:off x="437624"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0" name="矩形 61"/>
            <p:cNvSpPr>
              <a:spLocks noChangeArrowheads="1"/>
            </p:cNvSpPr>
            <p:nvPr/>
          </p:nvSpPr>
          <p:spPr bwMode="auto">
            <a:xfrm>
              <a:off x="875248"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1" name="矩形 62"/>
            <p:cNvSpPr>
              <a:spLocks noChangeArrowheads="1"/>
            </p:cNvSpPr>
            <p:nvPr/>
          </p:nvSpPr>
          <p:spPr bwMode="auto">
            <a:xfrm>
              <a:off x="1312872"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2" name="矩形 63"/>
            <p:cNvSpPr>
              <a:spLocks noChangeArrowheads="1"/>
            </p:cNvSpPr>
            <p:nvPr/>
          </p:nvSpPr>
          <p:spPr bwMode="auto">
            <a:xfrm>
              <a:off x="1750496"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3" name="矩形 64"/>
            <p:cNvSpPr>
              <a:spLocks noChangeArrowheads="1"/>
            </p:cNvSpPr>
            <p:nvPr/>
          </p:nvSpPr>
          <p:spPr bwMode="auto">
            <a:xfrm>
              <a:off x="2188121" y="406202"/>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4" name="矩形 66"/>
            <p:cNvSpPr>
              <a:spLocks noChangeArrowheads="1"/>
            </p:cNvSpPr>
            <p:nvPr/>
          </p:nvSpPr>
          <p:spPr bwMode="auto">
            <a:xfrm>
              <a:off x="0"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5" name="矩形 67"/>
            <p:cNvSpPr>
              <a:spLocks noChangeArrowheads="1"/>
            </p:cNvSpPr>
            <p:nvPr/>
          </p:nvSpPr>
          <p:spPr bwMode="auto">
            <a:xfrm>
              <a:off x="437624"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6" name="矩形 68"/>
            <p:cNvSpPr>
              <a:spLocks noChangeArrowheads="1"/>
            </p:cNvSpPr>
            <p:nvPr/>
          </p:nvSpPr>
          <p:spPr bwMode="auto">
            <a:xfrm>
              <a:off x="875248"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7" name="矩形 69"/>
            <p:cNvSpPr>
              <a:spLocks noChangeArrowheads="1"/>
            </p:cNvSpPr>
            <p:nvPr/>
          </p:nvSpPr>
          <p:spPr bwMode="auto">
            <a:xfrm>
              <a:off x="1312872"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8" name="矩形 70"/>
            <p:cNvSpPr>
              <a:spLocks noChangeArrowheads="1"/>
            </p:cNvSpPr>
            <p:nvPr/>
          </p:nvSpPr>
          <p:spPr bwMode="auto">
            <a:xfrm>
              <a:off x="1750496"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29" name="矩形 71"/>
            <p:cNvSpPr>
              <a:spLocks noChangeArrowheads="1"/>
            </p:cNvSpPr>
            <p:nvPr/>
          </p:nvSpPr>
          <p:spPr bwMode="auto">
            <a:xfrm>
              <a:off x="2188121" y="828081"/>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0" name="矩形 73"/>
            <p:cNvSpPr>
              <a:spLocks noChangeArrowheads="1"/>
            </p:cNvSpPr>
            <p:nvPr/>
          </p:nvSpPr>
          <p:spPr bwMode="auto">
            <a:xfrm>
              <a:off x="0"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1" name="矩形 74"/>
            <p:cNvSpPr>
              <a:spLocks noChangeArrowheads="1"/>
            </p:cNvSpPr>
            <p:nvPr/>
          </p:nvSpPr>
          <p:spPr bwMode="auto">
            <a:xfrm>
              <a:off x="437624"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2" name="矩形 75"/>
            <p:cNvSpPr>
              <a:spLocks noChangeArrowheads="1"/>
            </p:cNvSpPr>
            <p:nvPr/>
          </p:nvSpPr>
          <p:spPr bwMode="auto">
            <a:xfrm>
              <a:off x="875248"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3" name="矩形 76"/>
            <p:cNvSpPr>
              <a:spLocks noChangeArrowheads="1"/>
            </p:cNvSpPr>
            <p:nvPr/>
          </p:nvSpPr>
          <p:spPr bwMode="auto">
            <a:xfrm>
              <a:off x="1312872"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4" name="矩形 77"/>
            <p:cNvSpPr>
              <a:spLocks noChangeArrowheads="1"/>
            </p:cNvSpPr>
            <p:nvPr/>
          </p:nvSpPr>
          <p:spPr bwMode="auto">
            <a:xfrm>
              <a:off x="1750496"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5" name="矩形 78"/>
            <p:cNvSpPr>
              <a:spLocks noChangeArrowheads="1"/>
            </p:cNvSpPr>
            <p:nvPr/>
          </p:nvSpPr>
          <p:spPr bwMode="auto">
            <a:xfrm>
              <a:off x="2188121" y="1249960"/>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6" name="矩形 80"/>
            <p:cNvSpPr>
              <a:spLocks noChangeArrowheads="1"/>
            </p:cNvSpPr>
            <p:nvPr/>
          </p:nvSpPr>
          <p:spPr bwMode="auto">
            <a:xfrm>
              <a:off x="0"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7" name="矩形 81"/>
            <p:cNvSpPr>
              <a:spLocks noChangeArrowheads="1"/>
            </p:cNvSpPr>
            <p:nvPr/>
          </p:nvSpPr>
          <p:spPr bwMode="auto">
            <a:xfrm>
              <a:off x="437624"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8" name="矩形 82"/>
            <p:cNvSpPr>
              <a:spLocks noChangeArrowheads="1"/>
            </p:cNvSpPr>
            <p:nvPr/>
          </p:nvSpPr>
          <p:spPr bwMode="auto">
            <a:xfrm>
              <a:off x="875248"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39" name="矩形 83"/>
            <p:cNvSpPr>
              <a:spLocks noChangeArrowheads="1"/>
            </p:cNvSpPr>
            <p:nvPr/>
          </p:nvSpPr>
          <p:spPr bwMode="auto">
            <a:xfrm>
              <a:off x="1312872"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0" name="矩形 84"/>
            <p:cNvSpPr>
              <a:spLocks noChangeArrowheads="1"/>
            </p:cNvSpPr>
            <p:nvPr/>
          </p:nvSpPr>
          <p:spPr bwMode="auto">
            <a:xfrm>
              <a:off x="1750496"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1" name="矩形 85"/>
            <p:cNvSpPr>
              <a:spLocks noChangeArrowheads="1"/>
            </p:cNvSpPr>
            <p:nvPr/>
          </p:nvSpPr>
          <p:spPr bwMode="auto">
            <a:xfrm>
              <a:off x="2188121" y="1671839"/>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2" name="矩形 87"/>
            <p:cNvSpPr>
              <a:spLocks noChangeArrowheads="1"/>
            </p:cNvSpPr>
            <p:nvPr/>
          </p:nvSpPr>
          <p:spPr bwMode="auto">
            <a:xfrm>
              <a:off x="0"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7" name="矩形 88"/>
            <p:cNvSpPr>
              <a:spLocks noChangeArrowheads="1"/>
            </p:cNvSpPr>
            <p:nvPr/>
          </p:nvSpPr>
          <p:spPr bwMode="auto">
            <a:xfrm>
              <a:off x="437624"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8" name="矩形 89"/>
            <p:cNvSpPr>
              <a:spLocks noChangeArrowheads="1"/>
            </p:cNvSpPr>
            <p:nvPr/>
          </p:nvSpPr>
          <p:spPr bwMode="auto">
            <a:xfrm>
              <a:off x="875248"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49" name="矩形 90"/>
            <p:cNvSpPr>
              <a:spLocks noChangeArrowheads="1"/>
            </p:cNvSpPr>
            <p:nvPr/>
          </p:nvSpPr>
          <p:spPr bwMode="auto">
            <a:xfrm>
              <a:off x="1312872"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0" name="矩形 91"/>
            <p:cNvSpPr>
              <a:spLocks noChangeArrowheads="1"/>
            </p:cNvSpPr>
            <p:nvPr/>
          </p:nvSpPr>
          <p:spPr bwMode="auto">
            <a:xfrm>
              <a:off x="1750496"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1" name="矩形 92"/>
            <p:cNvSpPr>
              <a:spLocks noChangeArrowheads="1"/>
            </p:cNvSpPr>
            <p:nvPr/>
          </p:nvSpPr>
          <p:spPr bwMode="auto">
            <a:xfrm>
              <a:off x="2188121" y="2093718"/>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2" name="矩形 94"/>
            <p:cNvSpPr>
              <a:spLocks noChangeArrowheads="1"/>
            </p:cNvSpPr>
            <p:nvPr/>
          </p:nvSpPr>
          <p:spPr bwMode="auto">
            <a:xfrm>
              <a:off x="0"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3" name="矩形 95"/>
            <p:cNvSpPr>
              <a:spLocks noChangeArrowheads="1"/>
            </p:cNvSpPr>
            <p:nvPr/>
          </p:nvSpPr>
          <p:spPr bwMode="auto">
            <a:xfrm>
              <a:off x="437624"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4" name="矩形 96"/>
            <p:cNvSpPr>
              <a:spLocks noChangeArrowheads="1"/>
            </p:cNvSpPr>
            <p:nvPr/>
          </p:nvSpPr>
          <p:spPr bwMode="auto">
            <a:xfrm>
              <a:off x="875248"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5" name="矩形 97"/>
            <p:cNvSpPr>
              <a:spLocks noChangeArrowheads="1"/>
            </p:cNvSpPr>
            <p:nvPr/>
          </p:nvSpPr>
          <p:spPr bwMode="auto">
            <a:xfrm>
              <a:off x="1312872"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6" name="矩形 98"/>
            <p:cNvSpPr>
              <a:spLocks noChangeArrowheads="1"/>
            </p:cNvSpPr>
            <p:nvPr/>
          </p:nvSpPr>
          <p:spPr bwMode="auto">
            <a:xfrm>
              <a:off x="1750496"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7" name="矩形 99"/>
            <p:cNvSpPr>
              <a:spLocks noChangeArrowheads="1"/>
            </p:cNvSpPr>
            <p:nvPr/>
          </p:nvSpPr>
          <p:spPr bwMode="auto">
            <a:xfrm>
              <a:off x="2188121" y="2515597"/>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8" name="矩形 101"/>
            <p:cNvSpPr>
              <a:spLocks noChangeArrowheads="1"/>
            </p:cNvSpPr>
            <p:nvPr/>
          </p:nvSpPr>
          <p:spPr bwMode="auto">
            <a:xfrm>
              <a:off x="0"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59" name="矩形 102"/>
            <p:cNvSpPr>
              <a:spLocks noChangeArrowheads="1"/>
            </p:cNvSpPr>
            <p:nvPr/>
          </p:nvSpPr>
          <p:spPr bwMode="auto">
            <a:xfrm>
              <a:off x="437624"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0" name="矩形 103"/>
            <p:cNvSpPr>
              <a:spLocks noChangeArrowheads="1"/>
            </p:cNvSpPr>
            <p:nvPr/>
          </p:nvSpPr>
          <p:spPr bwMode="auto">
            <a:xfrm>
              <a:off x="875248"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1" name="矩形 104"/>
            <p:cNvSpPr>
              <a:spLocks noChangeArrowheads="1"/>
            </p:cNvSpPr>
            <p:nvPr/>
          </p:nvSpPr>
          <p:spPr bwMode="auto">
            <a:xfrm>
              <a:off x="1312872"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2" name="矩形 105"/>
            <p:cNvSpPr>
              <a:spLocks noChangeArrowheads="1"/>
            </p:cNvSpPr>
            <p:nvPr/>
          </p:nvSpPr>
          <p:spPr bwMode="auto">
            <a:xfrm>
              <a:off x="1750496"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3" name="矩形 106"/>
            <p:cNvSpPr>
              <a:spLocks noChangeArrowheads="1"/>
            </p:cNvSpPr>
            <p:nvPr/>
          </p:nvSpPr>
          <p:spPr bwMode="auto">
            <a:xfrm>
              <a:off x="2188121" y="2937476"/>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4" name="矩形 108"/>
            <p:cNvSpPr>
              <a:spLocks noChangeArrowheads="1"/>
            </p:cNvSpPr>
            <p:nvPr/>
          </p:nvSpPr>
          <p:spPr bwMode="auto">
            <a:xfrm>
              <a:off x="0"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5" name="矩形 109"/>
            <p:cNvSpPr>
              <a:spLocks noChangeArrowheads="1"/>
            </p:cNvSpPr>
            <p:nvPr/>
          </p:nvSpPr>
          <p:spPr bwMode="auto">
            <a:xfrm>
              <a:off x="437624"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6" name="矩形 110"/>
            <p:cNvSpPr>
              <a:spLocks noChangeArrowheads="1"/>
            </p:cNvSpPr>
            <p:nvPr/>
          </p:nvSpPr>
          <p:spPr bwMode="auto">
            <a:xfrm>
              <a:off x="875248"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7" name="矩形 111"/>
            <p:cNvSpPr>
              <a:spLocks noChangeArrowheads="1"/>
            </p:cNvSpPr>
            <p:nvPr/>
          </p:nvSpPr>
          <p:spPr bwMode="auto">
            <a:xfrm>
              <a:off x="1312872"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8" name="矩形 112"/>
            <p:cNvSpPr>
              <a:spLocks noChangeArrowheads="1"/>
            </p:cNvSpPr>
            <p:nvPr/>
          </p:nvSpPr>
          <p:spPr bwMode="auto">
            <a:xfrm>
              <a:off x="1750496"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69" name="矩形 113"/>
            <p:cNvSpPr>
              <a:spLocks noChangeArrowheads="1"/>
            </p:cNvSpPr>
            <p:nvPr/>
          </p:nvSpPr>
          <p:spPr bwMode="auto">
            <a:xfrm>
              <a:off x="2188121" y="3359355"/>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0" name="矩形 115"/>
            <p:cNvSpPr>
              <a:spLocks noChangeArrowheads="1"/>
            </p:cNvSpPr>
            <p:nvPr/>
          </p:nvSpPr>
          <p:spPr bwMode="auto">
            <a:xfrm>
              <a:off x="0"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1" name="矩形 116"/>
            <p:cNvSpPr>
              <a:spLocks noChangeArrowheads="1"/>
            </p:cNvSpPr>
            <p:nvPr/>
          </p:nvSpPr>
          <p:spPr bwMode="auto">
            <a:xfrm>
              <a:off x="437624"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2" name="矩形 117"/>
            <p:cNvSpPr>
              <a:spLocks noChangeArrowheads="1"/>
            </p:cNvSpPr>
            <p:nvPr/>
          </p:nvSpPr>
          <p:spPr bwMode="auto">
            <a:xfrm>
              <a:off x="875248"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3" name="矩形 118"/>
            <p:cNvSpPr>
              <a:spLocks noChangeArrowheads="1"/>
            </p:cNvSpPr>
            <p:nvPr/>
          </p:nvSpPr>
          <p:spPr bwMode="auto">
            <a:xfrm>
              <a:off x="1312872"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4" name="矩形 119"/>
            <p:cNvSpPr>
              <a:spLocks noChangeArrowheads="1"/>
            </p:cNvSpPr>
            <p:nvPr/>
          </p:nvSpPr>
          <p:spPr bwMode="auto">
            <a:xfrm>
              <a:off x="1750496"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sp>
          <p:nvSpPr>
            <p:cNvPr id="75" name="矩形 120"/>
            <p:cNvSpPr>
              <a:spLocks noChangeArrowheads="1"/>
            </p:cNvSpPr>
            <p:nvPr/>
          </p:nvSpPr>
          <p:spPr bwMode="auto">
            <a:xfrm>
              <a:off x="2188121" y="3781234"/>
              <a:ext cx="288032" cy="288032"/>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Arial" panose="020B0604020202020204" pitchFamily="34" charset="0"/>
                  <a:ea typeface="宋体" pitchFamily="2" charset="-122"/>
                </a:defRPr>
              </a:lvl1pPr>
              <a:lvl2pPr marL="742950" indent="-285750">
                <a:defRPr>
                  <a:solidFill>
                    <a:schemeClr val="tx1"/>
                  </a:solidFill>
                  <a:latin typeface="Arial" panose="020B0604020202020204" pitchFamily="34" charset="0"/>
                  <a:ea typeface="宋体" pitchFamily="2" charset="-122"/>
                </a:defRPr>
              </a:lvl2pPr>
              <a:lvl3pPr marL="1143000" indent="-228600">
                <a:defRPr>
                  <a:solidFill>
                    <a:schemeClr val="tx1"/>
                  </a:solidFill>
                  <a:latin typeface="Arial" panose="020B0604020202020204" pitchFamily="34" charset="0"/>
                  <a:ea typeface="宋体" pitchFamily="2" charset="-122"/>
                </a:defRPr>
              </a:lvl3pPr>
              <a:lvl4pPr marL="1600200" indent="-228600">
                <a:defRPr>
                  <a:solidFill>
                    <a:schemeClr val="tx1"/>
                  </a:solidFill>
                  <a:latin typeface="Arial" panose="020B0604020202020204" pitchFamily="34" charset="0"/>
                  <a:ea typeface="宋体" pitchFamily="2" charset="-122"/>
                </a:defRPr>
              </a:lvl4pPr>
              <a:lvl5pPr marL="2057400" indent="-228600">
                <a:defRPr>
                  <a:solidFill>
                    <a:schemeClr val="tx1"/>
                  </a:solidFill>
                  <a:latin typeface="Arial" panose="020B0604020202020204"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itchFamily="2" charset="-122"/>
                </a:defRPr>
              </a:lvl9pPr>
            </a:lstStyle>
            <a:p>
              <a:pPr algn="ctr" eaLnBrk="1" hangingPunct="1">
                <a:buFont typeface="Arial" panose="020B0604020202020204" pitchFamily="34" charset="0"/>
                <a:buNone/>
              </a:pPr>
              <a:endParaRPr lang="zh-CN" altLang="zh-CN" sz="2400">
                <a:solidFill>
                  <a:srgbClr val="FFFFFF"/>
                </a:solidFill>
                <a:latin typeface="微软雅黑" panose="020B0503020204020204" pitchFamily="34" charset="-122"/>
                <a:ea typeface="微软雅黑" panose="020B0503020204020204" pitchFamily="34" charset="-122"/>
                <a:sym typeface="微软雅黑" panose="020B0503020204020204" pitchFamily="34" charset="-122"/>
              </a:endParaRPr>
            </a:p>
          </p:txBody>
        </p:sp>
      </p:grpSp>
    </p:spTree>
  </p:cSld>
  <p:clrMapOvr>
    <a:masterClrMapping/>
  </p:clrMapOvr>
  <p:transition spd="med">
    <p:fade/>
  </p:transition>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内页样式1-常规">
    <p:spTree>
      <p:nvGrpSpPr>
        <p:cNvPr id="1" name=""/>
        <p:cNvGrpSpPr/>
        <p:nvPr/>
      </p:nvGrpSpPr>
      <p:grpSpPr>
        <a:xfrm>
          <a:off x="0" y="0"/>
          <a:ext cx="0" cy="0"/>
          <a:chOff x="0" y="0"/>
          <a:chExt cx="0" cy="0"/>
        </a:xfrm>
      </p:grpSpPr>
      <p:cxnSp>
        <p:nvCxnSpPr>
          <p:cNvPr id="2" name="直接连接符 1"/>
          <p:cNvCxnSpPr/>
          <p:nvPr userDrawn="1"/>
        </p:nvCxnSpPr>
        <p:spPr>
          <a:xfrm>
            <a:off x="1550089" y="863157"/>
            <a:ext cx="10318623" cy="0"/>
          </a:xfrm>
          <a:prstGeom prst="line">
            <a:avLst/>
          </a:prstGeom>
          <a:ln w="28575">
            <a:solidFill>
              <a:schemeClr val="accent3"/>
            </a:solidFill>
          </a:ln>
        </p:spPr>
        <p:style>
          <a:lnRef idx="1">
            <a:schemeClr val="accent1"/>
          </a:lnRef>
          <a:fillRef idx="0">
            <a:schemeClr val="accent1"/>
          </a:fillRef>
          <a:effectRef idx="0">
            <a:schemeClr val="accent1"/>
          </a:effectRef>
          <a:fontRef idx="minor">
            <a:schemeClr val="tx1"/>
          </a:fontRef>
        </p:style>
      </p:cxnSp>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p:cNvSpPr/>
          <p:nvPr userDrawn="1"/>
        </p:nvSpPr>
        <p:spPr>
          <a:xfrm>
            <a:off x="318632" y="0"/>
            <a:ext cx="1048735" cy="873125"/>
          </a:xfrm>
          <a:prstGeom prst="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12" name="标题 11"/>
          <p:cNvSpPr>
            <a:spLocks noGrp="1"/>
          </p:cNvSpPr>
          <p:nvPr>
            <p:ph type="title"/>
          </p:nvPr>
        </p:nvSpPr>
        <p:spPr>
          <a:xfrm>
            <a:off x="1606550" y="34431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5" name="矩形 4"/>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sp>
        <p:nvSpPr>
          <p:cNvPr id="25" name="矩形 24"/>
          <p:cNvSpPr/>
          <p:nvPr userDrawn="1"/>
        </p:nvSpPr>
        <p:spPr>
          <a:xfrm>
            <a:off x="1378908" y="-1612"/>
            <a:ext cx="167082" cy="874737"/>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grpSp>
        <p:nvGrpSpPr>
          <p:cNvPr id="56" name="组合 55"/>
          <p:cNvGrpSpPr/>
          <p:nvPr userDrawn="1"/>
        </p:nvGrpSpPr>
        <p:grpSpPr>
          <a:xfrm>
            <a:off x="598941" y="6399999"/>
            <a:ext cx="2542613" cy="276499"/>
            <a:chOff x="598941" y="6399999"/>
            <a:chExt cx="2542613" cy="276499"/>
          </a:xfrm>
          <a:solidFill>
            <a:schemeClr val="bg1"/>
          </a:solidFill>
        </p:grpSpPr>
        <p:grpSp>
          <p:nvGrpSpPr>
            <p:cNvPr id="33" name="组合 32"/>
            <p:cNvGrpSpPr/>
            <p:nvPr/>
          </p:nvGrpSpPr>
          <p:grpSpPr>
            <a:xfrm>
              <a:off x="2055693" y="6402621"/>
              <a:ext cx="1085861" cy="270805"/>
              <a:chOff x="10340336" y="2247899"/>
              <a:chExt cx="2724438" cy="679451"/>
            </a:xfrm>
            <a:grpFill/>
          </p:grpSpPr>
          <p:sp>
            <p:nvSpPr>
              <p:cNvPr id="47"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48"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49" name="组合 48"/>
              <p:cNvGrpSpPr/>
              <p:nvPr/>
            </p:nvGrpSpPr>
            <p:grpSpPr>
              <a:xfrm>
                <a:off x="10340336" y="2247899"/>
                <a:ext cx="547688" cy="679451"/>
                <a:chOff x="5548313" y="2084388"/>
                <a:chExt cx="547688" cy="679451"/>
              </a:xfrm>
              <a:grpFill/>
            </p:grpSpPr>
            <p:sp>
              <p:nvSpPr>
                <p:cNvPr id="54"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5"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0" name="组合 49"/>
              <p:cNvGrpSpPr/>
              <p:nvPr/>
            </p:nvGrpSpPr>
            <p:grpSpPr>
              <a:xfrm>
                <a:off x="11192276" y="2400300"/>
                <a:ext cx="322175" cy="373063"/>
                <a:chOff x="3792874" y="3138488"/>
                <a:chExt cx="322175" cy="373063"/>
              </a:xfrm>
              <a:grpFill/>
            </p:grpSpPr>
            <p:sp>
              <p:nvSpPr>
                <p:cNvPr id="51"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2"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34" name="组合 33"/>
            <p:cNvGrpSpPr/>
            <p:nvPr/>
          </p:nvGrpSpPr>
          <p:grpSpPr>
            <a:xfrm>
              <a:off x="598941" y="6399999"/>
              <a:ext cx="1102619" cy="276499"/>
              <a:chOff x="6738929" y="2270918"/>
              <a:chExt cx="2766486" cy="693738"/>
            </a:xfrm>
            <a:grpFill/>
          </p:grpSpPr>
          <p:grpSp>
            <p:nvGrpSpPr>
              <p:cNvPr id="35" name="组合 34"/>
              <p:cNvGrpSpPr/>
              <p:nvPr/>
            </p:nvGrpSpPr>
            <p:grpSpPr>
              <a:xfrm>
                <a:off x="8180494" y="2355056"/>
                <a:ext cx="484188" cy="509588"/>
                <a:chOff x="6113463" y="3541713"/>
                <a:chExt cx="484188" cy="509588"/>
              </a:xfrm>
              <a:grpFill/>
            </p:grpSpPr>
            <p:sp>
              <p:nvSpPr>
                <p:cNvPr id="45"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6"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6" name="组合 35"/>
              <p:cNvGrpSpPr/>
              <p:nvPr/>
            </p:nvGrpSpPr>
            <p:grpSpPr>
              <a:xfrm>
                <a:off x="6738929" y="2270918"/>
                <a:ext cx="549275" cy="693738"/>
                <a:chOff x="6108700" y="2066926"/>
                <a:chExt cx="549275" cy="693738"/>
              </a:xfrm>
              <a:grpFill/>
            </p:grpSpPr>
            <p:sp>
              <p:nvSpPr>
                <p:cNvPr id="43"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4"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7" name="组合 36"/>
              <p:cNvGrpSpPr/>
              <p:nvPr/>
            </p:nvGrpSpPr>
            <p:grpSpPr>
              <a:xfrm>
                <a:off x="7532962" y="2451100"/>
                <a:ext cx="368300" cy="317500"/>
                <a:chOff x="6186488" y="2930526"/>
                <a:chExt cx="368300" cy="317500"/>
              </a:xfrm>
              <a:grpFill/>
            </p:grpSpPr>
            <p:sp>
              <p:nvSpPr>
                <p:cNvPr id="4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3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3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57" name="图片 56"/>
          <p:cNvPicPr>
            <a:picLocks noChangeAspect="1"/>
          </p:cNvPicPr>
          <p:nvPr userDrawn="1"/>
        </p:nvPicPr>
        <p:blipFill>
          <a:blip r:embed="rId2" cstate="screen"/>
          <a:stretch>
            <a:fillRect/>
          </a:stretch>
        </p:blipFill>
        <p:spPr>
          <a:xfrm>
            <a:off x="9837818" y="347339"/>
            <a:ext cx="1969223" cy="432990"/>
          </a:xfrm>
          <a:prstGeom prst="rect">
            <a:avLst/>
          </a:prstGeom>
        </p:spPr>
      </p:pic>
      <p:cxnSp>
        <p:nvCxnSpPr>
          <p:cNvPr id="7" name="直接连接符 6"/>
          <p:cNvCxnSpPr/>
          <p:nvPr userDrawn="1"/>
        </p:nvCxnSpPr>
        <p:spPr>
          <a:xfrm>
            <a:off x="1366474" y="-17822"/>
            <a:ext cx="0" cy="107941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userDrawn="1"/>
        </p:nvCxnSpPr>
        <p:spPr>
          <a:xfrm>
            <a:off x="11155416" y="6119786"/>
            <a:ext cx="0" cy="760632"/>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内页样式1-一段一图">
    <p:spTree>
      <p:nvGrpSpPr>
        <p:cNvPr id="1" name=""/>
        <p:cNvGrpSpPr/>
        <p:nvPr/>
      </p:nvGrpSpPr>
      <p:grpSpPr>
        <a:xfrm>
          <a:off x="0" y="0"/>
          <a:ext cx="0" cy="0"/>
          <a:chOff x="0" y="0"/>
          <a:chExt cx="0" cy="0"/>
        </a:xfrm>
      </p:grpSpPr>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pic>
        <p:nvPicPr>
          <p:cNvPr id="57" name="图片 56"/>
          <p:cNvPicPr>
            <a:picLocks noChangeAspect="1"/>
          </p:cNvPicPr>
          <p:nvPr userDrawn="1"/>
        </p:nvPicPr>
        <p:blipFill>
          <a:blip r:embed="rId2" cstate="screen"/>
          <a:stretch>
            <a:fillRect/>
          </a:stretch>
        </p:blipFill>
        <p:spPr>
          <a:xfrm>
            <a:off x="9837818" y="347339"/>
            <a:ext cx="1969223" cy="432990"/>
          </a:xfrm>
          <a:prstGeom prst="rect">
            <a:avLst/>
          </a:prstGeom>
        </p:spPr>
      </p:pic>
      <p:cxnSp>
        <p:nvCxnSpPr>
          <p:cNvPr id="5" name="直接连接符 4"/>
          <p:cNvCxnSpPr/>
          <p:nvPr userDrawn="1"/>
        </p:nvCxnSpPr>
        <p:spPr>
          <a:xfrm>
            <a:off x="11155416" y="6133167"/>
            <a:ext cx="0" cy="756171"/>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spd="med">
    <p:fade/>
  </p:transition>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内页样式2-常规">
    <p:spTree>
      <p:nvGrpSpPr>
        <p:cNvPr id="1" name=""/>
        <p:cNvGrpSpPr/>
        <p:nvPr/>
      </p:nvGrpSpPr>
      <p:grpSpPr>
        <a:xfrm>
          <a:off x="0" y="0"/>
          <a:ext cx="0" cy="0"/>
          <a:chOff x="0" y="0"/>
          <a:chExt cx="0" cy="0"/>
        </a:xfrm>
      </p:grpSpPr>
      <p:sp>
        <p:nvSpPr>
          <p:cNvPr id="12" name="标题 11"/>
          <p:cNvSpPr>
            <a:spLocks noGrp="1"/>
          </p:cNvSpPr>
          <p:nvPr>
            <p:ph type="title"/>
          </p:nvPr>
        </p:nvSpPr>
        <p:spPr>
          <a:xfrm>
            <a:off x="417309" y="362097"/>
            <a:ext cx="8643848" cy="5909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36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cxnSp>
        <p:nvCxnSpPr>
          <p:cNvPr id="87" name="直接连接符 86"/>
          <p:cNvCxnSpPr/>
          <p:nvPr userDrawn="1"/>
        </p:nvCxnSpPr>
        <p:spPr>
          <a:xfrm>
            <a:off x="442913" y="957831"/>
            <a:ext cx="11306175" cy="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图片 3"/>
          <p:cNvPicPr>
            <a:picLocks noChangeAspect="1"/>
          </p:cNvPicPr>
          <p:nvPr userDrawn="1"/>
        </p:nvPicPr>
        <p:blipFill>
          <a:blip r:embed="rId2" cstate="screen"/>
          <a:stretch>
            <a:fillRect/>
          </a:stretch>
        </p:blipFill>
        <p:spPr>
          <a:xfrm>
            <a:off x="9877585" y="334397"/>
            <a:ext cx="1871503" cy="561768"/>
          </a:xfrm>
          <a:prstGeom prst="rect">
            <a:avLst/>
          </a:prstGeom>
        </p:spPr>
      </p:pic>
      <p:sp>
        <p:nvSpPr>
          <p:cNvPr id="3" name="矩形 2"/>
          <p:cNvSpPr/>
          <p:nvPr userDrawn="1"/>
        </p:nvSpPr>
        <p:spPr>
          <a:xfrm>
            <a:off x="447254" y="957831"/>
            <a:ext cx="7808986" cy="949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TextBox 11"/>
          <p:cNvSpPr txBox="1">
            <a:spLocks noChangeArrowheads="1"/>
          </p:cNvSpPr>
          <p:nvPr userDrawn="1"/>
        </p:nvSpPr>
        <p:spPr bwMode="auto">
          <a:xfrm>
            <a:off x="11792769" y="56260"/>
            <a:ext cx="363220" cy="3067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charset="0"/>
                <a:ea typeface="宋体" pitchFamily="2" charset="-122"/>
              </a:defRPr>
            </a:lvl1pPr>
            <a:lvl2pPr marL="742950" indent="-285750">
              <a:defRPr>
                <a:solidFill>
                  <a:schemeClr val="tx1"/>
                </a:solidFill>
                <a:latin typeface="Calibri" panose="020F0502020204030204" charset="0"/>
                <a:ea typeface="宋体" pitchFamily="2" charset="-122"/>
              </a:defRPr>
            </a:lvl2pPr>
            <a:lvl3pPr marL="1143000" indent="-228600">
              <a:defRPr>
                <a:solidFill>
                  <a:schemeClr val="tx1"/>
                </a:solidFill>
                <a:latin typeface="Calibri" panose="020F0502020204030204" charset="0"/>
                <a:ea typeface="宋体" pitchFamily="2" charset="-122"/>
              </a:defRPr>
            </a:lvl3pPr>
            <a:lvl4pPr marL="1600200" indent="-228600">
              <a:defRPr>
                <a:solidFill>
                  <a:schemeClr val="tx1"/>
                </a:solidFill>
                <a:latin typeface="Calibri" panose="020F0502020204030204" charset="0"/>
                <a:ea typeface="宋体" pitchFamily="2" charset="-122"/>
              </a:defRPr>
            </a:lvl4pPr>
            <a:lvl5pPr marL="2057400" indent="-228600">
              <a:defRPr>
                <a:solidFill>
                  <a:schemeClr val="tx1"/>
                </a:solidFill>
                <a:latin typeface="Calibri" panose="020F0502020204030204" charset="0"/>
                <a:ea typeface="宋体"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itchFamily="2" charset="-122"/>
              </a:defRPr>
            </a:lvl9pPr>
          </a:lstStyle>
          <a:p>
            <a:pPr>
              <a:defRPr/>
            </a:pPr>
            <a:fld id="{ED856349-79DF-4269-BEE4-3014BAD1A95F}" type="slidenum">
              <a:rPr lang="en-US" altLang="zh-CN" sz="1400" b="1" smtClean="0">
                <a:solidFill>
                  <a:srgbClr val="404040"/>
                </a:solidFill>
              </a:rPr>
              <a:t>‹#›</a:t>
            </a:fld>
            <a:endParaRPr lang="zh-CN" altLang="en-US" sz="1400" b="1" dirty="0">
              <a:solidFill>
                <a:srgbClr val="404040"/>
              </a:solidFill>
            </a:endParaRPr>
          </a:p>
        </p:txBody>
      </p:sp>
    </p:spTree>
  </p:cSld>
  <p:clrMapOvr>
    <a:masterClrMapping/>
  </p:clrMapOvr>
  <p:transition spd="med">
    <p:fade/>
  </p:transition>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内页样式2-一段一图">
    <p:spTree>
      <p:nvGrpSpPr>
        <p:cNvPr id="1" name=""/>
        <p:cNvGrpSpPr/>
        <p:nvPr/>
      </p:nvGrpSpPr>
      <p:grpSpPr>
        <a:xfrm>
          <a:off x="0" y="0"/>
          <a:ext cx="0" cy="0"/>
          <a:chOff x="0" y="0"/>
          <a:chExt cx="0" cy="0"/>
        </a:xfrm>
      </p:grpSpPr>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sp>
        <p:nvSpPr>
          <p:cNvPr id="88" name="矩形 87"/>
          <p:cNvSpPr/>
          <p:nvPr userDrawn="1"/>
        </p:nvSpPr>
        <p:spPr>
          <a:xfrm>
            <a:off x="12146281" y="336478"/>
            <a:ext cx="45719" cy="26597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p:cNvPicPr>
            <a:picLocks noChangeAspect="1"/>
          </p:cNvPicPr>
          <p:nvPr userDrawn="1"/>
        </p:nvPicPr>
        <p:blipFill>
          <a:blip r:embed="rId2" cstate="screen"/>
          <a:stretch>
            <a:fillRect/>
          </a:stretch>
        </p:blipFill>
        <p:spPr>
          <a:xfrm>
            <a:off x="9790193" y="252089"/>
            <a:ext cx="1969223" cy="432990"/>
          </a:xfrm>
          <a:prstGeom prst="rect">
            <a:avLst/>
          </a:prstGeom>
        </p:spPr>
      </p:pic>
    </p:spTree>
  </p:cSld>
  <p:clrMapOvr>
    <a:masterClrMapping/>
  </p:clrMapOvr>
  <p:transition spd="med">
    <p:fade/>
  </p:transition>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内页样式3-常规">
    <p:spTree>
      <p:nvGrpSpPr>
        <p:cNvPr id="1" name=""/>
        <p:cNvGrpSpPr/>
        <p:nvPr/>
      </p:nvGrpSpPr>
      <p:grpSpPr>
        <a:xfrm>
          <a:off x="0" y="0"/>
          <a:ext cx="0" cy="0"/>
          <a:chOff x="0" y="0"/>
          <a:chExt cx="0" cy="0"/>
        </a:xfrm>
      </p:grpSpPr>
      <p:sp>
        <p:nvSpPr>
          <p:cNvPr id="32" name="任意多边形: 形状 77"/>
          <p:cNvSpPr/>
          <p:nvPr userDrawn="1"/>
        </p:nvSpPr>
        <p:spPr>
          <a:xfrm>
            <a:off x="10114068" y="210207"/>
            <a:ext cx="2789025" cy="573228"/>
          </a:xfrm>
          <a:custGeom>
            <a:avLst/>
            <a:gdLst>
              <a:gd name="connsiteX0" fmla="*/ 83399 w 1678507"/>
              <a:gd name="connsiteY0" fmla="*/ 0 h 573228"/>
              <a:gd name="connsiteX1" fmla="*/ 1678507 w 1678507"/>
              <a:gd name="connsiteY1" fmla="*/ 0 h 573228"/>
              <a:gd name="connsiteX2" fmla="*/ 1678507 w 1678507"/>
              <a:gd name="connsiteY2" fmla="*/ 573228 h 573228"/>
              <a:gd name="connsiteX3" fmla="*/ 0 w 1678507"/>
              <a:gd name="connsiteY3" fmla="*/ 573228 h 573228"/>
            </a:gdLst>
            <a:ahLst/>
            <a:cxnLst>
              <a:cxn ang="0">
                <a:pos x="connsiteX0" y="connsiteY0"/>
              </a:cxn>
              <a:cxn ang="0">
                <a:pos x="connsiteX1" y="connsiteY1"/>
              </a:cxn>
              <a:cxn ang="0">
                <a:pos x="connsiteX2" y="connsiteY2"/>
              </a:cxn>
              <a:cxn ang="0">
                <a:pos x="connsiteX3" y="connsiteY3"/>
              </a:cxn>
            </a:cxnLst>
            <a:rect l="l" t="t" r="r" b="b"/>
            <a:pathLst>
              <a:path w="1678507" h="573228">
                <a:moveTo>
                  <a:pt x="83399" y="0"/>
                </a:moveTo>
                <a:lnTo>
                  <a:pt x="1678507" y="0"/>
                </a:lnTo>
                <a:lnTo>
                  <a:pt x="1678507" y="573228"/>
                </a:lnTo>
                <a:lnTo>
                  <a:pt x="0" y="573228"/>
                </a:lnTo>
                <a:close/>
              </a:path>
            </a:pathLst>
          </a:custGeom>
          <a:solidFill>
            <a:schemeClr val="accent1"/>
          </a:solidFill>
          <a:ln>
            <a:noFill/>
          </a:ln>
        </p:spPr>
        <p:style>
          <a:lnRef idx="2">
            <a:schemeClr val="accent3">
              <a:shade val="50000"/>
            </a:schemeClr>
          </a:lnRef>
          <a:fillRef idx="1">
            <a:schemeClr val="accent3"/>
          </a:fillRef>
          <a:effectRef idx="0">
            <a:schemeClr val="accent3"/>
          </a:effectRef>
          <a:fontRef idx="minor">
            <a:schemeClr val="lt1"/>
          </a:fontRef>
        </p:style>
        <p:txBody>
          <a:bodyPr wrap="square" rtlCol="0" anchor="ctr">
            <a:noAutofit/>
          </a:bodyPr>
          <a:lstStyle/>
          <a:p>
            <a:pPr algn="ctr">
              <a:lnSpc>
                <a:spcPct val="120000"/>
              </a:lnSpc>
            </a:pPr>
            <a:endParaRPr lang="zh-CN" altLang="en-US" dirty="0">
              <a:cs typeface="+mn-ea"/>
              <a:sym typeface="+mn-lt"/>
            </a:endParaRPr>
          </a:p>
        </p:txBody>
      </p:sp>
      <p:sp>
        <p:nvSpPr>
          <p:cNvPr id="4" name="平行四边形 3"/>
          <p:cNvSpPr/>
          <p:nvPr userDrawn="1"/>
        </p:nvSpPr>
        <p:spPr>
          <a:xfrm>
            <a:off x="198120" y="302341"/>
            <a:ext cx="746398" cy="342128"/>
          </a:xfrm>
          <a:prstGeom prst="parallelogram">
            <a:avLst>
              <a:gd name="adj" fmla="val 25000"/>
            </a:avLst>
          </a:prstGeom>
          <a:solidFill>
            <a:schemeClr val="accent4"/>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lnSpc>
                <a:spcPct val="120000"/>
              </a:lnSpc>
            </a:pPr>
            <a:endParaRPr lang="zh-CN" altLang="en-US">
              <a:cs typeface="+mn-ea"/>
              <a:sym typeface="+mn-lt"/>
            </a:endParaRPr>
          </a:p>
        </p:txBody>
      </p:sp>
      <p:sp>
        <p:nvSpPr>
          <p:cNvPr id="71" name="文本框 7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72" name="组合 71"/>
          <p:cNvGrpSpPr/>
          <p:nvPr userDrawn="1"/>
        </p:nvGrpSpPr>
        <p:grpSpPr>
          <a:xfrm>
            <a:off x="598941" y="6399999"/>
            <a:ext cx="2542613" cy="276499"/>
            <a:chOff x="598941" y="6399999"/>
            <a:chExt cx="2542613" cy="276499"/>
          </a:xfrm>
          <a:solidFill>
            <a:schemeClr val="accent3"/>
          </a:solidFill>
        </p:grpSpPr>
        <p:grpSp>
          <p:nvGrpSpPr>
            <p:cNvPr id="73" name="组合 72"/>
            <p:cNvGrpSpPr/>
            <p:nvPr/>
          </p:nvGrpSpPr>
          <p:grpSpPr>
            <a:xfrm>
              <a:off x="2055693" y="6402621"/>
              <a:ext cx="1085861" cy="270805"/>
              <a:chOff x="10340336" y="2247899"/>
              <a:chExt cx="2724438" cy="679451"/>
            </a:xfrm>
            <a:grpFill/>
          </p:grpSpPr>
          <p:sp>
            <p:nvSpPr>
              <p:cNvPr id="87"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88"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89" name="组合 88"/>
              <p:cNvGrpSpPr/>
              <p:nvPr/>
            </p:nvGrpSpPr>
            <p:grpSpPr>
              <a:xfrm>
                <a:off x="10340336" y="2247899"/>
                <a:ext cx="547688" cy="679451"/>
                <a:chOff x="5548313" y="2084388"/>
                <a:chExt cx="547688" cy="679451"/>
              </a:xfrm>
              <a:grpFill/>
            </p:grpSpPr>
            <p:sp>
              <p:nvSpPr>
                <p:cNvPr id="94"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5"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90" name="组合 89"/>
              <p:cNvGrpSpPr/>
              <p:nvPr/>
            </p:nvGrpSpPr>
            <p:grpSpPr>
              <a:xfrm>
                <a:off x="11192276" y="2400300"/>
                <a:ext cx="322175" cy="373063"/>
                <a:chOff x="3792874" y="3138488"/>
                <a:chExt cx="322175" cy="373063"/>
              </a:xfrm>
              <a:grpFill/>
            </p:grpSpPr>
            <p:sp>
              <p:nvSpPr>
                <p:cNvPr id="91"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2"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93"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74" name="组合 73"/>
            <p:cNvGrpSpPr/>
            <p:nvPr/>
          </p:nvGrpSpPr>
          <p:grpSpPr>
            <a:xfrm>
              <a:off x="598941" y="6399999"/>
              <a:ext cx="1102619" cy="276499"/>
              <a:chOff x="6738929" y="2270918"/>
              <a:chExt cx="2766486" cy="693738"/>
            </a:xfrm>
            <a:grpFill/>
          </p:grpSpPr>
          <p:grpSp>
            <p:nvGrpSpPr>
              <p:cNvPr id="75" name="组合 74"/>
              <p:cNvGrpSpPr/>
              <p:nvPr/>
            </p:nvGrpSpPr>
            <p:grpSpPr>
              <a:xfrm>
                <a:off x="8180494" y="2355056"/>
                <a:ext cx="484188" cy="509588"/>
                <a:chOff x="6113463" y="3541713"/>
                <a:chExt cx="484188" cy="509588"/>
              </a:xfrm>
              <a:grpFill/>
            </p:grpSpPr>
            <p:sp>
              <p:nvSpPr>
                <p:cNvPr id="85"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6"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6" name="组合 75"/>
              <p:cNvGrpSpPr/>
              <p:nvPr/>
            </p:nvGrpSpPr>
            <p:grpSpPr>
              <a:xfrm>
                <a:off x="6738929" y="2270918"/>
                <a:ext cx="549275" cy="693738"/>
                <a:chOff x="6108700" y="2066926"/>
                <a:chExt cx="549275" cy="693738"/>
              </a:xfrm>
              <a:grpFill/>
            </p:grpSpPr>
            <p:sp>
              <p:nvSpPr>
                <p:cNvPr id="83"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4"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77" name="组合 76"/>
              <p:cNvGrpSpPr/>
              <p:nvPr/>
            </p:nvGrpSpPr>
            <p:grpSpPr>
              <a:xfrm>
                <a:off x="7532962" y="2451100"/>
                <a:ext cx="368300" cy="317500"/>
                <a:chOff x="6186488" y="2930526"/>
                <a:chExt cx="368300" cy="317500"/>
              </a:xfrm>
              <a:grpFill/>
            </p:grpSpPr>
            <p:sp>
              <p:nvSpPr>
                <p:cNvPr id="8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8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7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7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cxnSp>
        <p:nvCxnSpPr>
          <p:cNvPr id="96" name="直接连接符 95"/>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7" name="标题 11"/>
          <p:cNvSpPr>
            <a:spLocks noGrp="1"/>
          </p:cNvSpPr>
          <p:nvPr>
            <p:ph type="title"/>
          </p:nvPr>
        </p:nvSpPr>
        <p:spPr>
          <a:xfrm>
            <a:off x="949325"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pic>
        <p:nvPicPr>
          <p:cNvPr id="98" name="图片 97"/>
          <p:cNvPicPr>
            <a:picLocks noChangeAspect="1"/>
          </p:cNvPicPr>
          <p:nvPr userDrawn="1"/>
        </p:nvPicPr>
        <p:blipFill>
          <a:blip r:embed="rId2" cstate="screen"/>
          <a:stretch>
            <a:fillRect/>
          </a:stretch>
        </p:blipFill>
        <p:spPr>
          <a:xfrm>
            <a:off x="10277475" y="241566"/>
            <a:ext cx="1819275" cy="509219"/>
          </a:xfrm>
          <a:prstGeom prst="rect">
            <a:avLst/>
          </a:prstGeom>
        </p:spPr>
      </p:pic>
    </p:spTree>
  </p:cSld>
  <p:clrMapOvr>
    <a:masterClrMapping/>
  </p:clrMapOvr>
  <p:transition spd="med">
    <p:fade/>
  </p:transition>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内页样式3-一段一图">
    <p:spTree>
      <p:nvGrpSpPr>
        <p:cNvPr id="1" name=""/>
        <p:cNvGrpSpPr/>
        <p:nvPr/>
      </p:nvGrpSpPr>
      <p:grpSpPr>
        <a:xfrm>
          <a:off x="0" y="0"/>
          <a:ext cx="0" cy="0"/>
          <a:chOff x="0" y="0"/>
          <a:chExt cx="0" cy="0"/>
        </a:xfrm>
      </p:grpSpPr>
      <p:sp>
        <p:nvSpPr>
          <p:cNvPr id="32" name="任意多边形: 形状 77"/>
          <p:cNvSpPr/>
          <p:nvPr userDrawn="1"/>
        </p:nvSpPr>
        <p:spPr>
          <a:xfrm>
            <a:off x="10114068" y="210207"/>
            <a:ext cx="2789025" cy="573228"/>
          </a:xfrm>
          <a:custGeom>
            <a:avLst/>
            <a:gdLst>
              <a:gd name="connsiteX0" fmla="*/ 83399 w 1678507"/>
              <a:gd name="connsiteY0" fmla="*/ 0 h 573228"/>
              <a:gd name="connsiteX1" fmla="*/ 1678507 w 1678507"/>
              <a:gd name="connsiteY1" fmla="*/ 0 h 573228"/>
              <a:gd name="connsiteX2" fmla="*/ 1678507 w 1678507"/>
              <a:gd name="connsiteY2" fmla="*/ 573228 h 573228"/>
              <a:gd name="connsiteX3" fmla="*/ 0 w 1678507"/>
              <a:gd name="connsiteY3" fmla="*/ 573228 h 573228"/>
            </a:gdLst>
            <a:ahLst/>
            <a:cxnLst>
              <a:cxn ang="0">
                <a:pos x="connsiteX0" y="connsiteY0"/>
              </a:cxn>
              <a:cxn ang="0">
                <a:pos x="connsiteX1" y="connsiteY1"/>
              </a:cxn>
              <a:cxn ang="0">
                <a:pos x="connsiteX2" y="connsiteY2"/>
              </a:cxn>
              <a:cxn ang="0">
                <a:pos x="connsiteX3" y="connsiteY3"/>
              </a:cxn>
            </a:cxnLst>
            <a:rect l="l" t="t" r="r" b="b"/>
            <a:pathLst>
              <a:path w="1678507" h="573228">
                <a:moveTo>
                  <a:pt x="83399" y="0"/>
                </a:moveTo>
                <a:lnTo>
                  <a:pt x="1678507" y="0"/>
                </a:lnTo>
                <a:lnTo>
                  <a:pt x="1678507" y="573228"/>
                </a:lnTo>
                <a:lnTo>
                  <a:pt x="0" y="573228"/>
                </a:lnTo>
                <a:close/>
              </a:path>
            </a:pathLst>
          </a:custGeom>
          <a:solidFill>
            <a:schemeClr val="accent1"/>
          </a:solidFill>
          <a:ln>
            <a:noFill/>
          </a:ln>
        </p:spPr>
        <p:style>
          <a:lnRef idx="2">
            <a:schemeClr val="accent3">
              <a:shade val="50000"/>
            </a:schemeClr>
          </a:lnRef>
          <a:fillRef idx="1">
            <a:schemeClr val="accent3"/>
          </a:fillRef>
          <a:effectRef idx="0">
            <a:schemeClr val="accent3"/>
          </a:effectRef>
          <a:fontRef idx="minor">
            <a:schemeClr val="lt1"/>
          </a:fontRef>
        </p:style>
        <p:txBody>
          <a:bodyPr wrap="square" rtlCol="0" anchor="ctr">
            <a:noAutofit/>
          </a:bodyPr>
          <a:lstStyle/>
          <a:p>
            <a:pPr algn="ctr">
              <a:lnSpc>
                <a:spcPct val="120000"/>
              </a:lnSpc>
            </a:pPr>
            <a:endParaRPr lang="zh-CN" altLang="en-US" dirty="0">
              <a:cs typeface="+mn-ea"/>
              <a:sym typeface="+mn-lt"/>
            </a:endParaRPr>
          </a:p>
        </p:txBody>
      </p:sp>
      <p:sp>
        <p:nvSpPr>
          <p:cNvPr id="71" name="文本框 7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pic>
        <p:nvPicPr>
          <p:cNvPr id="98" name="图片 97"/>
          <p:cNvPicPr>
            <a:picLocks noChangeAspect="1"/>
          </p:cNvPicPr>
          <p:nvPr userDrawn="1"/>
        </p:nvPicPr>
        <p:blipFill>
          <a:blip r:embed="rId2" cstate="screen"/>
          <a:stretch>
            <a:fillRect/>
          </a:stretch>
        </p:blipFill>
        <p:spPr>
          <a:xfrm>
            <a:off x="10277475" y="241566"/>
            <a:ext cx="1819275" cy="509219"/>
          </a:xfrm>
          <a:prstGeom prst="rect">
            <a:avLst/>
          </a:prstGeom>
        </p:spPr>
      </p:pic>
    </p:spTree>
  </p:cSld>
  <p:clrMapOvr>
    <a:masterClrMapping/>
  </p:clrMapOvr>
  <p:transition spd="med">
    <p:fade/>
  </p:transition>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内页样式４-常规">
    <p:spTree>
      <p:nvGrpSpPr>
        <p:cNvPr id="1" name=""/>
        <p:cNvGrpSpPr/>
        <p:nvPr/>
      </p:nvGrpSpPr>
      <p:grpSpPr>
        <a:xfrm>
          <a:off x="0" y="0"/>
          <a:ext cx="0" cy="0"/>
          <a:chOff x="0" y="0"/>
          <a:chExt cx="0" cy="0"/>
        </a:xfrm>
      </p:grpSpPr>
      <p:cxnSp>
        <p:nvCxnSpPr>
          <p:cNvPr id="2" name="直接连接符 1"/>
          <p:cNvCxnSpPr/>
          <p:nvPr userDrawn="1"/>
        </p:nvCxnSpPr>
        <p:spPr>
          <a:xfrm>
            <a:off x="1366474" y="863157"/>
            <a:ext cx="10502238"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3" name="矩形 2"/>
          <p:cNvSpPr/>
          <p:nvPr userDrawn="1"/>
        </p:nvSpPr>
        <p:spPr>
          <a:xfrm>
            <a:off x="318632" y="0"/>
            <a:ext cx="1048735" cy="873125"/>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p>
        </p:txBody>
      </p:sp>
      <p:sp>
        <p:nvSpPr>
          <p:cNvPr id="12" name="标题 11"/>
          <p:cNvSpPr>
            <a:spLocks noGrp="1"/>
          </p:cNvSpPr>
          <p:nvPr>
            <p:ph type="title"/>
          </p:nvPr>
        </p:nvSpPr>
        <p:spPr>
          <a:xfrm>
            <a:off x="1368806" y="34431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5" name="矩形 4"/>
          <p:cNvSpPr/>
          <p:nvPr userDrawn="1"/>
        </p:nvSpPr>
        <p:spPr>
          <a:xfrm>
            <a:off x="318631" y="6188075"/>
            <a:ext cx="10844339" cy="669925"/>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6632" y="6351003"/>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59" name="图片 13"/>
          <p:cNvPicPr>
            <a:picLocks noChangeAspect="1"/>
          </p:cNvPicPr>
          <p:nvPr userDrawn="1"/>
        </p:nvPicPr>
        <p:blipFill>
          <a:blip r:embed="rId2" cstate="screen"/>
          <a:stretch>
            <a:fillRect/>
          </a:stretch>
        </p:blipFill>
        <p:spPr bwMode="auto">
          <a:xfrm>
            <a:off x="10101715" y="214313"/>
            <a:ext cx="1864408" cy="690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0" name="图片 14"/>
          <p:cNvPicPr>
            <a:picLocks noChangeAspect="1"/>
          </p:cNvPicPr>
          <p:nvPr userDrawn="1"/>
        </p:nvPicPr>
        <p:blipFill>
          <a:blip r:embed="rId3" cstate="screen"/>
          <a:srcRect/>
          <a:stretch>
            <a:fillRect/>
          </a:stretch>
        </p:blipFill>
        <p:spPr bwMode="auto">
          <a:xfrm>
            <a:off x="409575" y="6269038"/>
            <a:ext cx="1817688" cy="50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内页样式４-一段一图">
    <p:spTree>
      <p:nvGrpSpPr>
        <p:cNvPr id="1" name=""/>
        <p:cNvGrpSpPr/>
        <p:nvPr/>
      </p:nvGrpSpPr>
      <p:grpSpPr>
        <a:xfrm>
          <a:off x="0" y="0"/>
          <a:ext cx="0" cy="0"/>
          <a:chOff x="0" y="0"/>
          <a:chExt cx="0" cy="0"/>
        </a:xfrm>
      </p:grpSpPr>
      <p:cxnSp>
        <p:nvCxnSpPr>
          <p:cNvPr id="2" name="直接连接符 1"/>
          <p:cNvCxnSpPr/>
          <p:nvPr userDrawn="1"/>
        </p:nvCxnSpPr>
        <p:spPr>
          <a:xfrm>
            <a:off x="10185149" y="863157"/>
            <a:ext cx="1683563"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24" name="矩形 23"/>
          <p:cNvSpPr/>
          <p:nvPr userDrawn="1"/>
        </p:nvSpPr>
        <p:spPr>
          <a:xfrm>
            <a:off x="11155416" y="6188075"/>
            <a:ext cx="713296" cy="669925"/>
          </a:xfrm>
          <a:prstGeom prst="rect">
            <a:avLst/>
          </a:prstGeom>
          <a:solidFill>
            <a:schemeClr val="accent4"/>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cxnSp>
        <p:nvCxnSpPr>
          <p:cNvPr id="58" name="直接连接符 57"/>
          <p:cNvCxnSpPr/>
          <p:nvPr userDrawn="1"/>
        </p:nvCxnSpPr>
        <p:spPr>
          <a:xfrm>
            <a:off x="11155416" y="6188075"/>
            <a:ext cx="0" cy="665583"/>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pic>
        <p:nvPicPr>
          <p:cNvPr id="59" name="图片 13"/>
          <p:cNvPicPr>
            <a:picLocks noChangeAspect="1"/>
          </p:cNvPicPr>
          <p:nvPr userDrawn="1"/>
        </p:nvPicPr>
        <p:blipFill>
          <a:blip r:embed="rId2" cstate="screen"/>
          <a:stretch>
            <a:fillRect/>
          </a:stretch>
        </p:blipFill>
        <p:spPr bwMode="auto">
          <a:xfrm>
            <a:off x="10101715" y="214313"/>
            <a:ext cx="1864408" cy="6905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spd="med">
    <p:fade/>
  </p:transition>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内页样式5-常规">
    <p:spTree>
      <p:nvGrpSpPr>
        <p:cNvPr id="1" name=""/>
        <p:cNvGrpSpPr/>
        <p:nvPr/>
      </p:nvGrpSpPr>
      <p:grpSpPr>
        <a:xfrm>
          <a:off x="0" y="0"/>
          <a:ext cx="0" cy="0"/>
          <a:chOff x="0" y="0"/>
          <a:chExt cx="0" cy="0"/>
        </a:xfrm>
      </p:grpSpPr>
      <p:sp>
        <p:nvSpPr>
          <p:cNvPr id="12" name="标题 11"/>
          <p:cNvSpPr>
            <a:spLocks noGrp="1"/>
          </p:cNvSpPr>
          <p:nvPr>
            <p:ph type="title"/>
          </p:nvPr>
        </p:nvSpPr>
        <p:spPr>
          <a:xfrm>
            <a:off x="749863" y="249067"/>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6" name="文本框 5"/>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56" name="组合 55"/>
          <p:cNvGrpSpPr/>
          <p:nvPr userDrawn="1"/>
        </p:nvGrpSpPr>
        <p:grpSpPr>
          <a:xfrm>
            <a:off x="522741" y="6399999"/>
            <a:ext cx="2542613" cy="276499"/>
            <a:chOff x="598941" y="6399999"/>
            <a:chExt cx="2542613" cy="276499"/>
          </a:xfrm>
          <a:solidFill>
            <a:schemeClr val="accent3"/>
          </a:solidFill>
        </p:grpSpPr>
        <p:grpSp>
          <p:nvGrpSpPr>
            <p:cNvPr id="33" name="组合 32"/>
            <p:cNvGrpSpPr/>
            <p:nvPr/>
          </p:nvGrpSpPr>
          <p:grpSpPr>
            <a:xfrm>
              <a:off x="2055693" y="6402621"/>
              <a:ext cx="1085861" cy="270805"/>
              <a:chOff x="10340336" y="2247899"/>
              <a:chExt cx="2724438" cy="679451"/>
            </a:xfrm>
            <a:grpFill/>
          </p:grpSpPr>
          <p:sp>
            <p:nvSpPr>
              <p:cNvPr id="47"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48"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49" name="组合 48"/>
              <p:cNvGrpSpPr/>
              <p:nvPr/>
            </p:nvGrpSpPr>
            <p:grpSpPr>
              <a:xfrm>
                <a:off x="10340336" y="2247899"/>
                <a:ext cx="547688" cy="679451"/>
                <a:chOff x="5548313" y="2084388"/>
                <a:chExt cx="547688" cy="679451"/>
              </a:xfrm>
              <a:grpFill/>
            </p:grpSpPr>
            <p:sp>
              <p:nvSpPr>
                <p:cNvPr id="54"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5"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50" name="组合 49"/>
              <p:cNvGrpSpPr/>
              <p:nvPr/>
            </p:nvGrpSpPr>
            <p:grpSpPr>
              <a:xfrm>
                <a:off x="11192276" y="2400300"/>
                <a:ext cx="322175" cy="373063"/>
                <a:chOff x="3792874" y="3138488"/>
                <a:chExt cx="322175" cy="373063"/>
              </a:xfrm>
              <a:grpFill/>
            </p:grpSpPr>
            <p:sp>
              <p:nvSpPr>
                <p:cNvPr id="51"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2"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53"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34" name="组合 33"/>
            <p:cNvGrpSpPr/>
            <p:nvPr/>
          </p:nvGrpSpPr>
          <p:grpSpPr>
            <a:xfrm>
              <a:off x="598941" y="6399999"/>
              <a:ext cx="1102619" cy="276499"/>
              <a:chOff x="6738929" y="2270918"/>
              <a:chExt cx="2766486" cy="693738"/>
            </a:xfrm>
            <a:grpFill/>
          </p:grpSpPr>
          <p:grpSp>
            <p:nvGrpSpPr>
              <p:cNvPr id="35" name="组合 34"/>
              <p:cNvGrpSpPr/>
              <p:nvPr/>
            </p:nvGrpSpPr>
            <p:grpSpPr>
              <a:xfrm>
                <a:off x="8180494" y="2355056"/>
                <a:ext cx="484188" cy="509588"/>
                <a:chOff x="6113463" y="3541713"/>
                <a:chExt cx="484188" cy="509588"/>
              </a:xfrm>
              <a:grpFill/>
            </p:grpSpPr>
            <p:sp>
              <p:nvSpPr>
                <p:cNvPr id="45"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6"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6" name="组合 35"/>
              <p:cNvGrpSpPr/>
              <p:nvPr/>
            </p:nvGrpSpPr>
            <p:grpSpPr>
              <a:xfrm>
                <a:off x="6738929" y="2270918"/>
                <a:ext cx="549275" cy="693738"/>
                <a:chOff x="6108700" y="2066926"/>
                <a:chExt cx="549275" cy="693738"/>
              </a:xfrm>
              <a:grpFill/>
            </p:grpSpPr>
            <p:sp>
              <p:nvSpPr>
                <p:cNvPr id="43"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4"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7" name="组合 36"/>
              <p:cNvGrpSpPr/>
              <p:nvPr/>
            </p:nvGrpSpPr>
            <p:grpSpPr>
              <a:xfrm>
                <a:off x="7532962" y="2451100"/>
                <a:ext cx="368300" cy="317500"/>
                <a:chOff x="6186488" y="2930526"/>
                <a:chExt cx="368300" cy="317500"/>
              </a:xfrm>
              <a:grpFill/>
            </p:grpSpPr>
            <p:sp>
              <p:nvSpPr>
                <p:cNvPr id="40"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1"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42"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38"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39"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57" name="图片 56"/>
          <p:cNvPicPr>
            <a:picLocks noChangeAspect="1"/>
          </p:cNvPicPr>
          <p:nvPr userDrawn="1"/>
        </p:nvPicPr>
        <p:blipFill rotWithShape="1">
          <a:blip r:embed="rId2" cstate="screen"/>
          <a:srcRect l="-333"/>
          <a:stretch>
            <a:fillRect/>
          </a:stretch>
        </p:blipFill>
        <p:spPr>
          <a:xfrm>
            <a:off x="11282579" y="252089"/>
            <a:ext cx="432990" cy="432990"/>
          </a:xfrm>
          <a:prstGeom prst="rect">
            <a:avLst/>
          </a:prstGeom>
        </p:spPr>
      </p:pic>
      <p:cxnSp>
        <p:nvCxnSpPr>
          <p:cNvPr id="87" name="直接连接符 86"/>
          <p:cNvCxnSpPr/>
          <p:nvPr userDrawn="1"/>
        </p:nvCxnSpPr>
        <p:spPr>
          <a:xfrm>
            <a:off x="442913" y="821731"/>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90" name="直接连接符 89"/>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 name="组合 3"/>
          <p:cNvGrpSpPr/>
          <p:nvPr userDrawn="1"/>
        </p:nvGrpSpPr>
        <p:grpSpPr>
          <a:xfrm>
            <a:off x="-511603" y="253621"/>
            <a:ext cx="1221064" cy="438825"/>
            <a:chOff x="-529708" y="381991"/>
            <a:chExt cx="1221064" cy="438825"/>
          </a:xfrm>
        </p:grpSpPr>
        <p:sp>
          <p:nvSpPr>
            <p:cNvPr id="58" name="梯形 57"/>
            <p:cNvSpPr/>
            <p:nvPr userDrawn="1"/>
          </p:nvSpPr>
          <p:spPr>
            <a:xfrm rot="16200000">
              <a:off x="-107121" y="-40596"/>
              <a:ext cx="375890" cy="1221064"/>
            </a:xfrm>
            <a:prstGeom prst="trapezoid">
              <a:avLst>
                <a:gd name="adj" fmla="val 7230"/>
              </a:avLst>
            </a:prstGeom>
            <a:gradFill>
              <a:gsLst>
                <a:gs pos="100000">
                  <a:schemeClr val="accent1"/>
                </a:gs>
                <a:gs pos="0">
                  <a:schemeClr val="accent1">
                    <a:alpha val="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梯形 58"/>
            <p:cNvSpPr/>
            <p:nvPr userDrawn="1"/>
          </p:nvSpPr>
          <p:spPr>
            <a:xfrm rot="16200000">
              <a:off x="-79397" y="146495"/>
              <a:ext cx="267255" cy="1058332"/>
            </a:xfrm>
            <a:prstGeom prst="trapezoid">
              <a:avLst>
                <a:gd name="adj" fmla="val 723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梯形 59"/>
            <p:cNvSpPr/>
            <p:nvPr userDrawn="1"/>
          </p:nvSpPr>
          <p:spPr>
            <a:xfrm rot="16200000">
              <a:off x="-95133" y="158023"/>
              <a:ext cx="267255" cy="1058332"/>
            </a:xfrm>
            <a:prstGeom prst="trapezoid">
              <a:avLst>
                <a:gd name="adj" fmla="val 7230"/>
              </a:avLst>
            </a:prstGeom>
            <a:gradFill flip="none" rotWithShape="1">
              <a:gsLst>
                <a:gs pos="100000">
                  <a:schemeClr val="accent4"/>
                </a:gs>
                <a:gs pos="0">
                  <a:schemeClr val="accent4">
                    <a:alpha val="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transition spd="med">
    <p:fade/>
  </p:transition>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内页样式5-一段一图">
    <p:spTree>
      <p:nvGrpSpPr>
        <p:cNvPr id="1" name=""/>
        <p:cNvGrpSpPr/>
        <p:nvPr/>
      </p:nvGrpSpPr>
      <p:grpSpPr>
        <a:xfrm>
          <a:off x="0" y="0"/>
          <a:ext cx="0" cy="0"/>
          <a:chOff x="0" y="0"/>
          <a:chExt cx="0" cy="0"/>
        </a:xfrm>
      </p:grpSpPr>
      <p:sp>
        <p:nvSpPr>
          <p:cNvPr id="61" name="文本框 6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pic>
        <p:nvPicPr>
          <p:cNvPr id="86" name="图片 85"/>
          <p:cNvPicPr>
            <a:picLocks noChangeAspect="1"/>
          </p:cNvPicPr>
          <p:nvPr userDrawn="1"/>
        </p:nvPicPr>
        <p:blipFill rotWithShape="1">
          <a:blip r:embed="rId2" cstate="screen"/>
          <a:srcRect l="-333"/>
          <a:stretch>
            <a:fillRect/>
          </a:stretch>
        </p:blipFill>
        <p:spPr>
          <a:xfrm>
            <a:off x="11282579" y="252089"/>
            <a:ext cx="432990" cy="432990"/>
          </a:xfrm>
          <a:prstGeom prst="rect">
            <a:avLst/>
          </a:prstGeom>
        </p:spPr>
      </p:pic>
    </p:spTree>
  </p:cSld>
  <p:clrMapOvr>
    <a:masterClrMapping/>
  </p:clrMapOvr>
  <p:transition spd="med">
    <p:fade/>
  </p:transition>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内页样式6-常规">
    <p:spTree>
      <p:nvGrpSpPr>
        <p:cNvPr id="1" name=""/>
        <p:cNvGrpSpPr/>
        <p:nvPr/>
      </p:nvGrpSpPr>
      <p:grpSpPr>
        <a:xfrm>
          <a:off x="0" y="0"/>
          <a:ext cx="0" cy="0"/>
          <a:chOff x="0" y="0"/>
          <a:chExt cx="0" cy="0"/>
        </a:xfrm>
      </p:grpSpPr>
      <p:sp>
        <p:nvSpPr>
          <p:cNvPr id="47" name="矩形 46"/>
          <p:cNvSpPr/>
          <p:nvPr userDrawn="1"/>
        </p:nvSpPr>
        <p:spPr>
          <a:xfrm>
            <a:off x="442912" y="-82551"/>
            <a:ext cx="11306175" cy="908709"/>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userDrawn="1"/>
        </p:nvSpPr>
        <p:spPr>
          <a:xfrm>
            <a:off x="442913" y="0"/>
            <a:ext cx="11306175" cy="8261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标题 11"/>
          <p:cNvSpPr>
            <a:spLocks noGrp="1"/>
          </p:cNvSpPr>
          <p:nvPr>
            <p:ph type="title"/>
          </p:nvPr>
        </p:nvSpPr>
        <p:spPr>
          <a:xfrm>
            <a:off x="1173494" y="249067"/>
            <a:ext cx="8048203"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8" name="组合 7"/>
          <p:cNvGrpSpPr/>
          <p:nvPr userDrawn="1"/>
        </p:nvGrpSpPr>
        <p:grpSpPr>
          <a:xfrm>
            <a:off x="598941" y="6399999"/>
            <a:ext cx="2542613" cy="276499"/>
            <a:chOff x="598941" y="6399999"/>
            <a:chExt cx="2542613" cy="276499"/>
          </a:xfrm>
          <a:solidFill>
            <a:schemeClr val="accent3"/>
          </a:solidFill>
        </p:grpSpPr>
        <p:grpSp>
          <p:nvGrpSpPr>
            <p:cNvPr id="9" name="组合 8"/>
            <p:cNvGrpSpPr/>
            <p:nvPr/>
          </p:nvGrpSpPr>
          <p:grpSpPr>
            <a:xfrm>
              <a:off x="2055693" y="6402621"/>
              <a:ext cx="1085861" cy="270805"/>
              <a:chOff x="10340336" y="2247899"/>
              <a:chExt cx="2724438" cy="679451"/>
            </a:xfrm>
            <a:grpFill/>
          </p:grpSpPr>
          <p:sp>
            <p:nvSpPr>
              <p:cNvPr id="23"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25" name="组合 24"/>
              <p:cNvGrpSpPr/>
              <p:nvPr/>
            </p:nvGrpSpPr>
            <p:grpSpPr>
              <a:xfrm>
                <a:off x="10340336" y="2247899"/>
                <a:ext cx="547688" cy="679451"/>
                <a:chOff x="5548313" y="2084388"/>
                <a:chExt cx="547688" cy="679451"/>
              </a:xfrm>
              <a:grpFill/>
            </p:grpSpPr>
            <p:sp>
              <p:nvSpPr>
                <p:cNvPr id="30"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6" name="组合 25"/>
              <p:cNvGrpSpPr/>
              <p:nvPr/>
            </p:nvGrpSpPr>
            <p:grpSpPr>
              <a:xfrm>
                <a:off x="11192276" y="2400300"/>
                <a:ext cx="322175" cy="373063"/>
                <a:chOff x="3792874" y="3138488"/>
                <a:chExt cx="322175" cy="373063"/>
              </a:xfrm>
              <a:grpFill/>
            </p:grpSpPr>
            <p:sp>
              <p:nvSpPr>
                <p:cNvPr id="27"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8"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0" name="组合 9"/>
            <p:cNvGrpSpPr/>
            <p:nvPr/>
          </p:nvGrpSpPr>
          <p:grpSpPr>
            <a:xfrm>
              <a:off x="598941" y="6399999"/>
              <a:ext cx="1102619" cy="276499"/>
              <a:chOff x="6738929" y="2270918"/>
              <a:chExt cx="2766486" cy="693738"/>
            </a:xfrm>
            <a:grpFill/>
          </p:grpSpPr>
          <p:grpSp>
            <p:nvGrpSpPr>
              <p:cNvPr id="11" name="组合 10"/>
              <p:cNvGrpSpPr/>
              <p:nvPr/>
            </p:nvGrpSpPr>
            <p:grpSpPr>
              <a:xfrm>
                <a:off x="8180494" y="2355056"/>
                <a:ext cx="484188" cy="509588"/>
                <a:chOff x="6113463" y="3541713"/>
                <a:chExt cx="484188" cy="509588"/>
              </a:xfrm>
              <a:grpFill/>
            </p:grpSpPr>
            <p:sp>
              <p:nvSpPr>
                <p:cNvPr id="21"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2"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 name="组合 11"/>
              <p:cNvGrpSpPr/>
              <p:nvPr/>
            </p:nvGrpSpPr>
            <p:grpSpPr>
              <a:xfrm>
                <a:off x="6738929" y="2270918"/>
                <a:ext cx="549275" cy="693738"/>
                <a:chOff x="6108700" y="2066926"/>
                <a:chExt cx="549275" cy="693738"/>
              </a:xfrm>
              <a:grpFill/>
            </p:grpSpPr>
            <p:sp>
              <p:nvSpPr>
                <p:cNvPr id="19"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0"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3" name="组合 12"/>
              <p:cNvGrpSpPr/>
              <p:nvPr/>
            </p:nvGrpSpPr>
            <p:grpSpPr>
              <a:xfrm>
                <a:off x="7532962" y="2451100"/>
                <a:ext cx="368300" cy="317500"/>
                <a:chOff x="6186488" y="2930526"/>
                <a:chExt cx="368300" cy="317500"/>
              </a:xfrm>
              <a:grpFill/>
            </p:grpSpPr>
            <p:sp>
              <p:nvSpPr>
                <p:cNvPr id="16"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8"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4"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15"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cxnSp>
        <p:nvCxnSpPr>
          <p:cNvPr id="38" name="直接连接符 37"/>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2" name="图片 41"/>
          <p:cNvPicPr>
            <a:picLocks noChangeAspect="1"/>
          </p:cNvPicPr>
          <p:nvPr userDrawn="1"/>
        </p:nvPicPr>
        <p:blipFill>
          <a:blip r:embed="rId2" cstate="screen"/>
          <a:stretch>
            <a:fillRect/>
          </a:stretch>
        </p:blipFill>
        <p:spPr>
          <a:xfrm>
            <a:off x="9590168" y="252089"/>
            <a:ext cx="1969223" cy="432990"/>
          </a:xfrm>
          <a:prstGeom prst="rect">
            <a:avLst/>
          </a:prstGeom>
        </p:spPr>
      </p:pic>
      <p:grpSp>
        <p:nvGrpSpPr>
          <p:cNvPr id="46" name="组合 45"/>
          <p:cNvGrpSpPr/>
          <p:nvPr userDrawn="1"/>
        </p:nvGrpSpPr>
        <p:grpSpPr>
          <a:xfrm>
            <a:off x="637534" y="199773"/>
            <a:ext cx="463263" cy="481001"/>
            <a:chOff x="598941" y="128599"/>
            <a:chExt cx="463263" cy="481001"/>
          </a:xfrm>
        </p:grpSpPr>
        <p:sp>
          <p:nvSpPr>
            <p:cNvPr id="45" name="矩形 44"/>
            <p:cNvSpPr/>
            <p:nvPr userDrawn="1"/>
          </p:nvSpPr>
          <p:spPr>
            <a:xfrm>
              <a:off x="701671" y="249067"/>
              <a:ext cx="360533" cy="36053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userDrawn="1"/>
          </p:nvSpPr>
          <p:spPr>
            <a:xfrm>
              <a:off x="701671" y="247801"/>
              <a:ext cx="275115" cy="25652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3" name="矩形 42"/>
            <p:cNvSpPr/>
            <p:nvPr userDrawn="1"/>
          </p:nvSpPr>
          <p:spPr>
            <a:xfrm>
              <a:off x="598941" y="128599"/>
              <a:ext cx="360533" cy="36053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cSld>
  <p:clrMapOvr>
    <a:masterClrMapping/>
  </p:clrMapOvr>
  <p:transition spd="med">
    <p:fade/>
  </p:transition>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内页样式6-一段一图">
    <p:spTree>
      <p:nvGrpSpPr>
        <p:cNvPr id="1" name=""/>
        <p:cNvGrpSpPr/>
        <p:nvPr/>
      </p:nvGrpSpPr>
      <p:grpSpPr>
        <a:xfrm>
          <a:off x="0" y="0"/>
          <a:ext cx="0" cy="0"/>
          <a:chOff x="0" y="0"/>
          <a:chExt cx="0" cy="0"/>
        </a:xfrm>
      </p:grpSpPr>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sp>
        <p:nvSpPr>
          <p:cNvPr id="35" name="矩形 34"/>
          <p:cNvSpPr/>
          <p:nvPr userDrawn="1"/>
        </p:nvSpPr>
        <p:spPr>
          <a:xfrm>
            <a:off x="9402184" y="-82800"/>
            <a:ext cx="2346903" cy="907200"/>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p:cNvSpPr/>
          <p:nvPr userDrawn="1"/>
        </p:nvSpPr>
        <p:spPr>
          <a:xfrm>
            <a:off x="9402184" y="0"/>
            <a:ext cx="2346904" cy="8261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9" name="图片 38"/>
          <p:cNvPicPr>
            <a:picLocks noChangeAspect="1"/>
          </p:cNvPicPr>
          <p:nvPr userDrawn="1"/>
        </p:nvPicPr>
        <p:blipFill>
          <a:blip r:embed="rId2" cstate="screen"/>
          <a:stretch>
            <a:fillRect/>
          </a:stretch>
        </p:blipFill>
        <p:spPr>
          <a:xfrm>
            <a:off x="9590168" y="252089"/>
            <a:ext cx="1969223" cy="432990"/>
          </a:xfrm>
          <a:prstGeom prst="rect">
            <a:avLst/>
          </a:prstGeom>
        </p:spPr>
      </p:pic>
    </p:spTree>
  </p:cSld>
  <p:clrMapOvr>
    <a:masterClrMapping/>
  </p:clrMapOvr>
  <p:transition spd="med">
    <p:fade/>
  </p:transition>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内页样式7-常规">
    <p:spTree>
      <p:nvGrpSpPr>
        <p:cNvPr id="1" name=""/>
        <p:cNvGrpSpPr/>
        <p:nvPr/>
      </p:nvGrpSpPr>
      <p:grpSpPr>
        <a:xfrm>
          <a:off x="0" y="0"/>
          <a:ext cx="0" cy="0"/>
          <a:chOff x="0" y="0"/>
          <a:chExt cx="0" cy="0"/>
        </a:xfrm>
      </p:grpSpPr>
      <p:sp>
        <p:nvSpPr>
          <p:cNvPr id="2" name="平行四边形 1"/>
          <p:cNvSpPr/>
          <p:nvPr userDrawn="1"/>
        </p:nvSpPr>
        <p:spPr>
          <a:xfrm>
            <a:off x="658714" y="482300"/>
            <a:ext cx="748201" cy="484094"/>
          </a:xfrm>
          <a:prstGeom prst="parallelogram">
            <a:avLst>
              <a:gd name="adj" fmla="val 71667"/>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矩形 46"/>
          <p:cNvSpPr/>
          <p:nvPr userDrawn="1"/>
        </p:nvSpPr>
        <p:spPr>
          <a:xfrm>
            <a:off x="442912" y="-82800"/>
            <a:ext cx="11306175" cy="846000"/>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矩形 40"/>
          <p:cNvSpPr/>
          <p:nvPr userDrawn="1"/>
        </p:nvSpPr>
        <p:spPr>
          <a:xfrm>
            <a:off x="442913" y="0"/>
            <a:ext cx="11306175" cy="7626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标题 11"/>
          <p:cNvSpPr>
            <a:spLocks noGrp="1"/>
          </p:cNvSpPr>
          <p:nvPr>
            <p:ph type="title"/>
          </p:nvPr>
        </p:nvSpPr>
        <p:spPr>
          <a:xfrm>
            <a:off x="1173494" y="185567"/>
            <a:ext cx="8048203"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7" name="文本框 6"/>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grpSp>
        <p:nvGrpSpPr>
          <p:cNvPr id="8" name="组合 7"/>
          <p:cNvGrpSpPr/>
          <p:nvPr userDrawn="1"/>
        </p:nvGrpSpPr>
        <p:grpSpPr>
          <a:xfrm>
            <a:off x="598941" y="6399999"/>
            <a:ext cx="2542613" cy="276499"/>
            <a:chOff x="598941" y="6399999"/>
            <a:chExt cx="2542613" cy="276499"/>
          </a:xfrm>
          <a:solidFill>
            <a:schemeClr val="accent3"/>
          </a:solidFill>
        </p:grpSpPr>
        <p:grpSp>
          <p:nvGrpSpPr>
            <p:cNvPr id="9" name="组合 8"/>
            <p:cNvGrpSpPr/>
            <p:nvPr/>
          </p:nvGrpSpPr>
          <p:grpSpPr>
            <a:xfrm>
              <a:off x="2055693" y="6402621"/>
              <a:ext cx="1085861" cy="270805"/>
              <a:chOff x="10340336" y="2247899"/>
              <a:chExt cx="2724438" cy="679451"/>
            </a:xfrm>
            <a:grpFill/>
          </p:grpSpPr>
          <p:sp>
            <p:nvSpPr>
              <p:cNvPr id="23"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24"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25" name="组合 24"/>
              <p:cNvGrpSpPr/>
              <p:nvPr/>
            </p:nvGrpSpPr>
            <p:grpSpPr>
              <a:xfrm>
                <a:off x="10340336" y="2247899"/>
                <a:ext cx="547688" cy="679451"/>
                <a:chOff x="5548313" y="2084388"/>
                <a:chExt cx="547688" cy="679451"/>
              </a:xfrm>
              <a:grpFill/>
            </p:grpSpPr>
            <p:sp>
              <p:nvSpPr>
                <p:cNvPr id="30"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1"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26" name="组合 25"/>
              <p:cNvGrpSpPr/>
              <p:nvPr/>
            </p:nvGrpSpPr>
            <p:grpSpPr>
              <a:xfrm>
                <a:off x="11192276" y="2400300"/>
                <a:ext cx="322175" cy="373063"/>
                <a:chOff x="3792874" y="3138488"/>
                <a:chExt cx="322175" cy="373063"/>
              </a:xfrm>
              <a:grpFill/>
            </p:grpSpPr>
            <p:sp>
              <p:nvSpPr>
                <p:cNvPr id="27"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8"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9"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0" name="组合 9"/>
            <p:cNvGrpSpPr/>
            <p:nvPr/>
          </p:nvGrpSpPr>
          <p:grpSpPr>
            <a:xfrm>
              <a:off x="598941" y="6399999"/>
              <a:ext cx="1102619" cy="276499"/>
              <a:chOff x="6738929" y="2270918"/>
              <a:chExt cx="2766486" cy="693738"/>
            </a:xfrm>
            <a:grpFill/>
          </p:grpSpPr>
          <p:grpSp>
            <p:nvGrpSpPr>
              <p:cNvPr id="11" name="组合 10"/>
              <p:cNvGrpSpPr/>
              <p:nvPr/>
            </p:nvGrpSpPr>
            <p:grpSpPr>
              <a:xfrm>
                <a:off x="8180494" y="2355056"/>
                <a:ext cx="484188" cy="509588"/>
                <a:chOff x="6113463" y="3541713"/>
                <a:chExt cx="484188" cy="509588"/>
              </a:xfrm>
              <a:grpFill/>
            </p:grpSpPr>
            <p:sp>
              <p:nvSpPr>
                <p:cNvPr id="21"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2"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2" name="组合 11"/>
              <p:cNvGrpSpPr/>
              <p:nvPr/>
            </p:nvGrpSpPr>
            <p:grpSpPr>
              <a:xfrm>
                <a:off x="6738929" y="2270918"/>
                <a:ext cx="549275" cy="693738"/>
                <a:chOff x="6108700" y="2066926"/>
                <a:chExt cx="549275" cy="693738"/>
              </a:xfrm>
              <a:grpFill/>
            </p:grpSpPr>
            <p:sp>
              <p:nvSpPr>
                <p:cNvPr id="19"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0"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3" name="组合 12"/>
              <p:cNvGrpSpPr/>
              <p:nvPr/>
            </p:nvGrpSpPr>
            <p:grpSpPr>
              <a:xfrm>
                <a:off x="7532962" y="2451100"/>
                <a:ext cx="368300" cy="317500"/>
                <a:chOff x="6186488" y="2930526"/>
                <a:chExt cx="368300" cy="317500"/>
              </a:xfrm>
              <a:grpFill/>
            </p:grpSpPr>
            <p:sp>
              <p:nvSpPr>
                <p:cNvPr id="16"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7"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18"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4"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15"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cxnSp>
        <p:nvCxnSpPr>
          <p:cNvPr id="38" name="直接连接符 37"/>
          <p:cNvCxnSpPr/>
          <p:nvPr userDrawn="1"/>
        </p:nvCxnSpPr>
        <p:spPr>
          <a:xfrm>
            <a:off x="442913" y="6264275"/>
            <a:ext cx="11306175"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42" name="图片 41"/>
          <p:cNvPicPr>
            <a:picLocks noChangeAspect="1"/>
          </p:cNvPicPr>
          <p:nvPr userDrawn="1"/>
        </p:nvPicPr>
        <p:blipFill>
          <a:blip r:embed="rId2" cstate="screen"/>
          <a:stretch>
            <a:fillRect/>
          </a:stretch>
        </p:blipFill>
        <p:spPr>
          <a:xfrm>
            <a:off x="9590168" y="188589"/>
            <a:ext cx="1969223" cy="432990"/>
          </a:xfrm>
          <a:prstGeom prst="rect">
            <a:avLst/>
          </a:prstGeom>
        </p:spPr>
      </p:pic>
      <p:sp>
        <p:nvSpPr>
          <p:cNvPr id="43" name="矩形 42"/>
          <p:cNvSpPr/>
          <p:nvPr userDrawn="1"/>
        </p:nvSpPr>
        <p:spPr>
          <a:xfrm>
            <a:off x="648385" y="0"/>
            <a:ext cx="413819" cy="966395"/>
          </a:xfrm>
          <a:prstGeom prst="rect">
            <a:avLst/>
          </a:prstGeom>
          <a:ln>
            <a:noFill/>
          </a:ln>
          <a:effectLst>
            <a:outerShdw blurRad="127000" dist="25400" dir="5400000" sx="102000" sy="102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cSld>
  <p:clrMapOvr>
    <a:masterClrMapping/>
  </p:clrMapOvr>
  <p:transition spd="med">
    <p:fade/>
  </p:transition>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内页样式7-一段一图">
    <p:spTree>
      <p:nvGrpSpPr>
        <p:cNvPr id="1" name=""/>
        <p:cNvGrpSpPr/>
        <p:nvPr/>
      </p:nvGrpSpPr>
      <p:grpSpPr>
        <a:xfrm>
          <a:off x="0" y="0"/>
          <a:ext cx="0" cy="0"/>
          <a:chOff x="0" y="0"/>
          <a:chExt cx="0" cy="0"/>
        </a:xfrm>
      </p:grpSpPr>
      <p:sp>
        <p:nvSpPr>
          <p:cNvPr id="34" name="文本框 33"/>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chemeClr val="accent3"/>
                </a:solidFill>
                <a:latin typeface="微软雅黑" panose="020B0503020204020204" pitchFamily="34" charset="-122"/>
              </a:rPr>
              <a:t>‹#›</a:t>
            </a:fld>
            <a:endParaRPr lang="zh-CN" altLang="en-US" sz="1600" dirty="0">
              <a:solidFill>
                <a:schemeClr val="accent3"/>
              </a:solidFill>
              <a:latin typeface="微软雅黑" panose="020B0503020204020204" pitchFamily="34" charset="-122"/>
            </a:endParaRPr>
          </a:p>
        </p:txBody>
      </p:sp>
      <p:sp>
        <p:nvSpPr>
          <p:cNvPr id="7" name="矩形 6"/>
          <p:cNvSpPr/>
          <p:nvPr userDrawn="1"/>
        </p:nvSpPr>
        <p:spPr>
          <a:xfrm>
            <a:off x="9385300" y="-82550"/>
            <a:ext cx="2363787" cy="845208"/>
          </a:xfrm>
          <a:prstGeom prst="rect">
            <a:avLst/>
          </a:prstGeom>
          <a:solidFill>
            <a:schemeClr val="bg1"/>
          </a:solidFill>
          <a:ln>
            <a:noFill/>
          </a:ln>
          <a:effectLst>
            <a:outerShdw blurRad="139700" dist="381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userDrawn="1"/>
        </p:nvSpPr>
        <p:spPr>
          <a:xfrm>
            <a:off x="9385300" y="0"/>
            <a:ext cx="2363788" cy="762658"/>
          </a:xfrm>
          <a:prstGeom prst="rect">
            <a:avLst/>
          </a:prstGeom>
          <a:solidFill>
            <a:schemeClr val="accent3">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0" name="图片 9"/>
          <p:cNvPicPr>
            <a:picLocks noChangeAspect="1"/>
          </p:cNvPicPr>
          <p:nvPr userDrawn="1"/>
        </p:nvPicPr>
        <p:blipFill>
          <a:blip r:embed="rId2" cstate="screen"/>
          <a:stretch>
            <a:fillRect/>
          </a:stretch>
        </p:blipFill>
        <p:spPr>
          <a:xfrm>
            <a:off x="9590168" y="188589"/>
            <a:ext cx="1969223" cy="432990"/>
          </a:xfrm>
          <a:prstGeom prst="rect">
            <a:avLst/>
          </a:prstGeom>
        </p:spPr>
      </p:pic>
    </p:spTree>
  </p:cSld>
  <p:clrMapOvr>
    <a:masterClrMapping/>
  </p:clrMapOvr>
  <p:transition spd="med">
    <p:fade/>
  </p:transition>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内页样式8-常规">
    <p:spTree>
      <p:nvGrpSpPr>
        <p:cNvPr id="1" name=""/>
        <p:cNvGrpSpPr/>
        <p:nvPr/>
      </p:nvGrpSpPr>
      <p:grpSpPr>
        <a:xfrm>
          <a:off x="0" y="0"/>
          <a:ext cx="0" cy="0"/>
          <a:chOff x="0" y="0"/>
          <a:chExt cx="0" cy="0"/>
        </a:xfrm>
      </p:grpSpPr>
      <p:sp>
        <p:nvSpPr>
          <p:cNvPr id="7" name="矩形 6"/>
          <p:cNvSpPr/>
          <p:nvPr userDrawn="1"/>
        </p:nvSpPr>
        <p:spPr>
          <a:xfrm>
            <a:off x="318632" y="6188075"/>
            <a:ext cx="1155008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矩形 7"/>
          <p:cNvSpPr/>
          <p:nvPr userDrawn="1"/>
        </p:nvSpPr>
        <p:spPr>
          <a:xfrm>
            <a:off x="318632" y="0"/>
            <a:ext cx="11550080" cy="873125"/>
          </a:xfrm>
          <a:prstGeom prst="rect">
            <a:avLst/>
          </a:prstGeom>
          <a:solidFill>
            <a:schemeClr val="accent1"/>
          </a:solidFill>
          <a:ln>
            <a:solidFill>
              <a:schemeClr val="accent1"/>
            </a:solidFill>
          </a:ln>
          <a:effectLst>
            <a:outerShdw blurRad="127000" dist="38100" dir="5400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solidFill>
                <a:schemeClr val="bg1"/>
              </a:solidFill>
            </a:endParaRPr>
          </a:p>
        </p:txBody>
      </p:sp>
      <p:sp>
        <p:nvSpPr>
          <p:cNvPr id="9" name="标题 11"/>
          <p:cNvSpPr>
            <a:spLocks noGrp="1"/>
          </p:cNvSpPr>
          <p:nvPr>
            <p:ph type="title"/>
          </p:nvPr>
        </p:nvSpPr>
        <p:spPr>
          <a:xfrm>
            <a:off x="541539" y="247495"/>
            <a:ext cx="8643848" cy="480131"/>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lang="zh-CN" altLang="en-US" sz="2800" b="1" baseline="0">
                <a:solidFill>
                  <a:schemeClr val="bg1"/>
                </a:solidFill>
                <a:latin typeface="微软雅黑" panose="020B0503020204020204" pitchFamily="34" charset="-122"/>
                <a:ea typeface="微软雅黑" panose="020B0503020204020204" pitchFamily="34" charset="-122"/>
                <a:cs typeface="+mn-cs"/>
              </a:defRPr>
            </a:lvl1pPr>
          </a:lstStyle>
          <a:p>
            <a:pPr lvl="0" eaLnBrk="1" hangingPunct="1"/>
            <a:r>
              <a:rPr lang="zh-CN" altLang="en-US" dirty="0"/>
              <a:t>单击此处编辑母版标题样式</a:t>
            </a:r>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grpSp>
        <p:nvGrpSpPr>
          <p:cNvPr id="13" name="组合 12"/>
          <p:cNvGrpSpPr/>
          <p:nvPr userDrawn="1"/>
        </p:nvGrpSpPr>
        <p:grpSpPr>
          <a:xfrm>
            <a:off x="598941" y="6399999"/>
            <a:ext cx="2542613" cy="276499"/>
            <a:chOff x="598941" y="6399999"/>
            <a:chExt cx="2542613" cy="276499"/>
          </a:xfrm>
          <a:solidFill>
            <a:schemeClr val="bg1"/>
          </a:solidFill>
        </p:grpSpPr>
        <p:grpSp>
          <p:nvGrpSpPr>
            <p:cNvPr id="14" name="组合 13"/>
            <p:cNvGrpSpPr/>
            <p:nvPr/>
          </p:nvGrpSpPr>
          <p:grpSpPr>
            <a:xfrm>
              <a:off x="2055693" y="6402621"/>
              <a:ext cx="1085861" cy="270805"/>
              <a:chOff x="10340336" y="2247899"/>
              <a:chExt cx="2724438" cy="679451"/>
            </a:xfrm>
            <a:grpFill/>
          </p:grpSpPr>
          <p:sp>
            <p:nvSpPr>
              <p:cNvPr id="28" name="Freeform 5"/>
              <p:cNvSpPr/>
              <p:nvPr/>
            </p:nvSpPr>
            <p:spPr bwMode="auto">
              <a:xfrm>
                <a:off x="11868131" y="2285206"/>
                <a:ext cx="534988" cy="603250"/>
              </a:xfrm>
              <a:custGeom>
                <a:avLst/>
                <a:gdLst>
                  <a:gd name="T0" fmla="*/ 41 w 125"/>
                  <a:gd name="T1" fmla="*/ 16 h 142"/>
                  <a:gd name="T2" fmla="*/ 49 w 125"/>
                  <a:gd name="T3" fmla="*/ 3 h 142"/>
                  <a:gd name="T4" fmla="*/ 62 w 125"/>
                  <a:gd name="T5" fmla="*/ 20 h 142"/>
                  <a:gd name="T6" fmla="*/ 64 w 125"/>
                  <a:gd name="T7" fmla="*/ 33 h 142"/>
                  <a:gd name="T8" fmla="*/ 50 w 125"/>
                  <a:gd name="T9" fmla="*/ 34 h 142"/>
                  <a:gd name="T10" fmla="*/ 58 w 125"/>
                  <a:gd name="T11" fmla="*/ 58 h 142"/>
                  <a:gd name="T12" fmla="*/ 75 w 125"/>
                  <a:gd name="T13" fmla="*/ 59 h 142"/>
                  <a:gd name="T14" fmla="*/ 71 w 125"/>
                  <a:gd name="T15" fmla="*/ 50 h 142"/>
                  <a:gd name="T16" fmla="*/ 81 w 125"/>
                  <a:gd name="T17" fmla="*/ 47 h 142"/>
                  <a:gd name="T18" fmla="*/ 65 w 125"/>
                  <a:gd name="T19" fmla="*/ 42 h 142"/>
                  <a:gd name="T20" fmla="*/ 63 w 125"/>
                  <a:gd name="T21" fmla="*/ 37 h 142"/>
                  <a:gd name="T22" fmla="*/ 85 w 125"/>
                  <a:gd name="T23" fmla="*/ 27 h 142"/>
                  <a:gd name="T24" fmla="*/ 93 w 125"/>
                  <a:gd name="T25" fmla="*/ 2 h 142"/>
                  <a:gd name="T26" fmla="*/ 99 w 125"/>
                  <a:gd name="T27" fmla="*/ 5 h 142"/>
                  <a:gd name="T28" fmla="*/ 111 w 125"/>
                  <a:gd name="T29" fmla="*/ 30 h 142"/>
                  <a:gd name="T30" fmla="*/ 102 w 125"/>
                  <a:gd name="T31" fmla="*/ 34 h 142"/>
                  <a:gd name="T32" fmla="*/ 95 w 125"/>
                  <a:gd name="T33" fmla="*/ 59 h 142"/>
                  <a:gd name="T34" fmla="*/ 123 w 125"/>
                  <a:gd name="T35" fmla="*/ 61 h 142"/>
                  <a:gd name="T36" fmla="*/ 110 w 125"/>
                  <a:gd name="T37" fmla="*/ 71 h 142"/>
                  <a:gd name="T38" fmla="*/ 104 w 125"/>
                  <a:gd name="T39" fmla="*/ 82 h 142"/>
                  <a:gd name="T40" fmla="*/ 112 w 125"/>
                  <a:gd name="T41" fmla="*/ 134 h 142"/>
                  <a:gd name="T42" fmla="*/ 102 w 125"/>
                  <a:gd name="T43" fmla="*/ 140 h 142"/>
                  <a:gd name="T44" fmla="*/ 89 w 125"/>
                  <a:gd name="T45" fmla="*/ 123 h 142"/>
                  <a:gd name="T46" fmla="*/ 101 w 125"/>
                  <a:gd name="T47" fmla="*/ 128 h 142"/>
                  <a:gd name="T48" fmla="*/ 101 w 125"/>
                  <a:gd name="T49" fmla="*/ 92 h 142"/>
                  <a:gd name="T50" fmla="*/ 97 w 125"/>
                  <a:gd name="T51" fmla="*/ 99 h 142"/>
                  <a:gd name="T52" fmla="*/ 90 w 125"/>
                  <a:gd name="T53" fmla="*/ 103 h 142"/>
                  <a:gd name="T54" fmla="*/ 86 w 125"/>
                  <a:gd name="T55" fmla="*/ 110 h 142"/>
                  <a:gd name="T56" fmla="*/ 81 w 125"/>
                  <a:gd name="T57" fmla="*/ 120 h 142"/>
                  <a:gd name="T58" fmla="*/ 88 w 125"/>
                  <a:gd name="T59" fmla="*/ 71 h 142"/>
                  <a:gd name="T60" fmla="*/ 60 w 125"/>
                  <a:gd name="T61" fmla="*/ 87 h 142"/>
                  <a:gd name="T62" fmla="*/ 53 w 125"/>
                  <a:gd name="T63" fmla="*/ 89 h 142"/>
                  <a:gd name="T64" fmla="*/ 51 w 125"/>
                  <a:gd name="T65" fmla="*/ 128 h 142"/>
                  <a:gd name="T66" fmla="*/ 43 w 125"/>
                  <a:gd name="T67" fmla="*/ 134 h 142"/>
                  <a:gd name="T68" fmla="*/ 39 w 125"/>
                  <a:gd name="T69" fmla="*/ 107 h 142"/>
                  <a:gd name="T70" fmla="*/ 33 w 125"/>
                  <a:gd name="T71" fmla="*/ 114 h 142"/>
                  <a:gd name="T72" fmla="*/ 17 w 125"/>
                  <a:gd name="T73" fmla="*/ 108 h 142"/>
                  <a:gd name="T74" fmla="*/ 5 w 125"/>
                  <a:gd name="T75" fmla="*/ 81 h 142"/>
                  <a:gd name="T76" fmla="*/ 34 w 125"/>
                  <a:gd name="T77" fmla="*/ 56 h 142"/>
                  <a:gd name="T78" fmla="*/ 38 w 125"/>
                  <a:gd name="T79" fmla="*/ 33 h 142"/>
                  <a:gd name="T80" fmla="*/ 22 w 125"/>
                  <a:gd name="T81" fmla="*/ 55 h 142"/>
                  <a:gd name="T82" fmla="*/ 14 w 125"/>
                  <a:gd name="T83" fmla="*/ 55 h 142"/>
                  <a:gd name="T84" fmla="*/ 11 w 125"/>
                  <a:gd name="T85" fmla="*/ 36 h 142"/>
                  <a:gd name="T86" fmla="*/ 32 w 125"/>
                  <a:gd name="T87" fmla="*/ 22 h 142"/>
                  <a:gd name="T88" fmla="*/ 28 w 125"/>
                  <a:gd name="T89" fmla="*/ 33 h 1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5" h="142">
                    <a:moveTo>
                      <a:pt x="28" y="33"/>
                    </a:moveTo>
                    <a:cubicBezTo>
                      <a:pt x="35" y="29"/>
                      <a:pt x="41" y="25"/>
                      <a:pt x="41" y="16"/>
                    </a:cubicBezTo>
                    <a:cubicBezTo>
                      <a:pt x="41" y="13"/>
                      <a:pt x="43" y="9"/>
                      <a:pt x="44" y="6"/>
                    </a:cubicBezTo>
                    <a:cubicBezTo>
                      <a:pt x="45" y="5"/>
                      <a:pt x="48" y="3"/>
                      <a:pt x="49" y="3"/>
                    </a:cubicBezTo>
                    <a:cubicBezTo>
                      <a:pt x="54" y="4"/>
                      <a:pt x="59" y="9"/>
                      <a:pt x="59" y="15"/>
                    </a:cubicBezTo>
                    <a:cubicBezTo>
                      <a:pt x="59" y="18"/>
                      <a:pt x="60" y="19"/>
                      <a:pt x="62" y="20"/>
                    </a:cubicBezTo>
                    <a:cubicBezTo>
                      <a:pt x="65" y="22"/>
                      <a:pt x="68" y="25"/>
                      <a:pt x="69" y="28"/>
                    </a:cubicBezTo>
                    <a:cubicBezTo>
                      <a:pt x="71" y="32"/>
                      <a:pt x="68" y="34"/>
                      <a:pt x="64" y="33"/>
                    </a:cubicBezTo>
                    <a:cubicBezTo>
                      <a:pt x="62" y="32"/>
                      <a:pt x="60" y="31"/>
                      <a:pt x="57" y="30"/>
                    </a:cubicBezTo>
                    <a:cubicBezTo>
                      <a:pt x="53" y="28"/>
                      <a:pt x="51" y="29"/>
                      <a:pt x="50" y="34"/>
                    </a:cubicBezTo>
                    <a:cubicBezTo>
                      <a:pt x="48" y="45"/>
                      <a:pt x="46" y="56"/>
                      <a:pt x="52" y="66"/>
                    </a:cubicBezTo>
                    <a:cubicBezTo>
                      <a:pt x="54" y="64"/>
                      <a:pt x="56" y="62"/>
                      <a:pt x="58" y="58"/>
                    </a:cubicBezTo>
                    <a:cubicBezTo>
                      <a:pt x="61" y="62"/>
                      <a:pt x="63" y="65"/>
                      <a:pt x="65" y="69"/>
                    </a:cubicBezTo>
                    <a:cubicBezTo>
                      <a:pt x="68" y="66"/>
                      <a:pt x="72" y="62"/>
                      <a:pt x="75" y="59"/>
                    </a:cubicBezTo>
                    <a:cubicBezTo>
                      <a:pt x="76" y="58"/>
                      <a:pt x="75" y="56"/>
                      <a:pt x="75" y="55"/>
                    </a:cubicBezTo>
                    <a:cubicBezTo>
                      <a:pt x="74" y="53"/>
                      <a:pt x="71" y="51"/>
                      <a:pt x="71" y="50"/>
                    </a:cubicBezTo>
                    <a:cubicBezTo>
                      <a:pt x="72" y="47"/>
                      <a:pt x="75" y="46"/>
                      <a:pt x="78" y="47"/>
                    </a:cubicBezTo>
                    <a:cubicBezTo>
                      <a:pt x="79" y="47"/>
                      <a:pt x="80" y="47"/>
                      <a:pt x="81" y="47"/>
                    </a:cubicBezTo>
                    <a:cubicBezTo>
                      <a:pt x="81" y="44"/>
                      <a:pt x="82" y="40"/>
                      <a:pt x="83" y="35"/>
                    </a:cubicBezTo>
                    <a:cubicBezTo>
                      <a:pt x="76" y="38"/>
                      <a:pt x="71" y="40"/>
                      <a:pt x="65" y="42"/>
                    </a:cubicBezTo>
                    <a:cubicBezTo>
                      <a:pt x="61" y="44"/>
                      <a:pt x="60" y="44"/>
                      <a:pt x="57" y="40"/>
                    </a:cubicBezTo>
                    <a:cubicBezTo>
                      <a:pt x="59" y="39"/>
                      <a:pt x="61" y="38"/>
                      <a:pt x="63" y="37"/>
                    </a:cubicBezTo>
                    <a:cubicBezTo>
                      <a:pt x="69" y="35"/>
                      <a:pt x="75" y="33"/>
                      <a:pt x="81" y="30"/>
                    </a:cubicBezTo>
                    <a:cubicBezTo>
                      <a:pt x="83" y="30"/>
                      <a:pt x="84" y="28"/>
                      <a:pt x="85" y="27"/>
                    </a:cubicBezTo>
                    <a:cubicBezTo>
                      <a:pt x="87" y="21"/>
                      <a:pt x="88" y="14"/>
                      <a:pt x="90" y="8"/>
                    </a:cubicBezTo>
                    <a:cubicBezTo>
                      <a:pt x="90" y="6"/>
                      <a:pt x="92" y="3"/>
                      <a:pt x="93" y="2"/>
                    </a:cubicBezTo>
                    <a:cubicBezTo>
                      <a:pt x="94" y="0"/>
                      <a:pt x="96" y="0"/>
                      <a:pt x="98" y="0"/>
                    </a:cubicBezTo>
                    <a:cubicBezTo>
                      <a:pt x="98" y="1"/>
                      <a:pt x="99" y="4"/>
                      <a:pt x="99" y="5"/>
                    </a:cubicBezTo>
                    <a:cubicBezTo>
                      <a:pt x="93" y="12"/>
                      <a:pt x="94" y="20"/>
                      <a:pt x="92" y="28"/>
                    </a:cubicBezTo>
                    <a:cubicBezTo>
                      <a:pt x="98" y="31"/>
                      <a:pt x="105" y="25"/>
                      <a:pt x="111" y="30"/>
                    </a:cubicBezTo>
                    <a:cubicBezTo>
                      <a:pt x="109" y="33"/>
                      <a:pt x="107" y="36"/>
                      <a:pt x="103" y="35"/>
                    </a:cubicBezTo>
                    <a:cubicBezTo>
                      <a:pt x="103" y="34"/>
                      <a:pt x="102" y="34"/>
                      <a:pt x="102" y="34"/>
                    </a:cubicBezTo>
                    <a:cubicBezTo>
                      <a:pt x="92" y="34"/>
                      <a:pt x="88" y="39"/>
                      <a:pt x="90" y="49"/>
                    </a:cubicBezTo>
                    <a:cubicBezTo>
                      <a:pt x="91" y="52"/>
                      <a:pt x="93" y="55"/>
                      <a:pt x="95" y="59"/>
                    </a:cubicBezTo>
                    <a:cubicBezTo>
                      <a:pt x="99" y="59"/>
                      <a:pt x="104" y="58"/>
                      <a:pt x="109" y="57"/>
                    </a:cubicBezTo>
                    <a:cubicBezTo>
                      <a:pt x="114" y="56"/>
                      <a:pt x="119" y="58"/>
                      <a:pt x="123" y="61"/>
                    </a:cubicBezTo>
                    <a:cubicBezTo>
                      <a:pt x="125" y="63"/>
                      <a:pt x="125" y="66"/>
                      <a:pt x="122" y="67"/>
                    </a:cubicBezTo>
                    <a:cubicBezTo>
                      <a:pt x="118" y="69"/>
                      <a:pt x="114" y="71"/>
                      <a:pt x="110" y="71"/>
                    </a:cubicBezTo>
                    <a:cubicBezTo>
                      <a:pt x="103" y="70"/>
                      <a:pt x="99" y="75"/>
                      <a:pt x="95" y="79"/>
                    </a:cubicBezTo>
                    <a:cubicBezTo>
                      <a:pt x="98" y="80"/>
                      <a:pt x="102" y="80"/>
                      <a:pt x="104" y="82"/>
                    </a:cubicBezTo>
                    <a:cubicBezTo>
                      <a:pt x="106" y="83"/>
                      <a:pt x="108" y="86"/>
                      <a:pt x="109" y="88"/>
                    </a:cubicBezTo>
                    <a:cubicBezTo>
                      <a:pt x="110" y="104"/>
                      <a:pt x="111" y="119"/>
                      <a:pt x="112" y="134"/>
                    </a:cubicBezTo>
                    <a:cubicBezTo>
                      <a:pt x="112" y="137"/>
                      <a:pt x="110" y="140"/>
                      <a:pt x="110" y="142"/>
                    </a:cubicBezTo>
                    <a:cubicBezTo>
                      <a:pt x="107" y="141"/>
                      <a:pt x="104" y="141"/>
                      <a:pt x="102" y="140"/>
                    </a:cubicBezTo>
                    <a:cubicBezTo>
                      <a:pt x="97" y="136"/>
                      <a:pt x="93" y="131"/>
                      <a:pt x="90" y="127"/>
                    </a:cubicBezTo>
                    <a:cubicBezTo>
                      <a:pt x="89" y="126"/>
                      <a:pt x="89" y="124"/>
                      <a:pt x="89" y="123"/>
                    </a:cubicBezTo>
                    <a:cubicBezTo>
                      <a:pt x="92" y="125"/>
                      <a:pt x="96" y="127"/>
                      <a:pt x="100" y="130"/>
                    </a:cubicBezTo>
                    <a:cubicBezTo>
                      <a:pt x="100" y="129"/>
                      <a:pt x="101" y="129"/>
                      <a:pt x="101" y="128"/>
                    </a:cubicBezTo>
                    <a:cubicBezTo>
                      <a:pt x="101" y="121"/>
                      <a:pt x="101" y="113"/>
                      <a:pt x="101" y="105"/>
                    </a:cubicBezTo>
                    <a:cubicBezTo>
                      <a:pt x="101" y="101"/>
                      <a:pt x="101" y="96"/>
                      <a:pt x="101" y="92"/>
                    </a:cubicBezTo>
                    <a:cubicBezTo>
                      <a:pt x="99" y="85"/>
                      <a:pt x="96" y="84"/>
                      <a:pt x="90" y="90"/>
                    </a:cubicBezTo>
                    <a:cubicBezTo>
                      <a:pt x="92" y="93"/>
                      <a:pt x="97" y="93"/>
                      <a:pt x="97" y="99"/>
                    </a:cubicBezTo>
                    <a:cubicBezTo>
                      <a:pt x="94" y="98"/>
                      <a:pt x="91" y="97"/>
                      <a:pt x="88" y="96"/>
                    </a:cubicBezTo>
                    <a:cubicBezTo>
                      <a:pt x="84" y="100"/>
                      <a:pt x="84" y="101"/>
                      <a:pt x="90" y="103"/>
                    </a:cubicBezTo>
                    <a:cubicBezTo>
                      <a:pt x="95" y="106"/>
                      <a:pt x="98" y="111"/>
                      <a:pt x="96" y="112"/>
                    </a:cubicBezTo>
                    <a:cubicBezTo>
                      <a:pt x="92" y="115"/>
                      <a:pt x="89" y="112"/>
                      <a:pt x="86" y="110"/>
                    </a:cubicBezTo>
                    <a:cubicBezTo>
                      <a:pt x="85" y="110"/>
                      <a:pt x="84" y="109"/>
                      <a:pt x="83" y="108"/>
                    </a:cubicBezTo>
                    <a:cubicBezTo>
                      <a:pt x="82" y="112"/>
                      <a:pt x="82" y="116"/>
                      <a:pt x="81" y="120"/>
                    </a:cubicBezTo>
                    <a:cubicBezTo>
                      <a:pt x="74" y="118"/>
                      <a:pt x="72" y="114"/>
                      <a:pt x="73" y="108"/>
                    </a:cubicBezTo>
                    <a:cubicBezTo>
                      <a:pt x="76" y="95"/>
                      <a:pt x="81" y="83"/>
                      <a:pt x="88" y="71"/>
                    </a:cubicBezTo>
                    <a:cubicBezTo>
                      <a:pt x="84" y="74"/>
                      <a:pt x="80" y="76"/>
                      <a:pt x="76" y="78"/>
                    </a:cubicBezTo>
                    <a:cubicBezTo>
                      <a:pt x="71" y="81"/>
                      <a:pt x="65" y="84"/>
                      <a:pt x="60" y="87"/>
                    </a:cubicBezTo>
                    <a:cubicBezTo>
                      <a:pt x="60" y="87"/>
                      <a:pt x="60" y="87"/>
                      <a:pt x="59" y="87"/>
                    </a:cubicBezTo>
                    <a:cubicBezTo>
                      <a:pt x="57" y="88"/>
                      <a:pt x="54" y="88"/>
                      <a:pt x="53" y="89"/>
                    </a:cubicBezTo>
                    <a:cubicBezTo>
                      <a:pt x="51" y="93"/>
                      <a:pt x="49" y="97"/>
                      <a:pt x="49" y="101"/>
                    </a:cubicBezTo>
                    <a:cubicBezTo>
                      <a:pt x="49" y="110"/>
                      <a:pt x="50" y="119"/>
                      <a:pt x="51" y="128"/>
                    </a:cubicBezTo>
                    <a:cubicBezTo>
                      <a:pt x="51" y="131"/>
                      <a:pt x="51" y="134"/>
                      <a:pt x="51" y="137"/>
                    </a:cubicBezTo>
                    <a:cubicBezTo>
                      <a:pt x="48" y="136"/>
                      <a:pt x="45" y="136"/>
                      <a:pt x="43" y="134"/>
                    </a:cubicBezTo>
                    <a:cubicBezTo>
                      <a:pt x="40" y="132"/>
                      <a:pt x="37" y="130"/>
                      <a:pt x="38" y="125"/>
                    </a:cubicBezTo>
                    <a:cubicBezTo>
                      <a:pt x="40" y="119"/>
                      <a:pt x="39" y="113"/>
                      <a:pt x="39" y="107"/>
                    </a:cubicBezTo>
                    <a:cubicBezTo>
                      <a:pt x="38" y="107"/>
                      <a:pt x="38" y="107"/>
                      <a:pt x="37" y="106"/>
                    </a:cubicBezTo>
                    <a:cubicBezTo>
                      <a:pt x="36" y="109"/>
                      <a:pt x="34" y="111"/>
                      <a:pt x="33" y="114"/>
                    </a:cubicBezTo>
                    <a:cubicBezTo>
                      <a:pt x="30" y="120"/>
                      <a:pt x="25" y="122"/>
                      <a:pt x="21" y="120"/>
                    </a:cubicBezTo>
                    <a:cubicBezTo>
                      <a:pt x="16" y="118"/>
                      <a:pt x="15" y="113"/>
                      <a:pt x="17" y="108"/>
                    </a:cubicBezTo>
                    <a:cubicBezTo>
                      <a:pt x="20" y="99"/>
                      <a:pt x="23" y="91"/>
                      <a:pt x="26" y="81"/>
                    </a:cubicBezTo>
                    <a:cubicBezTo>
                      <a:pt x="19" y="90"/>
                      <a:pt x="12" y="85"/>
                      <a:pt x="5" y="81"/>
                    </a:cubicBezTo>
                    <a:cubicBezTo>
                      <a:pt x="0" y="79"/>
                      <a:pt x="0" y="76"/>
                      <a:pt x="5" y="73"/>
                    </a:cubicBezTo>
                    <a:cubicBezTo>
                      <a:pt x="15" y="68"/>
                      <a:pt x="25" y="62"/>
                      <a:pt x="34" y="56"/>
                    </a:cubicBezTo>
                    <a:cubicBezTo>
                      <a:pt x="35" y="55"/>
                      <a:pt x="37" y="54"/>
                      <a:pt x="37" y="52"/>
                    </a:cubicBezTo>
                    <a:cubicBezTo>
                      <a:pt x="38" y="46"/>
                      <a:pt x="38" y="39"/>
                      <a:pt x="38" y="33"/>
                    </a:cubicBezTo>
                    <a:cubicBezTo>
                      <a:pt x="38" y="32"/>
                      <a:pt x="38" y="32"/>
                      <a:pt x="37" y="32"/>
                    </a:cubicBezTo>
                    <a:cubicBezTo>
                      <a:pt x="32" y="40"/>
                      <a:pt x="27" y="48"/>
                      <a:pt x="22" y="55"/>
                    </a:cubicBezTo>
                    <a:cubicBezTo>
                      <a:pt x="22" y="56"/>
                      <a:pt x="22" y="56"/>
                      <a:pt x="23" y="57"/>
                    </a:cubicBezTo>
                    <a:cubicBezTo>
                      <a:pt x="20" y="56"/>
                      <a:pt x="17" y="56"/>
                      <a:pt x="14" y="55"/>
                    </a:cubicBezTo>
                    <a:cubicBezTo>
                      <a:pt x="9" y="53"/>
                      <a:pt x="7" y="49"/>
                      <a:pt x="9" y="44"/>
                    </a:cubicBezTo>
                    <a:cubicBezTo>
                      <a:pt x="10" y="42"/>
                      <a:pt x="10" y="39"/>
                      <a:pt x="11" y="36"/>
                    </a:cubicBezTo>
                    <a:cubicBezTo>
                      <a:pt x="13" y="28"/>
                      <a:pt x="18" y="23"/>
                      <a:pt x="26" y="20"/>
                    </a:cubicBezTo>
                    <a:cubicBezTo>
                      <a:pt x="27" y="19"/>
                      <a:pt x="30" y="20"/>
                      <a:pt x="32" y="22"/>
                    </a:cubicBezTo>
                    <a:cubicBezTo>
                      <a:pt x="34" y="23"/>
                      <a:pt x="32" y="25"/>
                      <a:pt x="31" y="27"/>
                    </a:cubicBezTo>
                    <a:cubicBezTo>
                      <a:pt x="29" y="28"/>
                      <a:pt x="29" y="31"/>
                      <a:pt x="28" y="33"/>
                    </a:cubicBezTo>
                    <a:close/>
                  </a:path>
                </a:pathLst>
              </a:custGeom>
              <a:grpFill/>
              <a:ln>
                <a:noFill/>
              </a:ln>
            </p:spPr>
            <p:txBody>
              <a:bodyPr vert="horz" wrap="square" lIns="91440" tIns="45720" rIns="91440" bIns="45720" numCol="1" anchor="t" anchorCtr="0" compatLnSpc="1"/>
              <a:lstStyle/>
              <a:p>
                <a:endParaRPr lang="zh-CN" altLang="en-US"/>
              </a:p>
            </p:txBody>
          </p:sp>
          <p:sp>
            <p:nvSpPr>
              <p:cNvPr id="29" name="Freeform 6"/>
              <p:cNvSpPr/>
              <p:nvPr/>
            </p:nvSpPr>
            <p:spPr bwMode="auto">
              <a:xfrm>
                <a:off x="12756799" y="2388393"/>
                <a:ext cx="307975" cy="463550"/>
              </a:xfrm>
              <a:custGeom>
                <a:avLst/>
                <a:gdLst>
                  <a:gd name="T0" fmla="*/ 33 w 72"/>
                  <a:gd name="T1" fmla="*/ 76 h 109"/>
                  <a:gd name="T2" fmla="*/ 44 w 72"/>
                  <a:gd name="T3" fmla="*/ 73 h 109"/>
                  <a:gd name="T4" fmla="*/ 59 w 72"/>
                  <a:gd name="T5" fmla="*/ 71 h 109"/>
                  <a:gd name="T6" fmla="*/ 69 w 72"/>
                  <a:gd name="T7" fmla="*/ 92 h 109"/>
                  <a:gd name="T8" fmla="*/ 66 w 72"/>
                  <a:gd name="T9" fmla="*/ 94 h 109"/>
                  <a:gd name="T10" fmla="*/ 49 w 72"/>
                  <a:gd name="T11" fmla="*/ 96 h 109"/>
                  <a:gd name="T12" fmla="*/ 28 w 72"/>
                  <a:gd name="T13" fmla="*/ 106 h 109"/>
                  <a:gd name="T14" fmla="*/ 16 w 72"/>
                  <a:gd name="T15" fmla="*/ 106 h 109"/>
                  <a:gd name="T16" fmla="*/ 1 w 72"/>
                  <a:gd name="T17" fmla="*/ 80 h 109"/>
                  <a:gd name="T18" fmla="*/ 2 w 72"/>
                  <a:gd name="T19" fmla="*/ 74 h 109"/>
                  <a:gd name="T20" fmla="*/ 23 w 72"/>
                  <a:gd name="T21" fmla="*/ 31 h 109"/>
                  <a:gd name="T22" fmla="*/ 22 w 72"/>
                  <a:gd name="T23" fmla="*/ 26 h 109"/>
                  <a:gd name="T24" fmla="*/ 12 w 72"/>
                  <a:gd name="T25" fmla="*/ 16 h 109"/>
                  <a:gd name="T26" fmla="*/ 15 w 72"/>
                  <a:gd name="T27" fmla="*/ 10 h 109"/>
                  <a:gd name="T28" fmla="*/ 32 w 72"/>
                  <a:gd name="T29" fmla="*/ 5 h 109"/>
                  <a:gd name="T30" fmla="*/ 60 w 72"/>
                  <a:gd name="T31" fmla="*/ 18 h 109"/>
                  <a:gd name="T32" fmla="*/ 59 w 72"/>
                  <a:gd name="T33" fmla="*/ 26 h 109"/>
                  <a:gd name="T34" fmla="*/ 52 w 72"/>
                  <a:gd name="T35" fmla="*/ 36 h 109"/>
                  <a:gd name="T36" fmla="*/ 34 w 72"/>
                  <a:gd name="T37" fmla="*/ 72 h 109"/>
                  <a:gd name="T38" fmla="*/ 33 w 72"/>
                  <a:gd name="T39" fmla="*/ 76 h 1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2" h="109">
                    <a:moveTo>
                      <a:pt x="33" y="76"/>
                    </a:moveTo>
                    <a:cubicBezTo>
                      <a:pt x="37" y="74"/>
                      <a:pt x="40" y="73"/>
                      <a:pt x="44" y="73"/>
                    </a:cubicBezTo>
                    <a:cubicBezTo>
                      <a:pt x="49" y="72"/>
                      <a:pt x="54" y="71"/>
                      <a:pt x="59" y="71"/>
                    </a:cubicBezTo>
                    <a:cubicBezTo>
                      <a:pt x="66" y="72"/>
                      <a:pt x="72" y="85"/>
                      <a:pt x="69" y="92"/>
                    </a:cubicBezTo>
                    <a:cubicBezTo>
                      <a:pt x="68" y="93"/>
                      <a:pt x="67" y="94"/>
                      <a:pt x="66" y="94"/>
                    </a:cubicBezTo>
                    <a:cubicBezTo>
                      <a:pt x="60" y="95"/>
                      <a:pt x="54" y="94"/>
                      <a:pt x="49" y="96"/>
                    </a:cubicBezTo>
                    <a:cubicBezTo>
                      <a:pt x="42" y="99"/>
                      <a:pt x="35" y="102"/>
                      <a:pt x="28" y="106"/>
                    </a:cubicBezTo>
                    <a:cubicBezTo>
                      <a:pt x="24" y="108"/>
                      <a:pt x="21" y="109"/>
                      <a:pt x="16" y="106"/>
                    </a:cubicBezTo>
                    <a:cubicBezTo>
                      <a:pt x="7" y="100"/>
                      <a:pt x="3" y="90"/>
                      <a:pt x="1" y="80"/>
                    </a:cubicBezTo>
                    <a:cubicBezTo>
                      <a:pt x="0" y="78"/>
                      <a:pt x="1" y="76"/>
                      <a:pt x="2" y="74"/>
                    </a:cubicBezTo>
                    <a:cubicBezTo>
                      <a:pt x="9" y="60"/>
                      <a:pt x="16" y="45"/>
                      <a:pt x="23" y="31"/>
                    </a:cubicBezTo>
                    <a:cubicBezTo>
                      <a:pt x="23" y="30"/>
                      <a:pt x="23" y="28"/>
                      <a:pt x="22" y="26"/>
                    </a:cubicBezTo>
                    <a:cubicBezTo>
                      <a:pt x="19" y="23"/>
                      <a:pt x="15" y="20"/>
                      <a:pt x="12" y="16"/>
                    </a:cubicBezTo>
                    <a:cubicBezTo>
                      <a:pt x="10" y="13"/>
                      <a:pt x="11" y="11"/>
                      <a:pt x="15" y="10"/>
                    </a:cubicBezTo>
                    <a:cubicBezTo>
                      <a:pt x="21" y="9"/>
                      <a:pt x="26" y="7"/>
                      <a:pt x="32" y="5"/>
                    </a:cubicBezTo>
                    <a:cubicBezTo>
                      <a:pt x="44" y="0"/>
                      <a:pt x="57" y="6"/>
                      <a:pt x="60" y="18"/>
                    </a:cubicBezTo>
                    <a:cubicBezTo>
                      <a:pt x="61" y="21"/>
                      <a:pt x="60" y="24"/>
                      <a:pt x="59" y="26"/>
                    </a:cubicBezTo>
                    <a:cubicBezTo>
                      <a:pt x="57" y="29"/>
                      <a:pt x="54" y="33"/>
                      <a:pt x="52" y="36"/>
                    </a:cubicBezTo>
                    <a:cubicBezTo>
                      <a:pt x="46" y="48"/>
                      <a:pt x="40" y="60"/>
                      <a:pt x="34" y="72"/>
                    </a:cubicBezTo>
                    <a:cubicBezTo>
                      <a:pt x="34" y="72"/>
                      <a:pt x="34" y="74"/>
                      <a:pt x="33" y="76"/>
                    </a:cubicBezTo>
                    <a:close/>
                  </a:path>
                </a:pathLst>
              </a:custGeom>
              <a:grpFill/>
              <a:ln>
                <a:noFill/>
              </a:ln>
            </p:spPr>
            <p:txBody>
              <a:bodyPr vert="horz" wrap="square" lIns="91440" tIns="45720" rIns="91440" bIns="45720" numCol="1" anchor="t" anchorCtr="0" compatLnSpc="1"/>
              <a:lstStyle/>
              <a:p>
                <a:endParaRPr lang="zh-CN" altLang="en-US"/>
              </a:p>
            </p:txBody>
          </p:sp>
          <p:grpSp>
            <p:nvGrpSpPr>
              <p:cNvPr id="30" name="组合 29"/>
              <p:cNvGrpSpPr/>
              <p:nvPr/>
            </p:nvGrpSpPr>
            <p:grpSpPr>
              <a:xfrm>
                <a:off x="10340336" y="2247899"/>
                <a:ext cx="547688" cy="679451"/>
                <a:chOff x="5548313" y="2084388"/>
                <a:chExt cx="547688" cy="679451"/>
              </a:xfrm>
              <a:grpFill/>
            </p:grpSpPr>
            <p:sp>
              <p:nvSpPr>
                <p:cNvPr id="35" name="Freeform 7"/>
                <p:cNvSpPr/>
                <p:nvPr/>
              </p:nvSpPr>
              <p:spPr bwMode="auto">
                <a:xfrm>
                  <a:off x="5548313" y="2084388"/>
                  <a:ext cx="547688" cy="446088"/>
                </a:xfrm>
                <a:custGeom>
                  <a:avLst/>
                  <a:gdLst>
                    <a:gd name="T0" fmla="*/ 101 w 128"/>
                    <a:gd name="T1" fmla="*/ 58 h 105"/>
                    <a:gd name="T2" fmla="*/ 74 w 128"/>
                    <a:gd name="T3" fmla="*/ 56 h 105"/>
                    <a:gd name="T4" fmla="*/ 68 w 128"/>
                    <a:gd name="T5" fmla="*/ 57 h 105"/>
                    <a:gd name="T6" fmla="*/ 51 w 128"/>
                    <a:gd name="T7" fmla="*/ 59 h 105"/>
                    <a:gd name="T8" fmla="*/ 36 w 128"/>
                    <a:gd name="T9" fmla="*/ 65 h 105"/>
                    <a:gd name="T10" fmla="*/ 28 w 128"/>
                    <a:gd name="T11" fmla="*/ 73 h 105"/>
                    <a:gd name="T12" fmla="*/ 16 w 128"/>
                    <a:gd name="T13" fmla="*/ 102 h 105"/>
                    <a:gd name="T14" fmla="*/ 13 w 128"/>
                    <a:gd name="T15" fmla="*/ 104 h 105"/>
                    <a:gd name="T16" fmla="*/ 1 w 128"/>
                    <a:gd name="T17" fmla="*/ 98 h 105"/>
                    <a:gd name="T18" fmla="*/ 0 w 128"/>
                    <a:gd name="T19" fmla="*/ 93 h 105"/>
                    <a:gd name="T20" fmla="*/ 15 w 128"/>
                    <a:gd name="T21" fmla="*/ 60 h 105"/>
                    <a:gd name="T22" fmla="*/ 16 w 128"/>
                    <a:gd name="T23" fmla="*/ 58 h 105"/>
                    <a:gd name="T24" fmla="*/ 20 w 128"/>
                    <a:gd name="T25" fmla="*/ 52 h 105"/>
                    <a:gd name="T26" fmla="*/ 32 w 128"/>
                    <a:gd name="T27" fmla="*/ 54 h 105"/>
                    <a:gd name="T28" fmla="*/ 39 w 128"/>
                    <a:gd name="T29" fmla="*/ 55 h 105"/>
                    <a:gd name="T30" fmla="*/ 72 w 128"/>
                    <a:gd name="T31" fmla="*/ 21 h 105"/>
                    <a:gd name="T32" fmla="*/ 74 w 128"/>
                    <a:gd name="T33" fmla="*/ 16 h 105"/>
                    <a:gd name="T34" fmla="*/ 74 w 128"/>
                    <a:gd name="T35" fmla="*/ 11 h 105"/>
                    <a:gd name="T36" fmla="*/ 71 w 128"/>
                    <a:gd name="T37" fmla="*/ 11 h 105"/>
                    <a:gd name="T38" fmla="*/ 68 w 128"/>
                    <a:gd name="T39" fmla="*/ 15 h 105"/>
                    <a:gd name="T40" fmla="*/ 68 w 128"/>
                    <a:gd name="T41" fmla="*/ 21 h 105"/>
                    <a:gd name="T42" fmla="*/ 59 w 128"/>
                    <a:gd name="T43" fmla="*/ 29 h 105"/>
                    <a:gd name="T44" fmla="*/ 53 w 128"/>
                    <a:gd name="T45" fmla="*/ 27 h 105"/>
                    <a:gd name="T46" fmla="*/ 47 w 128"/>
                    <a:gd name="T47" fmla="*/ 24 h 105"/>
                    <a:gd name="T48" fmla="*/ 47 w 128"/>
                    <a:gd name="T49" fmla="*/ 32 h 105"/>
                    <a:gd name="T50" fmla="*/ 47 w 128"/>
                    <a:gd name="T51" fmla="*/ 34 h 105"/>
                    <a:gd name="T52" fmla="*/ 43 w 128"/>
                    <a:gd name="T53" fmla="*/ 45 h 105"/>
                    <a:gd name="T54" fmla="*/ 31 w 128"/>
                    <a:gd name="T55" fmla="*/ 39 h 105"/>
                    <a:gd name="T56" fmla="*/ 29 w 128"/>
                    <a:gd name="T57" fmla="*/ 23 h 105"/>
                    <a:gd name="T58" fmla="*/ 33 w 128"/>
                    <a:gd name="T59" fmla="*/ 14 h 105"/>
                    <a:gd name="T60" fmla="*/ 36 w 128"/>
                    <a:gd name="T61" fmla="*/ 9 h 105"/>
                    <a:gd name="T62" fmla="*/ 42 w 128"/>
                    <a:gd name="T63" fmla="*/ 13 h 105"/>
                    <a:gd name="T64" fmla="*/ 44 w 128"/>
                    <a:gd name="T65" fmla="*/ 16 h 105"/>
                    <a:gd name="T66" fmla="*/ 57 w 128"/>
                    <a:gd name="T67" fmla="*/ 14 h 105"/>
                    <a:gd name="T68" fmla="*/ 62 w 128"/>
                    <a:gd name="T69" fmla="*/ 11 h 105"/>
                    <a:gd name="T70" fmla="*/ 84 w 128"/>
                    <a:gd name="T71" fmla="*/ 0 h 105"/>
                    <a:gd name="T72" fmla="*/ 96 w 128"/>
                    <a:gd name="T73" fmla="*/ 7 h 105"/>
                    <a:gd name="T74" fmla="*/ 96 w 128"/>
                    <a:gd name="T75" fmla="*/ 20 h 105"/>
                    <a:gd name="T76" fmla="*/ 83 w 128"/>
                    <a:gd name="T77" fmla="*/ 43 h 105"/>
                    <a:gd name="T78" fmla="*/ 94 w 128"/>
                    <a:gd name="T79" fmla="*/ 44 h 105"/>
                    <a:gd name="T80" fmla="*/ 122 w 128"/>
                    <a:gd name="T81" fmla="*/ 59 h 105"/>
                    <a:gd name="T82" fmla="*/ 120 w 128"/>
                    <a:gd name="T83" fmla="*/ 73 h 105"/>
                    <a:gd name="T84" fmla="*/ 98 w 128"/>
                    <a:gd name="T85" fmla="*/ 73 h 105"/>
                    <a:gd name="T86" fmla="*/ 97 w 128"/>
                    <a:gd name="T87" fmla="*/ 66 h 105"/>
                    <a:gd name="T88" fmla="*/ 101 w 128"/>
                    <a:gd name="T89" fmla="*/ 5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28" h="105">
                      <a:moveTo>
                        <a:pt x="101" y="58"/>
                      </a:moveTo>
                      <a:cubicBezTo>
                        <a:pt x="94" y="52"/>
                        <a:pt x="81" y="52"/>
                        <a:pt x="74" y="56"/>
                      </a:cubicBezTo>
                      <a:cubicBezTo>
                        <a:pt x="73" y="57"/>
                        <a:pt x="70" y="58"/>
                        <a:pt x="68" y="57"/>
                      </a:cubicBezTo>
                      <a:cubicBezTo>
                        <a:pt x="62" y="56"/>
                        <a:pt x="57" y="57"/>
                        <a:pt x="51" y="59"/>
                      </a:cubicBezTo>
                      <a:cubicBezTo>
                        <a:pt x="46" y="61"/>
                        <a:pt x="41" y="63"/>
                        <a:pt x="36" y="65"/>
                      </a:cubicBezTo>
                      <a:cubicBezTo>
                        <a:pt x="32" y="67"/>
                        <a:pt x="29" y="69"/>
                        <a:pt x="28" y="73"/>
                      </a:cubicBezTo>
                      <a:cubicBezTo>
                        <a:pt x="24" y="82"/>
                        <a:pt x="20" y="92"/>
                        <a:pt x="16" y="102"/>
                      </a:cubicBezTo>
                      <a:cubicBezTo>
                        <a:pt x="16" y="103"/>
                        <a:pt x="14" y="105"/>
                        <a:pt x="13" y="104"/>
                      </a:cubicBezTo>
                      <a:cubicBezTo>
                        <a:pt x="9" y="103"/>
                        <a:pt x="5" y="100"/>
                        <a:pt x="1" y="98"/>
                      </a:cubicBezTo>
                      <a:cubicBezTo>
                        <a:pt x="0" y="97"/>
                        <a:pt x="0" y="95"/>
                        <a:pt x="0" y="93"/>
                      </a:cubicBezTo>
                      <a:cubicBezTo>
                        <a:pt x="5" y="82"/>
                        <a:pt x="10" y="71"/>
                        <a:pt x="15" y="60"/>
                      </a:cubicBezTo>
                      <a:cubicBezTo>
                        <a:pt x="15" y="59"/>
                        <a:pt x="16" y="59"/>
                        <a:pt x="16" y="58"/>
                      </a:cubicBezTo>
                      <a:cubicBezTo>
                        <a:pt x="18" y="56"/>
                        <a:pt x="19" y="52"/>
                        <a:pt x="20" y="52"/>
                      </a:cubicBezTo>
                      <a:cubicBezTo>
                        <a:pt x="24" y="52"/>
                        <a:pt x="29" y="52"/>
                        <a:pt x="32" y="54"/>
                      </a:cubicBezTo>
                      <a:cubicBezTo>
                        <a:pt x="35" y="55"/>
                        <a:pt x="36" y="56"/>
                        <a:pt x="39" y="55"/>
                      </a:cubicBezTo>
                      <a:cubicBezTo>
                        <a:pt x="57" y="50"/>
                        <a:pt x="66" y="37"/>
                        <a:pt x="72" y="21"/>
                      </a:cubicBezTo>
                      <a:cubicBezTo>
                        <a:pt x="72" y="20"/>
                        <a:pt x="73" y="18"/>
                        <a:pt x="74" y="16"/>
                      </a:cubicBezTo>
                      <a:cubicBezTo>
                        <a:pt x="74" y="14"/>
                        <a:pt x="74" y="13"/>
                        <a:pt x="74" y="11"/>
                      </a:cubicBezTo>
                      <a:cubicBezTo>
                        <a:pt x="74" y="11"/>
                        <a:pt x="72" y="10"/>
                        <a:pt x="71" y="11"/>
                      </a:cubicBezTo>
                      <a:cubicBezTo>
                        <a:pt x="70" y="12"/>
                        <a:pt x="68" y="13"/>
                        <a:pt x="68" y="15"/>
                      </a:cubicBezTo>
                      <a:cubicBezTo>
                        <a:pt x="67" y="17"/>
                        <a:pt x="68" y="19"/>
                        <a:pt x="68" y="21"/>
                      </a:cubicBezTo>
                      <a:cubicBezTo>
                        <a:pt x="69" y="28"/>
                        <a:pt x="68" y="30"/>
                        <a:pt x="59" y="29"/>
                      </a:cubicBezTo>
                      <a:cubicBezTo>
                        <a:pt x="57" y="29"/>
                        <a:pt x="55" y="28"/>
                        <a:pt x="53" y="27"/>
                      </a:cubicBezTo>
                      <a:cubicBezTo>
                        <a:pt x="51" y="26"/>
                        <a:pt x="49" y="25"/>
                        <a:pt x="47" y="24"/>
                      </a:cubicBezTo>
                      <a:cubicBezTo>
                        <a:pt x="47" y="27"/>
                        <a:pt x="47" y="29"/>
                        <a:pt x="47" y="32"/>
                      </a:cubicBezTo>
                      <a:cubicBezTo>
                        <a:pt x="47" y="33"/>
                        <a:pt x="47" y="33"/>
                        <a:pt x="47" y="34"/>
                      </a:cubicBezTo>
                      <a:cubicBezTo>
                        <a:pt x="47" y="38"/>
                        <a:pt x="48" y="43"/>
                        <a:pt x="43" y="45"/>
                      </a:cubicBezTo>
                      <a:cubicBezTo>
                        <a:pt x="39" y="46"/>
                        <a:pt x="34" y="44"/>
                        <a:pt x="31" y="39"/>
                      </a:cubicBezTo>
                      <a:cubicBezTo>
                        <a:pt x="28" y="34"/>
                        <a:pt x="25" y="29"/>
                        <a:pt x="29" y="23"/>
                      </a:cubicBezTo>
                      <a:cubicBezTo>
                        <a:pt x="31" y="20"/>
                        <a:pt x="31" y="17"/>
                        <a:pt x="33" y="14"/>
                      </a:cubicBezTo>
                      <a:cubicBezTo>
                        <a:pt x="34" y="12"/>
                        <a:pt x="35" y="9"/>
                        <a:pt x="36" y="9"/>
                      </a:cubicBezTo>
                      <a:cubicBezTo>
                        <a:pt x="38" y="10"/>
                        <a:pt x="40" y="11"/>
                        <a:pt x="42" y="13"/>
                      </a:cubicBezTo>
                      <a:cubicBezTo>
                        <a:pt x="42" y="13"/>
                        <a:pt x="43" y="15"/>
                        <a:pt x="44" y="16"/>
                      </a:cubicBezTo>
                      <a:cubicBezTo>
                        <a:pt x="48" y="13"/>
                        <a:pt x="52" y="11"/>
                        <a:pt x="57" y="14"/>
                      </a:cubicBezTo>
                      <a:cubicBezTo>
                        <a:pt x="58" y="15"/>
                        <a:pt x="61" y="13"/>
                        <a:pt x="62" y="11"/>
                      </a:cubicBezTo>
                      <a:cubicBezTo>
                        <a:pt x="69" y="5"/>
                        <a:pt x="75" y="0"/>
                        <a:pt x="84" y="0"/>
                      </a:cubicBezTo>
                      <a:cubicBezTo>
                        <a:pt x="89" y="0"/>
                        <a:pt x="93" y="2"/>
                        <a:pt x="96" y="7"/>
                      </a:cubicBezTo>
                      <a:cubicBezTo>
                        <a:pt x="99" y="11"/>
                        <a:pt x="98" y="15"/>
                        <a:pt x="96" y="20"/>
                      </a:cubicBezTo>
                      <a:cubicBezTo>
                        <a:pt x="91" y="27"/>
                        <a:pt x="87" y="35"/>
                        <a:pt x="83" y="43"/>
                      </a:cubicBezTo>
                      <a:cubicBezTo>
                        <a:pt x="88" y="43"/>
                        <a:pt x="91" y="44"/>
                        <a:pt x="94" y="44"/>
                      </a:cubicBezTo>
                      <a:cubicBezTo>
                        <a:pt x="105" y="46"/>
                        <a:pt x="115" y="50"/>
                        <a:pt x="122" y="59"/>
                      </a:cubicBezTo>
                      <a:cubicBezTo>
                        <a:pt x="128" y="65"/>
                        <a:pt x="127" y="68"/>
                        <a:pt x="120" y="73"/>
                      </a:cubicBezTo>
                      <a:cubicBezTo>
                        <a:pt x="113" y="77"/>
                        <a:pt x="105" y="77"/>
                        <a:pt x="98" y="73"/>
                      </a:cubicBezTo>
                      <a:cubicBezTo>
                        <a:pt x="95" y="71"/>
                        <a:pt x="95" y="69"/>
                        <a:pt x="97" y="66"/>
                      </a:cubicBezTo>
                      <a:cubicBezTo>
                        <a:pt x="98" y="64"/>
                        <a:pt x="100" y="61"/>
                        <a:pt x="101" y="58"/>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6" name="Freeform 8"/>
                <p:cNvSpPr/>
                <p:nvPr/>
              </p:nvSpPr>
              <p:spPr bwMode="auto">
                <a:xfrm>
                  <a:off x="5664200" y="2355851"/>
                  <a:ext cx="341313" cy="407988"/>
                </a:xfrm>
                <a:custGeom>
                  <a:avLst/>
                  <a:gdLst>
                    <a:gd name="T0" fmla="*/ 46 w 80"/>
                    <a:gd name="T1" fmla="*/ 29 h 96"/>
                    <a:gd name="T2" fmla="*/ 65 w 80"/>
                    <a:gd name="T3" fmla="*/ 29 h 96"/>
                    <a:gd name="T4" fmla="*/ 79 w 80"/>
                    <a:gd name="T5" fmla="*/ 41 h 96"/>
                    <a:gd name="T6" fmla="*/ 74 w 80"/>
                    <a:gd name="T7" fmla="*/ 43 h 96"/>
                    <a:gd name="T8" fmla="*/ 60 w 80"/>
                    <a:gd name="T9" fmla="*/ 43 h 96"/>
                    <a:gd name="T10" fmla="*/ 52 w 80"/>
                    <a:gd name="T11" fmla="*/ 50 h 96"/>
                    <a:gd name="T12" fmla="*/ 49 w 80"/>
                    <a:gd name="T13" fmla="*/ 87 h 96"/>
                    <a:gd name="T14" fmla="*/ 37 w 80"/>
                    <a:gd name="T15" fmla="*/ 95 h 96"/>
                    <a:gd name="T16" fmla="*/ 21 w 80"/>
                    <a:gd name="T17" fmla="*/ 68 h 96"/>
                    <a:gd name="T18" fmla="*/ 22 w 80"/>
                    <a:gd name="T19" fmla="*/ 62 h 96"/>
                    <a:gd name="T20" fmla="*/ 30 w 80"/>
                    <a:gd name="T21" fmla="*/ 72 h 96"/>
                    <a:gd name="T22" fmla="*/ 40 w 80"/>
                    <a:gd name="T23" fmla="*/ 70 h 96"/>
                    <a:gd name="T24" fmla="*/ 43 w 80"/>
                    <a:gd name="T25" fmla="*/ 46 h 96"/>
                    <a:gd name="T26" fmla="*/ 24 w 80"/>
                    <a:gd name="T27" fmla="*/ 52 h 96"/>
                    <a:gd name="T28" fmla="*/ 19 w 80"/>
                    <a:gd name="T29" fmla="*/ 54 h 96"/>
                    <a:gd name="T30" fmla="*/ 6 w 80"/>
                    <a:gd name="T31" fmla="*/ 54 h 96"/>
                    <a:gd name="T32" fmla="*/ 2 w 80"/>
                    <a:gd name="T33" fmla="*/ 40 h 96"/>
                    <a:gd name="T34" fmla="*/ 6 w 80"/>
                    <a:gd name="T35" fmla="*/ 37 h 96"/>
                    <a:gd name="T36" fmla="*/ 28 w 80"/>
                    <a:gd name="T37" fmla="*/ 33 h 96"/>
                    <a:gd name="T38" fmla="*/ 33 w 80"/>
                    <a:gd name="T39" fmla="*/ 32 h 96"/>
                    <a:gd name="T40" fmla="*/ 36 w 80"/>
                    <a:gd name="T41" fmla="*/ 22 h 96"/>
                    <a:gd name="T42" fmla="*/ 46 w 80"/>
                    <a:gd name="T43" fmla="*/ 12 h 96"/>
                    <a:gd name="T44" fmla="*/ 45 w 80"/>
                    <a:gd name="T45" fmla="*/ 10 h 96"/>
                    <a:gd name="T46" fmla="*/ 26 w 80"/>
                    <a:gd name="T47" fmla="*/ 17 h 96"/>
                    <a:gd name="T48" fmla="*/ 15 w 80"/>
                    <a:gd name="T49" fmla="*/ 24 h 96"/>
                    <a:gd name="T50" fmla="*/ 5 w 80"/>
                    <a:gd name="T51" fmla="*/ 22 h 96"/>
                    <a:gd name="T52" fmla="*/ 1 w 80"/>
                    <a:gd name="T53" fmla="*/ 17 h 96"/>
                    <a:gd name="T54" fmla="*/ 36 w 80"/>
                    <a:gd name="T55" fmla="*/ 2 h 96"/>
                    <a:gd name="T56" fmla="*/ 55 w 80"/>
                    <a:gd name="T57" fmla="*/ 0 h 96"/>
                    <a:gd name="T58" fmla="*/ 61 w 80"/>
                    <a:gd name="T59" fmla="*/ 6 h 96"/>
                    <a:gd name="T60" fmla="*/ 59 w 80"/>
                    <a:gd name="T61" fmla="*/ 13 h 96"/>
                    <a:gd name="T62" fmla="*/ 46 w 80"/>
                    <a:gd name="T63" fmla="*/ 29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80" h="96">
                      <a:moveTo>
                        <a:pt x="46" y="29"/>
                      </a:moveTo>
                      <a:cubicBezTo>
                        <a:pt x="53" y="30"/>
                        <a:pt x="59" y="31"/>
                        <a:pt x="65" y="29"/>
                      </a:cubicBezTo>
                      <a:cubicBezTo>
                        <a:pt x="71" y="27"/>
                        <a:pt x="80" y="34"/>
                        <a:pt x="79" y="41"/>
                      </a:cubicBezTo>
                      <a:cubicBezTo>
                        <a:pt x="79" y="42"/>
                        <a:pt x="76" y="43"/>
                        <a:pt x="74" y="43"/>
                      </a:cubicBezTo>
                      <a:cubicBezTo>
                        <a:pt x="70" y="43"/>
                        <a:pt x="65" y="43"/>
                        <a:pt x="60" y="43"/>
                      </a:cubicBezTo>
                      <a:cubicBezTo>
                        <a:pt x="53" y="42"/>
                        <a:pt x="52" y="44"/>
                        <a:pt x="52" y="50"/>
                      </a:cubicBezTo>
                      <a:cubicBezTo>
                        <a:pt x="51" y="62"/>
                        <a:pt x="51" y="75"/>
                        <a:pt x="49" y="87"/>
                      </a:cubicBezTo>
                      <a:cubicBezTo>
                        <a:pt x="48" y="95"/>
                        <a:pt x="45" y="96"/>
                        <a:pt x="37" y="95"/>
                      </a:cubicBezTo>
                      <a:cubicBezTo>
                        <a:pt x="25" y="92"/>
                        <a:pt x="15" y="82"/>
                        <a:pt x="21" y="68"/>
                      </a:cubicBezTo>
                      <a:cubicBezTo>
                        <a:pt x="21" y="66"/>
                        <a:pt x="21" y="64"/>
                        <a:pt x="22" y="62"/>
                      </a:cubicBezTo>
                      <a:cubicBezTo>
                        <a:pt x="24" y="65"/>
                        <a:pt x="27" y="69"/>
                        <a:pt x="30" y="72"/>
                      </a:cubicBezTo>
                      <a:cubicBezTo>
                        <a:pt x="33" y="76"/>
                        <a:pt x="39" y="75"/>
                        <a:pt x="40" y="70"/>
                      </a:cubicBezTo>
                      <a:cubicBezTo>
                        <a:pt x="41" y="62"/>
                        <a:pt x="42" y="54"/>
                        <a:pt x="43" y="46"/>
                      </a:cubicBezTo>
                      <a:cubicBezTo>
                        <a:pt x="35" y="45"/>
                        <a:pt x="30" y="49"/>
                        <a:pt x="24" y="52"/>
                      </a:cubicBezTo>
                      <a:cubicBezTo>
                        <a:pt x="22" y="52"/>
                        <a:pt x="21" y="54"/>
                        <a:pt x="19" y="54"/>
                      </a:cubicBezTo>
                      <a:cubicBezTo>
                        <a:pt x="14" y="58"/>
                        <a:pt x="11" y="57"/>
                        <a:pt x="6" y="54"/>
                      </a:cubicBezTo>
                      <a:cubicBezTo>
                        <a:pt x="3" y="51"/>
                        <a:pt x="0" y="44"/>
                        <a:pt x="2" y="40"/>
                      </a:cubicBezTo>
                      <a:cubicBezTo>
                        <a:pt x="2" y="39"/>
                        <a:pt x="5" y="37"/>
                        <a:pt x="6" y="37"/>
                      </a:cubicBezTo>
                      <a:cubicBezTo>
                        <a:pt x="14" y="39"/>
                        <a:pt x="20" y="35"/>
                        <a:pt x="28" y="33"/>
                      </a:cubicBezTo>
                      <a:cubicBezTo>
                        <a:pt x="29" y="33"/>
                        <a:pt x="31" y="32"/>
                        <a:pt x="33" y="32"/>
                      </a:cubicBezTo>
                      <a:cubicBezTo>
                        <a:pt x="31" y="27"/>
                        <a:pt x="31" y="24"/>
                        <a:pt x="36" y="22"/>
                      </a:cubicBezTo>
                      <a:cubicBezTo>
                        <a:pt x="39" y="19"/>
                        <a:pt x="42" y="15"/>
                        <a:pt x="46" y="12"/>
                      </a:cubicBezTo>
                      <a:cubicBezTo>
                        <a:pt x="45" y="11"/>
                        <a:pt x="45" y="11"/>
                        <a:pt x="45" y="10"/>
                      </a:cubicBezTo>
                      <a:cubicBezTo>
                        <a:pt x="38" y="13"/>
                        <a:pt x="32" y="15"/>
                        <a:pt x="26" y="17"/>
                      </a:cubicBezTo>
                      <a:cubicBezTo>
                        <a:pt x="22" y="19"/>
                        <a:pt x="18" y="22"/>
                        <a:pt x="15" y="24"/>
                      </a:cubicBezTo>
                      <a:cubicBezTo>
                        <a:pt x="11" y="26"/>
                        <a:pt x="7" y="27"/>
                        <a:pt x="5" y="22"/>
                      </a:cubicBezTo>
                      <a:cubicBezTo>
                        <a:pt x="4" y="20"/>
                        <a:pt x="3" y="19"/>
                        <a:pt x="1" y="17"/>
                      </a:cubicBezTo>
                      <a:cubicBezTo>
                        <a:pt x="13" y="12"/>
                        <a:pt x="25" y="6"/>
                        <a:pt x="36" y="2"/>
                      </a:cubicBezTo>
                      <a:cubicBezTo>
                        <a:pt x="42" y="0"/>
                        <a:pt x="49" y="0"/>
                        <a:pt x="55" y="0"/>
                      </a:cubicBezTo>
                      <a:cubicBezTo>
                        <a:pt x="57" y="0"/>
                        <a:pt x="60" y="4"/>
                        <a:pt x="61" y="6"/>
                      </a:cubicBezTo>
                      <a:cubicBezTo>
                        <a:pt x="62" y="8"/>
                        <a:pt x="61" y="11"/>
                        <a:pt x="59" y="13"/>
                      </a:cubicBezTo>
                      <a:cubicBezTo>
                        <a:pt x="55" y="18"/>
                        <a:pt x="51" y="23"/>
                        <a:pt x="4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31" name="组合 30"/>
              <p:cNvGrpSpPr/>
              <p:nvPr/>
            </p:nvGrpSpPr>
            <p:grpSpPr>
              <a:xfrm>
                <a:off x="11192276" y="2400300"/>
                <a:ext cx="322175" cy="373063"/>
                <a:chOff x="3792874" y="3138488"/>
                <a:chExt cx="322175" cy="373063"/>
              </a:xfrm>
              <a:grpFill/>
            </p:grpSpPr>
            <p:sp>
              <p:nvSpPr>
                <p:cNvPr id="32" name="Freeform 15"/>
                <p:cNvSpPr/>
                <p:nvPr/>
              </p:nvSpPr>
              <p:spPr bwMode="auto">
                <a:xfrm>
                  <a:off x="3792874" y="3235325"/>
                  <a:ext cx="112625" cy="246063"/>
                </a:xfrm>
                <a:custGeom>
                  <a:avLst/>
                  <a:gdLst>
                    <a:gd name="T0" fmla="*/ 16 w 39"/>
                    <a:gd name="T1" fmla="*/ 29 h 58"/>
                    <a:gd name="T2" fmla="*/ 27 w 39"/>
                    <a:gd name="T3" fmla="*/ 7 h 58"/>
                    <a:gd name="T4" fmla="*/ 31 w 39"/>
                    <a:gd name="T5" fmla="*/ 1 h 58"/>
                    <a:gd name="T6" fmla="*/ 34 w 39"/>
                    <a:gd name="T7" fmla="*/ 6 h 58"/>
                    <a:gd name="T8" fmla="*/ 35 w 39"/>
                    <a:gd name="T9" fmla="*/ 26 h 58"/>
                    <a:gd name="T10" fmla="*/ 20 w 39"/>
                    <a:gd name="T11" fmla="*/ 52 h 58"/>
                    <a:gd name="T12" fmla="*/ 9 w 39"/>
                    <a:gd name="T13" fmla="*/ 57 h 58"/>
                    <a:gd name="T14" fmla="*/ 1 w 39"/>
                    <a:gd name="T15" fmla="*/ 43 h 58"/>
                    <a:gd name="T16" fmla="*/ 4 w 39"/>
                    <a:gd name="T17" fmla="*/ 6 h 58"/>
                    <a:gd name="T18" fmla="*/ 8 w 39"/>
                    <a:gd name="T19" fmla="*/ 0 h 58"/>
                    <a:gd name="T20" fmla="*/ 15 w 39"/>
                    <a:gd name="T21" fmla="*/ 6 h 58"/>
                    <a:gd name="T22" fmla="*/ 14 w 39"/>
                    <a:gd name="T23" fmla="*/ 20 h 58"/>
                    <a:gd name="T24" fmla="*/ 14 w 39"/>
                    <a:gd name="T25" fmla="*/ 28 h 58"/>
                    <a:gd name="T26" fmla="*/ 16 w 39"/>
                    <a:gd name="T27" fmla="*/ 29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9" h="58">
                      <a:moveTo>
                        <a:pt x="16" y="29"/>
                      </a:moveTo>
                      <a:cubicBezTo>
                        <a:pt x="19" y="21"/>
                        <a:pt x="23" y="14"/>
                        <a:pt x="27" y="7"/>
                      </a:cubicBezTo>
                      <a:cubicBezTo>
                        <a:pt x="28" y="5"/>
                        <a:pt x="29" y="3"/>
                        <a:pt x="31" y="1"/>
                      </a:cubicBezTo>
                      <a:cubicBezTo>
                        <a:pt x="32" y="3"/>
                        <a:pt x="33" y="4"/>
                        <a:pt x="34" y="6"/>
                      </a:cubicBezTo>
                      <a:cubicBezTo>
                        <a:pt x="37" y="12"/>
                        <a:pt x="39" y="19"/>
                        <a:pt x="35" y="26"/>
                      </a:cubicBezTo>
                      <a:cubicBezTo>
                        <a:pt x="30" y="34"/>
                        <a:pt x="25" y="43"/>
                        <a:pt x="20" y="52"/>
                      </a:cubicBezTo>
                      <a:cubicBezTo>
                        <a:pt x="18" y="56"/>
                        <a:pt x="12" y="58"/>
                        <a:pt x="9" y="57"/>
                      </a:cubicBezTo>
                      <a:cubicBezTo>
                        <a:pt x="2" y="54"/>
                        <a:pt x="0" y="50"/>
                        <a:pt x="1" y="43"/>
                      </a:cubicBezTo>
                      <a:cubicBezTo>
                        <a:pt x="2" y="31"/>
                        <a:pt x="3" y="18"/>
                        <a:pt x="4" y="6"/>
                      </a:cubicBezTo>
                      <a:cubicBezTo>
                        <a:pt x="4" y="4"/>
                        <a:pt x="4" y="0"/>
                        <a:pt x="8" y="0"/>
                      </a:cubicBezTo>
                      <a:cubicBezTo>
                        <a:pt x="11" y="0"/>
                        <a:pt x="15" y="1"/>
                        <a:pt x="15" y="6"/>
                      </a:cubicBezTo>
                      <a:cubicBezTo>
                        <a:pt x="15" y="10"/>
                        <a:pt x="14" y="15"/>
                        <a:pt x="14" y="20"/>
                      </a:cubicBezTo>
                      <a:cubicBezTo>
                        <a:pt x="14" y="23"/>
                        <a:pt x="14" y="25"/>
                        <a:pt x="14" y="28"/>
                      </a:cubicBezTo>
                      <a:cubicBezTo>
                        <a:pt x="14" y="28"/>
                        <a:pt x="15" y="28"/>
                        <a:pt x="16"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3" name="Freeform 16"/>
                <p:cNvSpPr/>
                <p:nvPr/>
              </p:nvSpPr>
              <p:spPr bwMode="auto">
                <a:xfrm>
                  <a:off x="3980111" y="3138488"/>
                  <a:ext cx="134938" cy="373063"/>
                </a:xfrm>
                <a:custGeom>
                  <a:avLst/>
                  <a:gdLst>
                    <a:gd name="T0" fmla="*/ 9 w 47"/>
                    <a:gd name="T1" fmla="*/ 73 h 88"/>
                    <a:gd name="T2" fmla="*/ 3 w 47"/>
                    <a:gd name="T3" fmla="*/ 67 h 88"/>
                    <a:gd name="T4" fmla="*/ 3 w 47"/>
                    <a:gd name="T5" fmla="*/ 57 h 88"/>
                    <a:gd name="T6" fmla="*/ 20 w 47"/>
                    <a:gd name="T7" fmla="*/ 38 h 88"/>
                    <a:gd name="T8" fmla="*/ 33 w 47"/>
                    <a:gd name="T9" fmla="*/ 20 h 88"/>
                    <a:gd name="T10" fmla="*/ 33 w 47"/>
                    <a:gd name="T11" fmla="*/ 4 h 88"/>
                    <a:gd name="T12" fmla="*/ 32 w 47"/>
                    <a:gd name="T13" fmla="*/ 1 h 88"/>
                    <a:gd name="T14" fmla="*/ 33 w 47"/>
                    <a:gd name="T15" fmla="*/ 0 h 88"/>
                    <a:gd name="T16" fmla="*/ 41 w 47"/>
                    <a:gd name="T17" fmla="*/ 6 h 88"/>
                    <a:gd name="T18" fmla="*/ 43 w 47"/>
                    <a:gd name="T19" fmla="*/ 26 h 88"/>
                    <a:gd name="T20" fmla="*/ 29 w 47"/>
                    <a:gd name="T21" fmla="*/ 48 h 88"/>
                    <a:gd name="T22" fmla="*/ 30 w 47"/>
                    <a:gd name="T23" fmla="*/ 52 h 88"/>
                    <a:gd name="T24" fmla="*/ 40 w 47"/>
                    <a:gd name="T25" fmla="*/ 73 h 88"/>
                    <a:gd name="T26" fmla="*/ 41 w 47"/>
                    <a:gd name="T27" fmla="*/ 84 h 88"/>
                    <a:gd name="T28" fmla="*/ 37 w 47"/>
                    <a:gd name="T29" fmla="*/ 86 h 88"/>
                    <a:gd name="T30" fmla="*/ 31 w 47"/>
                    <a:gd name="T31" fmla="*/ 75 h 88"/>
                    <a:gd name="T32" fmla="*/ 28 w 47"/>
                    <a:gd name="T33" fmla="*/ 60 h 88"/>
                    <a:gd name="T34" fmla="*/ 22 w 47"/>
                    <a:gd name="T35" fmla="*/ 59 h 88"/>
                    <a:gd name="T36" fmla="*/ 9 w 47"/>
                    <a:gd name="T37" fmla="*/ 73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47" h="88">
                      <a:moveTo>
                        <a:pt x="9" y="73"/>
                      </a:moveTo>
                      <a:cubicBezTo>
                        <a:pt x="7" y="71"/>
                        <a:pt x="5" y="69"/>
                        <a:pt x="3" y="67"/>
                      </a:cubicBezTo>
                      <a:cubicBezTo>
                        <a:pt x="1" y="64"/>
                        <a:pt x="0" y="61"/>
                        <a:pt x="3" y="57"/>
                      </a:cubicBezTo>
                      <a:cubicBezTo>
                        <a:pt x="9" y="51"/>
                        <a:pt x="14" y="45"/>
                        <a:pt x="20" y="38"/>
                      </a:cubicBezTo>
                      <a:cubicBezTo>
                        <a:pt x="24" y="32"/>
                        <a:pt x="28" y="26"/>
                        <a:pt x="33" y="20"/>
                      </a:cubicBezTo>
                      <a:cubicBezTo>
                        <a:pt x="36" y="15"/>
                        <a:pt x="36" y="9"/>
                        <a:pt x="33" y="4"/>
                      </a:cubicBezTo>
                      <a:cubicBezTo>
                        <a:pt x="32" y="3"/>
                        <a:pt x="32" y="2"/>
                        <a:pt x="32" y="1"/>
                      </a:cubicBezTo>
                      <a:cubicBezTo>
                        <a:pt x="32" y="1"/>
                        <a:pt x="33" y="0"/>
                        <a:pt x="33" y="0"/>
                      </a:cubicBezTo>
                      <a:cubicBezTo>
                        <a:pt x="36" y="2"/>
                        <a:pt x="39" y="4"/>
                        <a:pt x="41" y="6"/>
                      </a:cubicBezTo>
                      <a:cubicBezTo>
                        <a:pt x="46" y="11"/>
                        <a:pt x="47" y="20"/>
                        <a:pt x="43" y="26"/>
                      </a:cubicBezTo>
                      <a:cubicBezTo>
                        <a:pt x="39" y="33"/>
                        <a:pt x="34" y="40"/>
                        <a:pt x="29" y="48"/>
                      </a:cubicBezTo>
                      <a:cubicBezTo>
                        <a:pt x="29" y="49"/>
                        <a:pt x="29" y="52"/>
                        <a:pt x="30" y="52"/>
                      </a:cubicBezTo>
                      <a:cubicBezTo>
                        <a:pt x="38" y="57"/>
                        <a:pt x="38" y="65"/>
                        <a:pt x="40" y="73"/>
                      </a:cubicBezTo>
                      <a:cubicBezTo>
                        <a:pt x="41" y="76"/>
                        <a:pt x="41" y="80"/>
                        <a:pt x="41" y="84"/>
                      </a:cubicBezTo>
                      <a:cubicBezTo>
                        <a:pt x="41" y="87"/>
                        <a:pt x="39" y="88"/>
                        <a:pt x="37" y="86"/>
                      </a:cubicBezTo>
                      <a:cubicBezTo>
                        <a:pt x="33" y="83"/>
                        <a:pt x="31" y="81"/>
                        <a:pt x="31" y="75"/>
                      </a:cubicBezTo>
                      <a:cubicBezTo>
                        <a:pt x="31" y="70"/>
                        <a:pt x="30" y="65"/>
                        <a:pt x="28" y="60"/>
                      </a:cubicBezTo>
                      <a:cubicBezTo>
                        <a:pt x="27" y="55"/>
                        <a:pt x="25" y="56"/>
                        <a:pt x="22" y="59"/>
                      </a:cubicBezTo>
                      <a:cubicBezTo>
                        <a:pt x="18" y="64"/>
                        <a:pt x="14" y="68"/>
                        <a:pt x="9" y="73"/>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34" name="Freeform 17"/>
                <p:cNvSpPr/>
                <p:nvPr/>
              </p:nvSpPr>
              <p:spPr bwMode="auto">
                <a:xfrm>
                  <a:off x="3872924" y="3138488"/>
                  <a:ext cx="75438" cy="79375"/>
                </a:xfrm>
                <a:custGeom>
                  <a:avLst/>
                  <a:gdLst>
                    <a:gd name="T0" fmla="*/ 0 w 26"/>
                    <a:gd name="T1" fmla="*/ 0 h 19"/>
                    <a:gd name="T2" fmla="*/ 20 w 26"/>
                    <a:gd name="T3" fmla="*/ 1 h 19"/>
                    <a:gd name="T4" fmla="*/ 23 w 26"/>
                    <a:gd name="T5" fmla="*/ 12 h 19"/>
                    <a:gd name="T6" fmla="*/ 12 w 26"/>
                    <a:gd name="T7" fmla="*/ 18 h 19"/>
                    <a:gd name="T8" fmla="*/ 3 w 26"/>
                    <a:gd name="T9" fmla="*/ 11 h 19"/>
                    <a:gd name="T10" fmla="*/ 0 w 26"/>
                    <a:gd name="T11" fmla="*/ 0 h 19"/>
                  </a:gdLst>
                  <a:ahLst/>
                  <a:cxnLst>
                    <a:cxn ang="0">
                      <a:pos x="T0" y="T1"/>
                    </a:cxn>
                    <a:cxn ang="0">
                      <a:pos x="T2" y="T3"/>
                    </a:cxn>
                    <a:cxn ang="0">
                      <a:pos x="T4" y="T5"/>
                    </a:cxn>
                    <a:cxn ang="0">
                      <a:pos x="T6" y="T7"/>
                    </a:cxn>
                    <a:cxn ang="0">
                      <a:pos x="T8" y="T9"/>
                    </a:cxn>
                    <a:cxn ang="0">
                      <a:pos x="T10" y="T11"/>
                    </a:cxn>
                  </a:cxnLst>
                  <a:rect l="0" t="0" r="r" b="b"/>
                  <a:pathLst>
                    <a:path w="26" h="19">
                      <a:moveTo>
                        <a:pt x="0" y="0"/>
                      </a:moveTo>
                      <a:cubicBezTo>
                        <a:pt x="8" y="1"/>
                        <a:pt x="14" y="1"/>
                        <a:pt x="20" y="1"/>
                      </a:cubicBezTo>
                      <a:cubicBezTo>
                        <a:pt x="24" y="1"/>
                        <a:pt x="26" y="8"/>
                        <a:pt x="23" y="12"/>
                      </a:cubicBezTo>
                      <a:cubicBezTo>
                        <a:pt x="21" y="16"/>
                        <a:pt x="17" y="19"/>
                        <a:pt x="12" y="18"/>
                      </a:cubicBezTo>
                      <a:cubicBezTo>
                        <a:pt x="8" y="18"/>
                        <a:pt x="5" y="15"/>
                        <a:pt x="3" y="11"/>
                      </a:cubicBezTo>
                      <a:cubicBezTo>
                        <a:pt x="2" y="8"/>
                        <a:pt x="1" y="4"/>
                        <a:pt x="0"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grpSp>
          <p:nvGrpSpPr>
            <p:cNvPr id="15" name="组合 14"/>
            <p:cNvGrpSpPr/>
            <p:nvPr/>
          </p:nvGrpSpPr>
          <p:grpSpPr>
            <a:xfrm>
              <a:off x="598941" y="6399999"/>
              <a:ext cx="1102619" cy="276499"/>
              <a:chOff x="6738929" y="2270918"/>
              <a:chExt cx="2766486" cy="693738"/>
            </a:xfrm>
            <a:grpFill/>
          </p:grpSpPr>
          <p:grpSp>
            <p:nvGrpSpPr>
              <p:cNvPr id="16" name="组合 15"/>
              <p:cNvGrpSpPr/>
              <p:nvPr/>
            </p:nvGrpSpPr>
            <p:grpSpPr>
              <a:xfrm>
                <a:off x="8180494" y="2355056"/>
                <a:ext cx="484188" cy="509588"/>
                <a:chOff x="6113463" y="3541713"/>
                <a:chExt cx="484188" cy="509588"/>
              </a:xfrm>
              <a:grpFill/>
            </p:grpSpPr>
            <p:sp>
              <p:nvSpPr>
                <p:cNvPr id="26" name="Freeform 9"/>
                <p:cNvSpPr>
                  <a:spLocks noEditPoints="1"/>
                </p:cNvSpPr>
                <p:nvPr/>
              </p:nvSpPr>
              <p:spPr bwMode="auto">
                <a:xfrm>
                  <a:off x="6113463" y="3579813"/>
                  <a:ext cx="252413" cy="428625"/>
                </a:xfrm>
                <a:custGeom>
                  <a:avLst/>
                  <a:gdLst>
                    <a:gd name="T0" fmla="*/ 39 w 59"/>
                    <a:gd name="T1" fmla="*/ 78 h 101"/>
                    <a:gd name="T2" fmla="*/ 17 w 59"/>
                    <a:gd name="T3" fmla="*/ 94 h 101"/>
                    <a:gd name="T4" fmla="*/ 8 w 59"/>
                    <a:gd name="T5" fmla="*/ 94 h 101"/>
                    <a:gd name="T6" fmla="*/ 0 w 59"/>
                    <a:gd name="T7" fmla="*/ 79 h 101"/>
                    <a:gd name="T8" fmla="*/ 17 w 59"/>
                    <a:gd name="T9" fmla="*/ 73 h 101"/>
                    <a:gd name="T10" fmla="*/ 10 w 59"/>
                    <a:gd name="T11" fmla="*/ 68 h 101"/>
                    <a:gd name="T12" fmla="*/ 8 w 59"/>
                    <a:gd name="T13" fmla="*/ 60 h 101"/>
                    <a:gd name="T14" fmla="*/ 18 w 59"/>
                    <a:gd name="T15" fmla="*/ 23 h 101"/>
                    <a:gd name="T16" fmla="*/ 26 w 59"/>
                    <a:gd name="T17" fmla="*/ 17 h 101"/>
                    <a:gd name="T18" fmla="*/ 36 w 59"/>
                    <a:gd name="T19" fmla="*/ 26 h 101"/>
                    <a:gd name="T20" fmla="*/ 36 w 59"/>
                    <a:gd name="T21" fmla="*/ 27 h 101"/>
                    <a:gd name="T22" fmla="*/ 43 w 59"/>
                    <a:gd name="T23" fmla="*/ 40 h 101"/>
                    <a:gd name="T24" fmla="*/ 42 w 59"/>
                    <a:gd name="T25" fmla="*/ 12 h 101"/>
                    <a:gd name="T26" fmla="*/ 21 w 59"/>
                    <a:gd name="T27" fmla="*/ 5 h 101"/>
                    <a:gd name="T28" fmla="*/ 44 w 59"/>
                    <a:gd name="T29" fmla="*/ 1 h 101"/>
                    <a:gd name="T30" fmla="*/ 57 w 59"/>
                    <a:gd name="T31" fmla="*/ 17 h 101"/>
                    <a:gd name="T32" fmla="*/ 56 w 59"/>
                    <a:gd name="T33" fmla="*/ 48 h 101"/>
                    <a:gd name="T34" fmla="*/ 57 w 59"/>
                    <a:gd name="T35" fmla="*/ 55 h 101"/>
                    <a:gd name="T36" fmla="*/ 55 w 59"/>
                    <a:gd name="T37" fmla="*/ 64 h 101"/>
                    <a:gd name="T38" fmla="*/ 54 w 59"/>
                    <a:gd name="T39" fmla="*/ 71 h 101"/>
                    <a:gd name="T40" fmla="*/ 52 w 59"/>
                    <a:gd name="T41" fmla="*/ 95 h 101"/>
                    <a:gd name="T42" fmla="*/ 49 w 59"/>
                    <a:gd name="T43" fmla="*/ 101 h 101"/>
                    <a:gd name="T44" fmla="*/ 43 w 59"/>
                    <a:gd name="T45" fmla="*/ 98 h 101"/>
                    <a:gd name="T46" fmla="*/ 38 w 59"/>
                    <a:gd name="T47" fmla="*/ 86 h 101"/>
                    <a:gd name="T48" fmla="*/ 39 w 59"/>
                    <a:gd name="T49" fmla="*/ 78 h 101"/>
                    <a:gd name="T50" fmla="*/ 42 w 59"/>
                    <a:gd name="T51" fmla="*/ 47 h 101"/>
                    <a:gd name="T52" fmla="*/ 32 w 59"/>
                    <a:gd name="T53" fmla="*/ 44 h 101"/>
                    <a:gd name="T54" fmla="*/ 29 w 59"/>
                    <a:gd name="T55" fmla="*/ 64 h 101"/>
                    <a:gd name="T56" fmla="*/ 42 w 59"/>
                    <a:gd name="T57" fmla="*/ 47 h 1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9" h="101">
                      <a:moveTo>
                        <a:pt x="39" y="78"/>
                      </a:moveTo>
                      <a:cubicBezTo>
                        <a:pt x="31" y="84"/>
                        <a:pt x="24" y="89"/>
                        <a:pt x="17" y="94"/>
                      </a:cubicBezTo>
                      <a:cubicBezTo>
                        <a:pt x="14" y="97"/>
                        <a:pt x="11" y="96"/>
                        <a:pt x="8" y="94"/>
                      </a:cubicBezTo>
                      <a:cubicBezTo>
                        <a:pt x="4" y="90"/>
                        <a:pt x="0" y="86"/>
                        <a:pt x="0" y="79"/>
                      </a:cubicBezTo>
                      <a:cubicBezTo>
                        <a:pt x="6" y="82"/>
                        <a:pt x="12" y="80"/>
                        <a:pt x="17" y="73"/>
                      </a:cubicBezTo>
                      <a:cubicBezTo>
                        <a:pt x="15" y="72"/>
                        <a:pt x="13" y="70"/>
                        <a:pt x="10" y="68"/>
                      </a:cubicBezTo>
                      <a:cubicBezTo>
                        <a:pt x="7" y="66"/>
                        <a:pt x="7" y="63"/>
                        <a:pt x="8" y="60"/>
                      </a:cubicBezTo>
                      <a:cubicBezTo>
                        <a:pt x="11" y="48"/>
                        <a:pt x="15" y="36"/>
                        <a:pt x="18" y="23"/>
                      </a:cubicBezTo>
                      <a:cubicBezTo>
                        <a:pt x="19" y="20"/>
                        <a:pt x="20" y="16"/>
                        <a:pt x="26" y="17"/>
                      </a:cubicBezTo>
                      <a:cubicBezTo>
                        <a:pt x="32" y="18"/>
                        <a:pt x="36" y="21"/>
                        <a:pt x="36" y="26"/>
                      </a:cubicBezTo>
                      <a:cubicBezTo>
                        <a:pt x="36" y="26"/>
                        <a:pt x="36" y="27"/>
                        <a:pt x="36" y="27"/>
                      </a:cubicBezTo>
                      <a:cubicBezTo>
                        <a:pt x="35" y="33"/>
                        <a:pt x="38" y="37"/>
                        <a:pt x="43" y="40"/>
                      </a:cubicBezTo>
                      <a:cubicBezTo>
                        <a:pt x="43" y="31"/>
                        <a:pt x="42" y="22"/>
                        <a:pt x="42" y="12"/>
                      </a:cubicBezTo>
                      <a:cubicBezTo>
                        <a:pt x="30" y="16"/>
                        <a:pt x="20" y="12"/>
                        <a:pt x="21" y="5"/>
                      </a:cubicBezTo>
                      <a:cubicBezTo>
                        <a:pt x="29" y="3"/>
                        <a:pt x="36" y="1"/>
                        <a:pt x="44" y="1"/>
                      </a:cubicBezTo>
                      <a:cubicBezTo>
                        <a:pt x="54" y="0"/>
                        <a:pt x="59" y="8"/>
                        <a:pt x="57" y="17"/>
                      </a:cubicBezTo>
                      <a:cubicBezTo>
                        <a:pt x="56" y="27"/>
                        <a:pt x="56" y="38"/>
                        <a:pt x="56" y="48"/>
                      </a:cubicBezTo>
                      <a:cubicBezTo>
                        <a:pt x="56" y="50"/>
                        <a:pt x="57" y="52"/>
                        <a:pt x="57" y="55"/>
                      </a:cubicBezTo>
                      <a:cubicBezTo>
                        <a:pt x="57" y="58"/>
                        <a:pt x="56" y="61"/>
                        <a:pt x="55" y="64"/>
                      </a:cubicBezTo>
                      <a:cubicBezTo>
                        <a:pt x="55" y="66"/>
                        <a:pt x="54" y="68"/>
                        <a:pt x="54" y="71"/>
                      </a:cubicBezTo>
                      <a:cubicBezTo>
                        <a:pt x="53" y="79"/>
                        <a:pt x="53" y="87"/>
                        <a:pt x="52" y="95"/>
                      </a:cubicBezTo>
                      <a:cubicBezTo>
                        <a:pt x="52" y="97"/>
                        <a:pt x="51" y="100"/>
                        <a:pt x="49" y="101"/>
                      </a:cubicBezTo>
                      <a:cubicBezTo>
                        <a:pt x="47" y="101"/>
                        <a:pt x="44" y="100"/>
                        <a:pt x="43" y="98"/>
                      </a:cubicBezTo>
                      <a:cubicBezTo>
                        <a:pt x="39" y="95"/>
                        <a:pt x="36" y="92"/>
                        <a:pt x="38" y="86"/>
                      </a:cubicBezTo>
                      <a:cubicBezTo>
                        <a:pt x="39" y="84"/>
                        <a:pt x="39" y="81"/>
                        <a:pt x="39" y="78"/>
                      </a:cubicBezTo>
                      <a:close/>
                      <a:moveTo>
                        <a:pt x="42" y="47"/>
                      </a:moveTo>
                      <a:cubicBezTo>
                        <a:pt x="39" y="46"/>
                        <a:pt x="36" y="45"/>
                        <a:pt x="32" y="44"/>
                      </a:cubicBezTo>
                      <a:cubicBezTo>
                        <a:pt x="31" y="51"/>
                        <a:pt x="30" y="57"/>
                        <a:pt x="29" y="64"/>
                      </a:cubicBezTo>
                      <a:cubicBezTo>
                        <a:pt x="39" y="61"/>
                        <a:pt x="42" y="57"/>
                        <a:pt x="42" y="47"/>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7" name="Freeform 10"/>
                <p:cNvSpPr>
                  <a:spLocks noEditPoints="1"/>
                </p:cNvSpPr>
                <p:nvPr/>
              </p:nvSpPr>
              <p:spPr bwMode="auto">
                <a:xfrm>
                  <a:off x="6361113" y="3541713"/>
                  <a:ext cx="236538" cy="509588"/>
                </a:xfrm>
                <a:custGeom>
                  <a:avLst/>
                  <a:gdLst>
                    <a:gd name="T0" fmla="*/ 11 w 55"/>
                    <a:gd name="T1" fmla="*/ 89 h 120"/>
                    <a:gd name="T2" fmla="*/ 10 w 55"/>
                    <a:gd name="T3" fmla="*/ 100 h 120"/>
                    <a:gd name="T4" fmla="*/ 6 w 55"/>
                    <a:gd name="T5" fmla="*/ 104 h 120"/>
                    <a:gd name="T6" fmla="*/ 1 w 55"/>
                    <a:gd name="T7" fmla="*/ 99 h 120"/>
                    <a:gd name="T8" fmla="*/ 3 w 55"/>
                    <a:gd name="T9" fmla="*/ 84 h 120"/>
                    <a:gd name="T10" fmla="*/ 14 w 55"/>
                    <a:gd name="T11" fmla="*/ 37 h 120"/>
                    <a:gd name="T12" fmla="*/ 22 w 55"/>
                    <a:gd name="T13" fmla="*/ 11 h 120"/>
                    <a:gd name="T14" fmla="*/ 26 w 55"/>
                    <a:gd name="T15" fmla="*/ 19 h 120"/>
                    <a:gd name="T16" fmla="*/ 20 w 55"/>
                    <a:gd name="T17" fmla="*/ 40 h 120"/>
                    <a:gd name="T18" fmla="*/ 27 w 55"/>
                    <a:gd name="T19" fmla="*/ 35 h 120"/>
                    <a:gd name="T20" fmla="*/ 35 w 55"/>
                    <a:gd name="T21" fmla="*/ 30 h 120"/>
                    <a:gd name="T22" fmla="*/ 33 w 55"/>
                    <a:gd name="T23" fmla="*/ 9 h 120"/>
                    <a:gd name="T24" fmla="*/ 28 w 55"/>
                    <a:gd name="T25" fmla="*/ 8 h 120"/>
                    <a:gd name="T26" fmla="*/ 19 w 55"/>
                    <a:gd name="T27" fmla="*/ 12 h 120"/>
                    <a:gd name="T28" fmla="*/ 12 w 55"/>
                    <a:gd name="T29" fmla="*/ 15 h 120"/>
                    <a:gd name="T30" fmla="*/ 9 w 55"/>
                    <a:gd name="T31" fmla="*/ 11 h 120"/>
                    <a:gd name="T32" fmla="*/ 11 w 55"/>
                    <a:gd name="T33" fmla="*/ 8 h 120"/>
                    <a:gd name="T34" fmla="*/ 31 w 55"/>
                    <a:gd name="T35" fmla="*/ 0 h 120"/>
                    <a:gd name="T36" fmla="*/ 45 w 55"/>
                    <a:gd name="T37" fmla="*/ 15 h 120"/>
                    <a:gd name="T38" fmla="*/ 44 w 55"/>
                    <a:gd name="T39" fmla="*/ 46 h 120"/>
                    <a:gd name="T40" fmla="*/ 48 w 55"/>
                    <a:gd name="T41" fmla="*/ 54 h 120"/>
                    <a:gd name="T42" fmla="*/ 48 w 55"/>
                    <a:gd name="T43" fmla="*/ 71 h 120"/>
                    <a:gd name="T44" fmla="*/ 44 w 55"/>
                    <a:gd name="T45" fmla="*/ 77 h 120"/>
                    <a:gd name="T46" fmla="*/ 44 w 55"/>
                    <a:gd name="T47" fmla="*/ 110 h 120"/>
                    <a:gd name="T48" fmla="*/ 44 w 55"/>
                    <a:gd name="T49" fmla="*/ 114 h 120"/>
                    <a:gd name="T50" fmla="*/ 41 w 55"/>
                    <a:gd name="T51" fmla="*/ 120 h 120"/>
                    <a:gd name="T52" fmla="*/ 32 w 55"/>
                    <a:gd name="T53" fmla="*/ 118 h 120"/>
                    <a:gd name="T54" fmla="*/ 13 w 55"/>
                    <a:gd name="T55" fmla="*/ 91 h 120"/>
                    <a:gd name="T56" fmla="*/ 12 w 55"/>
                    <a:gd name="T57" fmla="*/ 89 h 120"/>
                    <a:gd name="T58" fmla="*/ 11 w 55"/>
                    <a:gd name="T59" fmla="*/ 89 h 120"/>
                    <a:gd name="T60" fmla="*/ 24 w 55"/>
                    <a:gd name="T61" fmla="*/ 76 h 120"/>
                    <a:gd name="T62" fmla="*/ 23 w 55"/>
                    <a:gd name="T63" fmla="*/ 74 h 120"/>
                    <a:gd name="T64" fmla="*/ 27 w 55"/>
                    <a:gd name="T65" fmla="*/ 71 h 120"/>
                    <a:gd name="T66" fmla="*/ 33 w 55"/>
                    <a:gd name="T67" fmla="*/ 67 h 120"/>
                    <a:gd name="T68" fmla="*/ 32 w 55"/>
                    <a:gd name="T69" fmla="*/ 63 h 120"/>
                    <a:gd name="T70" fmla="*/ 22 w 55"/>
                    <a:gd name="T71" fmla="*/ 52 h 120"/>
                    <a:gd name="T72" fmla="*/ 18 w 55"/>
                    <a:gd name="T73" fmla="*/ 89 h 120"/>
                    <a:gd name="T74" fmla="*/ 33 w 55"/>
                    <a:gd name="T75" fmla="*/ 107 h 120"/>
                    <a:gd name="T76" fmla="*/ 35 w 55"/>
                    <a:gd name="T77" fmla="*/ 77 h 120"/>
                    <a:gd name="T78" fmla="*/ 31 w 55"/>
                    <a:gd name="T79" fmla="*/ 75 h 120"/>
                    <a:gd name="T80" fmla="*/ 24 w 55"/>
                    <a:gd name="T81" fmla="*/ 7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5" h="120">
                      <a:moveTo>
                        <a:pt x="11" y="89"/>
                      </a:moveTo>
                      <a:cubicBezTo>
                        <a:pt x="10" y="93"/>
                        <a:pt x="10" y="96"/>
                        <a:pt x="10" y="100"/>
                      </a:cubicBezTo>
                      <a:cubicBezTo>
                        <a:pt x="9" y="102"/>
                        <a:pt x="9" y="104"/>
                        <a:pt x="6" y="104"/>
                      </a:cubicBezTo>
                      <a:cubicBezTo>
                        <a:pt x="3" y="104"/>
                        <a:pt x="0" y="103"/>
                        <a:pt x="1" y="99"/>
                      </a:cubicBezTo>
                      <a:cubicBezTo>
                        <a:pt x="2" y="94"/>
                        <a:pt x="2" y="89"/>
                        <a:pt x="3" y="84"/>
                      </a:cubicBezTo>
                      <a:cubicBezTo>
                        <a:pt x="7" y="68"/>
                        <a:pt x="10" y="53"/>
                        <a:pt x="14" y="37"/>
                      </a:cubicBezTo>
                      <a:cubicBezTo>
                        <a:pt x="16" y="29"/>
                        <a:pt x="19" y="20"/>
                        <a:pt x="22" y="11"/>
                      </a:cubicBezTo>
                      <a:cubicBezTo>
                        <a:pt x="26" y="13"/>
                        <a:pt x="27" y="15"/>
                        <a:pt x="26" y="19"/>
                      </a:cubicBezTo>
                      <a:cubicBezTo>
                        <a:pt x="24" y="25"/>
                        <a:pt x="22" y="32"/>
                        <a:pt x="20" y="40"/>
                      </a:cubicBezTo>
                      <a:cubicBezTo>
                        <a:pt x="23" y="37"/>
                        <a:pt x="25" y="36"/>
                        <a:pt x="27" y="35"/>
                      </a:cubicBezTo>
                      <a:cubicBezTo>
                        <a:pt x="30" y="33"/>
                        <a:pt x="34" y="32"/>
                        <a:pt x="35" y="30"/>
                      </a:cubicBezTo>
                      <a:cubicBezTo>
                        <a:pt x="36" y="23"/>
                        <a:pt x="37" y="16"/>
                        <a:pt x="33" y="9"/>
                      </a:cubicBezTo>
                      <a:cubicBezTo>
                        <a:pt x="33" y="8"/>
                        <a:pt x="30" y="7"/>
                        <a:pt x="28" y="8"/>
                      </a:cubicBezTo>
                      <a:cubicBezTo>
                        <a:pt x="25" y="9"/>
                        <a:pt x="22" y="11"/>
                        <a:pt x="19" y="12"/>
                      </a:cubicBezTo>
                      <a:cubicBezTo>
                        <a:pt x="17" y="13"/>
                        <a:pt x="15" y="15"/>
                        <a:pt x="12" y="15"/>
                      </a:cubicBezTo>
                      <a:cubicBezTo>
                        <a:pt x="11" y="15"/>
                        <a:pt x="9" y="13"/>
                        <a:pt x="9" y="11"/>
                      </a:cubicBezTo>
                      <a:cubicBezTo>
                        <a:pt x="8" y="11"/>
                        <a:pt x="10" y="9"/>
                        <a:pt x="11" y="8"/>
                      </a:cubicBezTo>
                      <a:cubicBezTo>
                        <a:pt x="17" y="4"/>
                        <a:pt x="23" y="0"/>
                        <a:pt x="31" y="0"/>
                      </a:cubicBezTo>
                      <a:cubicBezTo>
                        <a:pt x="41" y="1"/>
                        <a:pt x="46" y="5"/>
                        <a:pt x="45" y="15"/>
                      </a:cubicBezTo>
                      <a:cubicBezTo>
                        <a:pt x="45" y="25"/>
                        <a:pt x="45" y="36"/>
                        <a:pt x="44" y="46"/>
                      </a:cubicBezTo>
                      <a:cubicBezTo>
                        <a:pt x="44" y="50"/>
                        <a:pt x="45" y="52"/>
                        <a:pt x="48" y="54"/>
                      </a:cubicBezTo>
                      <a:cubicBezTo>
                        <a:pt x="55" y="60"/>
                        <a:pt x="55" y="66"/>
                        <a:pt x="48" y="71"/>
                      </a:cubicBezTo>
                      <a:cubicBezTo>
                        <a:pt x="45" y="72"/>
                        <a:pt x="44" y="74"/>
                        <a:pt x="44" y="77"/>
                      </a:cubicBezTo>
                      <a:cubicBezTo>
                        <a:pt x="45" y="88"/>
                        <a:pt x="44" y="99"/>
                        <a:pt x="44" y="110"/>
                      </a:cubicBezTo>
                      <a:cubicBezTo>
                        <a:pt x="44" y="112"/>
                        <a:pt x="45" y="113"/>
                        <a:pt x="44" y="114"/>
                      </a:cubicBezTo>
                      <a:cubicBezTo>
                        <a:pt x="43" y="116"/>
                        <a:pt x="42" y="120"/>
                        <a:pt x="41" y="120"/>
                      </a:cubicBezTo>
                      <a:cubicBezTo>
                        <a:pt x="38" y="120"/>
                        <a:pt x="34" y="120"/>
                        <a:pt x="32" y="118"/>
                      </a:cubicBezTo>
                      <a:cubicBezTo>
                        <a:pt x="25" y="109"/>
                        <a:pt x="19" y="100"/>
                        <a:pt x="13" y="91"/>
                      </a:cubicBezTo>
                      <a:cubicBezTo>
                        <a:pt x="12" y="90"/>
                        <a:pt x="12" y="90"/>
                        <a:pt x="12" y="89"/>
                      </a:cubicBezTo>
                      <a:cubicBezTo>
                        <a:pt x="11" y="89"/>
                        <a:pt x="11" y="89"/>
                        <a:pt x="11" y="89"/>
                      </a:cubicBezTo>
                      <a:close/>
                      <a:moveTo>
                        <a:pt x="24" y="76"/>
                      </a:moveTo>
                      <a:cubicBezTo>
                        <a:pt x="23" y="75"/>
                        <a:pt x="23" y="75"/>
                        <a:pt x="23" y="74"/>
                      </a:cubicBezTo>
                      <a:cubicBezTo>
                        <a:pt x="24" y="73"/>
                        <a:pt x="26" y="72"/>
                        <a:pt x="27" y="71"/>
                      </a:cubicBezTo>
                      <a:cubicBezTo>
                        <a:pt x="29" y="70"/>
                        <a:pt x="31" y="69"/>
                        <a:pt x="33" y="67"/>
                      </a:cubicBezTo>
                      <a:cubicBezTo>
                        <a:pt x="35" y="66"/>
                        <a:pt x="35" y="63"/>
                        <a:pt x="32" y="63"/>
                      </a:cubicBezTo>
                      <a:cubicBezTo>
                        <a:pt x="27" y="61"/>
                        <a:pt x="24" y="58"/>
                        <a:pt x="22" y="52"/>
                      </a:cubicBezTo>
                      <a:cubicBezTo>
                        <a:pt x="17" y="65"/>
                        <a:pt x="13" y="77"/>
                        <a:pt x="18" y="89"/>
                      </a:cubicBezTo>
                      <a:cubicBezTo>
                        <a:pt x="21" y="97"/>
                        <a:pt x="27" y="101"/>
                        <a:pt x="33" y="107"/>
                      </a:cubicBezTo>
                      <a:cubicBezTo>
                        <a:pt x="34" y="97"/>
                        <a:pt x="34" y="87"/>
                        <a:pt x="35" y="77"/>
                      </a:cubicBezTo>
                      <a:cubicBezTo>
                        <a:pt x="35" y="77"/>
                        <a:pt x="32" y="75"/>
                        <a:pt x="31" y="75"/>
                      </a:cubicBezTo>
                      <a:cubicBezTo>
                        <a:pt x="29" y="75"/>
                        <a:pt x="26" y="76"/>
                        <a:pt x="24" y="7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7" name="组合 16"/>
              <p:cNvGrpSpPr/>
              <p:nvPr/>
            </p:nvGrpSpPr>
            <p:grpSpPr>
              <a:xfrm>
                <a:off x="6738929" y="2270918"/>
                <a:ext cx="549275" cy="693738"/>
                <a:chOff x="6108700" y="2066926"/>
                <a:chExt cx="549275" cy="693738"/>
              </a:xfrm>
              <a:grpFill/>
            </p:grpSpPr>
            <p:sp>
              <p:nvSpPr>
                <p:cNvPr id="24" name="Freeform 13"/>
                <p:cNvSpPr>
                  <a:spLocks noEditPoints="1"/>
                </p:cNvSpPr>
                <p:nvPr/>
              </p:nvSpPr>
              <p:spPr bwMode="auto">
                <a:xfrm>
                  <a:off x="6108700" y="2066926"/>
                  <a:ext cx="549275" cy="655638"/>
                </a:xfrm>
                <a:custGeom>
                  <a:avLst/>
                  <a:gdLst>
                    <a:gd name="T0" fmla="*/ 54 w 128"/>
                    <a:gd name="T1" fmla="*/ 76 h 154"/>
                    <a:gd name="T2" fmla="*/ 66 w 128"/>
                    <a:gd name="T3" fmla="*/ 53 h 154"/>
                    <a:gd name="T4" fmla="*/ 49 w 128"/>
                    <a:gd name="T5" fmla="*/ 47 h 154"/>
                    <a:gd name="T6" fmla="*/ 64 w 128"/>
                    <a:gd name="T7" fmla="*/ 44 h 154"/>
                    <a:gd name="T8" fmla="*/ 83 w 128"/>
                    <a:gd name="T9" fmla="*/ 6 h 154"/>
                    <a:gd name="T10" fmla="*/ 91 w 128"/>
                    <a:gd name="T11" fmla="*/ 11 h 154"/>
                    <a:gd name="T12" fmla="*/ 96 w 128"/>
                    <a:gd name="T13" fmla="*/ 36 h 154"/>
                    <a:gd name="T14" fmla="*/ 106 w 128"/>
                    <a:gd name="T15" fmla="*/ 41 h 154"/>
                    <a:gd name="T16" fmla="*/ 82 w 128"/>
                    <a:gd name="T17" fmla="*/ 50 h 154"/>
                    <a:gd name="T18" fmla="*/ 71 w 128"/>
                    <a:gd name="T19" fmla="*/ 65 h 154"/>
                    <a:gd name="T20" fmla="*/ 110 w 128"/>
                    <a:gd name="T21" fmla="*/ 74 h 154"/>
                    <a:gd name="T22" fmla="*/ 101 w 128"/>
                    <a:gd name="T23" fmla="*/ 87 h 154"/>
                    <a:gd name="T24" fmla="*/ 111 w 128"/>
                    <a:gd name="T25" fmla="*/ 98 h 154"/>
                    <a:gd name="T26" fmla="*/ 92 w 128"/>
                    <a:gd name="T27" fmla="*/ 104 h 154"/>
                    <a:gd name="T28" fmla="*/ 86 w 128"/>
                    <a:gd name="T29" fmla="*/ 116 h 154"/>
                    <a:gd name="T30" fmla="*/ 124 w 128"/>
                    <a:gd name="T31" fmla="*/ 112 h 154"/>
                    <a:gd name="T32" fmla="*/ 120 w 128"/>
                    <a:gd name="T33" fmla="*/ 122 h 154"/>
                    <a:gd name="T34" fmla="*/ 111 w 128"/>
                    <a:gd name="T35" fmla="*/ 144 h 154"/>
                    <a:gd name="T36" fmla="*/ 105 w 128"/>
                    <a:gd name="T37" fmla="*/ 153 h 154"/>
                    <a:gd name="T38" fmla="*/ 55 w 128"/>
                    <a:gd name="T39" fmla="*/ 129 h 154"/>
                    <a:gd name="T40" fmla="*/ 53 w 128"/>
                    <a:gd name="T41" fmla="*/ 121 h 154"/>
                    <a:gd name="T42" fmla="*/ 61 w 128"/>
                    <a:gd name="T43" fmla="*/ 125 h 154"/>
                    <a:gd name="T44" fmla="*/ 94 w 128"/>
                    <a:gd name="T45" fmla="*/ 140 h 154"/>
                    <a:gd name="T46" fmla="*/ 85 w 128"/>
                    <a:gd name="T47" fmla="*/ 127 h 154"/>
                    <a:gd name="T48" fmla="*/ 71 w 128"/>
                    <a:gd name="T49" fmla="*/ 108 h 154"/>
                    <a:gd name="T50" fmla="*/ 52 w 128"/>
                    <a:gd name="T51" fmla="*/ 113 h 154"/>
                    <a:gd name="T52" fmla="*/ 38 w 128"/>
                    <a:gd name="T53" fmla="*/ 97 h 154"/>
                    <a:gd name="T54" fmla="*/ 51 w 128"/>
                    <a:gd name="T55" fmla="*/ 97 h 154"/>
                    <a:gd name="T56" fmla="*/ 34 w 128"/>
                    <a:gd name="T57" fmla="*/ 93 h 154"/>
                    <a:gd name="T58" fmla="*/ 35 w 128"/>
                    <a:gd name="T59" fmla="*/ 105 h 154"/>
                    <a:gd name="T60" fmla="*/ 26 w 128"/>
                    <a:gd name="T61" fmla="*/ 154 h 154"/>
                    <a:gd name="T62" fmla="*/ 20 w 128"/>
                    <a:gd name="T63" fmla="*/ 118 h 154"/>
                    <a:gd name="T64" fmla="*/ 0 w 128"/>
                    <a:gd name="T65" fmla="*/ 103 h 154"/>
                    <a:gd name="T66" fmla="*/ 19 w 128"/>
                    <a:gd name="T67" fmla="*/ 72 h 154"/>
                    <a:gd name="T68" fmla="*/ 25 w 128"/>
                    <a:gd name="T69" fmla="*/ 51 h 154"/>
                    <a:gd name="T70" fmla="*/ 39 w 128"/>
                    <a:gd name="T71" fmla="*/ 14 h 154"/>
                    <a:gd name="T72" fmla="*/ 51 w 128"/>
                    <a:gd name="T73" fmla="*/ 24 h 154"/>
                    <a:gd name="T74" fmla="*/ 39 w 128"/>
                    <a:gd name="T75" fmla="*/ 44 h 154"/>
                    <a:gd name="T76" fmla="*/ 48 w 128"/>
                    <a:gd name="T77" fmla="*/ 73 h 154"/>
                    <a:gd name="T78" fmla="*/ 81 w 128"/>
                    <a:gd name="T79" fmla="*/ 90 h 154"/>
                    <a:gd name="T80" fmla="*/ 92 w 128"/>
                    <a:gd name="T81" fmla="*/ 71 h 154"/>
                    <a:gd name="T82" fmla="*/ 81 w 128"/>
                    <a:gd name="T83" fmla="*/ 80 h 154"/>
                    <a:gd name="T84" fmla="*/ 76 w 128"/>
                    <a:gd name="T85" fmla="*/ 73 h 154"/>
                    <a:gd name="T86" fmla="*/ 67 w 128"/>
                    <a:gd name="T87" fmla="*/ 79 h 154"/>
                    <a:gd name="T88" fmla="*/ 76 w 128"/>
                    <a:gd name="T89" fmla="*/ 73 h 154"/>
                    <a:gd name="T90" fmla="*/ 56 w 128"/>
                    <a:gd name="T91" fmla="*/ 88 h 154"/>
                    <a:gd name="T92" fmla="*/ 63 w 128"/>
                    <a:gd name="T93" fmla="*/ 81 h 1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28" h="154">
                      <a:moveTo>
                        <a:pt x="48" y="73"/>
                      </a:moveTo>
                      <a:cubicBezTo>
                        <a:pt x="50" y="74"/>
                        <a:pt x="52" y="75"/>
                        <a:pt x="54" y="76"/>
                      </a:cubicBezTo>
                      <a:cubicBezTo>
                        <a:pt x="57" y="74"/>
                        <a:pt x="60" y="72"/>
                        <a:pt x="63" y="70"/>
                      </a:cubicBezTo>
                      <a:cubicBezTo>
                        <a:pt x="58" y="63"/>
                        <a:pt x="65" y="59"/>
                        <a:pt x="66" y="53"/>
                      </a:cubicBezTo>
                      <a:cubicBezTo>
                        <a:pt x="63" y="53"/>
                        <a:pt x="59" y="53"/>
                        <a:pt x="56" y="52"/>
                      </a:cubicBezTo>
                      <a:cubicBezTo>
                        <a:pt x="54" y="51"/>
                        <a:pt x="51" y="49"/>
                        <a:pt x="49" y="47"/>
                      </a:cubicBezTo>
                      <a:cubicBezTo>
                        <a:pt x="49" y="46"/>
                        <a:pt x="50" y="46"/>
                        <a:pt x="50" y="46"/>
                      </a:cubicBezTo>
                      <a:cubicBezTo>
                        <a:pt x="55" y="45"/>
                        <a:pt x="59" y="45"/>
                        <a:pt x="64" y="44"/>
                      </a:cubicBezTo>
                      <a:cubicBezTo>
                        <a:pt x="68" y="44"/>
                        <a:pt x="70" y="42"/>
                        <a:pt x="71" y="38"/>
                      </a:cubicBezTo>
                      <a:cubicBezTo>
                        <a:pt x="75" y="27"/>
                        <a:pt x="79" y="16"/>
                        <a:pt x="83" y="6"/>
                      </a:cubicBezTo>
                      <a:cubicBezTo>
                        <a:pt x="84" y="3"/>
                        <a:pt x="84" y="0"/>
                        <a:pt x="88" y="2"/>
                      </a:cubicBezTo>
                      <a:cubicBezTo>
                        <a:pt x="92" y="4"/>
                        <a:pt x="94" y="9"/>
                        <a:pt x="91" y="11"/>
                      </a:cubicBezTo>
                      <a:cubicBezTo>
                        <a:pt x="83" y="19"/>
                        <a:pt x="83" y="30"/>
                        <a:pt x="80" y="41"/>
                      </a:cubicBezTo>
                      <a:cubicBezTo>
                        <a:pt x="85" y="39"/>
                        <a:pt x="91" y="37"/>
                        <a:pt x="96" y="36"/>
                      </a:cubicBezTo>
                      <a:cubicBezTo>
                        <a:pt x="98" y="35"/>
                        <a:pt x="101" y="35"/>
                        <a:pt x="102" y="36"/>
                      </a:cubicBezTo>
                      <a:cubicBezTo>
                        <a:pt x="104" y="37"/>
                        <a:pt x="106" y="39"/>
                        <a:pt x="106" y="41"/>
                      </a:cubicBezTo>
                      <a:cubicBezTo>
                        <a:pt x="106" y="42"/>
                        <a:pt x="105" y="44"/>
                        <a:pt x="103" y="44"/>
                      </a:cubicBezTo>
                      <a:cubicBezTo>
                        <a:pt x="96" y="46"/>
                        <a:pt x="89" y="48"/>
                        <a:pt x="82" y="50"/>
                      </a:cubicBezTo>
                      <a:cubicBezTo>
                        <a:pt x="78" y="50"/>
                        <a:pt x="77" y="51"/>
                        <a:pt x="76" y="54"/>
                      </a:cubicBezTo>
                      <a:cubicBezTo>
                        <a:pt x="74" y="58"/>
                        <a:pt x="73" y="61"/>
                        <a:pt x="71" y="65"/>
                      </a:cubicBezTo>
                      <a:cubicBezTo>
                        <a:pt x="82" y="63"/>
                        <a:pt x="92" y="62"/>
                        <a:pt x="102" y="66"/>
                      </a:cubicBezTo>
                      <a:cubicBezTo>
                        <a:pt x="106" y="67"/>
                        <a:pt x="110" y="69"/>
                        <a:pt x="110" y="74"/>
                      </a:cubicBezTo>
                      <a:cubicBezTo>
                        <a:pt x="111" y="79"/>
                        <a:pt x="109" y="83"/>
                        <a:pt x="104" y="85"/>
                      </a:cubicBezTo>
                      <a:cubicBezTo>
                        <a:pt x="103" y="85"/>
                        <a:pt x="102" y="86"/>
                        <a:pt x="101" y="87"/>
                      </a:cubicBezTo>
                      <a:cubicBezTo>
                        <a:pt x="103" y="88"/>
                        <a:pt x="105" y="88"/>
                        <a:pt x="106" y="89"/>
                      </a:cubicBezTo>
                      <a:cubicBezTo>
                        <a:pt x="110" y="91"/>
                        <a:pt x="112" y="94"/>
                        <a:pt x="111" y="98"/>
                      </a:cubicBezTo>
                      <a:cubicBezTo>
                        <a:pt x="110" y="102"/>
                        <a:pt x="107" y="103"/>
                        <a:pt x="104" y="103"/>
                      </a:cubicBezTo>
                      <a:cubicBezTo>
                        <a:pt x="100" y="103"/>
                        <a:pt x="96" y="104"/>
                        <a:pt x="92" y="104"/>
                      </a:cubicBezTo>
                      <a:cubicBezTo>
                        <a:pt x="86" y="105"/>
                        <a:pt x="81" y="111"/>
                        <a:pt x="82" y="117"/>
                      </a:cubicBezTo>
                      <a:cubicBezTo>
                        <a:pt x="83" y="117"/>
                        <a:pt x="85" y="117"/>
                        <a:pt x="86" y="116"/>
                      </a:cubicBezTo>
                      <a:cubicBezTo>
                        <a:pt x="95" y="111"/>
                        <a:pt x="104" y="109"/>
                        <a:pt x="114" y="109"/>
                      </a:cubicBezTo>
                      <a:cubicBezTo>
                        <a:pt x="118" y="110"/>
                        <a:pt x="121" y="111"/>
                        <a:pt x="124" y="112"/>
                      </a:cubicBezTo>
                      <a:cubicBezTo>
                        <a:pt x="128" y="114"/>
                        <a:pt x="128" y="117"/>
                        <a:pt x="126" y="120"/>
                      </a:cubicBezTo>
                      <a:cubicBezTo>
                        <a:pt x="125" y="123"/>
                        <a:pt x="122" y="123"/>
                        <a:pt x="120" y="122"/>
                      </a:cubicBezTo>
                      <a:cubicBezTo>
                        <a:pt x="111" y="118"/>
                        <a:pt x="104" y="120"/>
                        <a:pt x="97" y="123"/>
                      </a:cubicBezTo>
                      <a:cubicBezTo>
                        <a:pt x="101" y="130"/>
                        <a:pt x="106" y="137"/>
                        <a:pt x="111" y="144"/>
                      </a:cubicBezTo>
                      <a:cubicBezTo>
                        <a:pt x="112" y="146"/>
                        <a:pt x="112" y="150"/>
                        <a:pt x="111" y="152"/>
                      </a:cubicBezTo>
                      <a:cubicBezTo>
                        <a:pt x="111" y="153"/>
                        <a:pt x="107" y="153"/>
                        <a:pt x="105" y="153"/>
                      </a:cubicBezTo>
                      <a:cubicBezTo>
                        <a:pt x="91" y="150"/>
                        <a:pt x="77" y="146"/>
                        <a:pt x="66" y="138"/>
                      </a:cubicBezTo>
                      <a:cubicBezTo>
                        <a:pt x="62" y="135"/>
                        <a:pt x="59" y="132"/>
                        <a:pt x="55" y="129"/>
                      </a:cubicBezTo>
                      <a:cubicBezTo>
                        <a:pt x="54" y="128"/>
                        <a:pt x="53" y="127"/>
                        <a:pt x="53" y="126"/>
                      </a:cubicBezTo>
                      <a:cubicBezTo>
                        <a:pt x="53" y="124"/>
                        <a:pt x="53" y="122"/>
                        <a:pt x="53" y="121"/>
                      </a:cubicBezTo>
                      <a:cubicBezTo>
                        <a:pt x="55" y="121"/>
                        <a:pt x="57" y="121"/>
                        <a:pt x="58" y="121"/>
                      </a:cubicBezTo>
                      <a:cubicBezTo>
                        <a:pt x="59" y="122"/>
                        <a:pt x="60" y="123"/>
                        <a:pt x="61" y="125"/>
                      </a:cubicBezTo>
                      <a:cubicBezTo>
                        <a:pt x="70" y="134"/>
                        <a:pt x="80" y="139"/>
                        <a:pt x="92" y="140"/>
                      </a:cubicBezTo>
                      <a:cubicBezTo>
                        <a:pt x="93" y="140"/>
                        <a:pt x="93" y="140"/>
                        <a:pt x="94" y="140"/>
                      </a:cubicBezTo>
                      <a:cubicBezTo>
                        <a:pt x="92" y="136"/>
                        <a:pt x="90" y="132"/>
                        <a:pt x="88" y="128"/>
                      </a:cubicBezTo>
                      <a:cubicBezTo>
                        <a:pt x="88" y="128"/>
                        <a:pt x="86" y="127"/>
                        <a:pt x="85" y="127"/>
                      </a:cubicBezTo>
                      <a:cubicBezTo>
                        <a:pt x="71" y="126"/>
                        <a:pt x="70" y="124"/>
                        <a:pt x="71" y="111"/>
                      </a:cubicBezTo>
                      <a:cubicBezTo>
                        <a:pt x="71" y="110"/>
                        <a:pt x="71" y="109"/>
                        <a:pt x="71" y="108"/>
                      </a:cubicBezTo>
                      <a:cubicBezTo>
                        <a:pt x="68" y="109"/>
                        <a:pt x="65" y="109"/>
                        <a:pt x="62" y="110"/>
                      </a:cubicBezTo>
                      <a:cubicBezTo>
                        <a:pt x="59" y="111"/>
                        <a:pt x="55" y="112"/>
                        <a:pt x="52" y="113"/>
                      </a:cubicBezTo>
                      <a:cubicBezTo>
                        <a:pt x="48" y="114"/>
                        <a:pt x="44" y="115"/>
                        <a:pt x="41" y="111"/>
                      </a:cubicBezTo>
                      <a:cubicBezTo>
                        <a:pt x="37" y="107"/>
                        <a:pt x="37" y="102"/>
                        <a:pt x="38" y="97"/>
                      </a:cubicBezTo>
                      <a:cubicBezTo>
                        <a:pt x="38" y="96"/>
                        <a:pt x="40" y="96"/>
                        <a:pt x="42" y="96"/>
                      </a:cubicBezTo>
                      <a:cubicBezTo>
                        <a:pt x="45" y="96"/>
                        <a:pt x="48" y="96"/>
                        <a:pt x="51" y="97"/>
                      </a:cubicBezTo>
                      <a:cubicBezTo>
                        <a:pt x="48" y="90"/>
                        <a:pt x="46" y="84"/>
                        <a:pt x="43" y="78"/>
                      </a:cubicBezTo>
                      <a:cubicBezTo>
                        <a:pt x="40" y="83"/>
                        <a:pt x="37" y="88"/>
                        <a:pt x="34" y="93"/>
                      </a:cubicBezTo>
                      <a:cubicBezTo>
                        <a:pt x="33" y="94"/>
                        <a:pt x="33" y="96"/>
                        <a:pt x="34" y="98"/>
                      </a:cubicBezTo>
                      <a:cubicBezTo>
                        <a:pt x="34" y="100"/>
                        <a:pt x="35" y="103"/>
                        <a:pt x="35" y="105"/>
                      </a:cubicBezTo>
                      <a:cubicBezTo>
                        <a:pt x="32" y="121"/>
                        <a:pt x="29" y="136"/>
                        <a:pt x="27" y="151"/>
                      </a:cubicBezTo>
                      <a:cubicBezTo>
                        <a:pt x="26" y="152"/>
                        <a:pt x="26" y="153"/>
                        <a:pt x="26" y="154"/>
                      </a:cubicBezTo>
                      <a:cubicBezTo>
                        <a:pt x="17" y="153"/>
                        <a:pt x="14" y="149"/>
                        <a:pt x="15" y="141"/>
                      </a:cubicBezTo>
                      <a:cubicBezTo>
                        <a:pt x="17" y="134"/>
                        <a:pt x="18" y="126"/>
                        <a:pt x="20" y="118"/>
                      </a:cubicBezTo>
                      <a:cubicBezTo>
                        <a:pt x="15" y="123"/>
                        <a:pt x="12" y="122"/>
                        <a:pt x="7" y="118"/>
                      </a:cubicBezTo>
                      <a:cubicBezTo>
                        <a:pt x="3" y="114"/>
                        <a:pt x="0" y="109"/>
                        <a:pt x="0" y="103"/>
                      </a:cubicBezTo>
                      <a:cubicBezTo>
                        <a:pt x="0" y="102"/>
                        <a:pt x="1" y="101"/>
                        <a:pt x="1" y="100"/>
                      </a:cubicBezTo>
                      <a:cubicBezTo>
                        <a:pt x="7" y="91"/>
                        <a:pt x="14" y="82"/>
                        <a:pt x="19" y="72"/>
                      </a:cubicBezTo>
                      <a:cubicBezTo>
                        <a:pt x="22" y="67"/>
                        <a:pt x="24" y="61"/>
                        <a:pt x="26" y="55"/>
                      </a:cubicBezTo>
                      <a:cubicBezTo>
                        <a:pt x="27" y="54"/>
                        <a:pt x="25" y="53"/>
                        <a:pt x="25" y="51"/>
                      </a:cubicBezTo>
                      <a:cubicBezTo>
                        <a:pt x="18" y="43"/>
                        <a:pt x="18" y="39"/>
                        <a:pt x="23" y="30"/>
                      </a:cubicBezTo>
                      <a:cubicBezTo>
                        <a:pt x="27" y="23"/>
                        <a:pt x="32" y="17"/>
                        <a:pt x="39" y="14"/>
                      </a:cubicBezTo>
                      <a:cubicBezTo>
                        <a:pt x="45" y="11"/>
                        <a:pt x="50" y="12"/>
                        <a:pt x="53" y="16"/>
                      </a:cubicBezTo>
                      <a:cubicBezTo>
                        <a:pt x="56" y="20"/>
                        <a:pt x="56" y="22"/>
                        <a:pt x="51" y="24"/>
                      </a:cubicBezTo>
                      <a:cubicBezTo>
                        <a:pt x="44" y="26"/>
                        <a:pt x="41" y="31"/>
                        <a:pt x="37" y="36"/>
                      </a:cubicBezTo>
                      <a:cubicBezTo>
                        <a:pt x="36" y="39"/>
                        <a:pt x="36" y="42"/>
                        <a:pt x="39" y="44"/>
                      </a:cubicBezTo>
                      <a:cubicBezTo>
                        <a:pt x="41" y="45"/>
                        <a:pt x="42" y="47"/>
                        <a:pt x="43" y="48"/>
                      </a:cubicBezTo>
                      <a:cubicBezTo>
                        <a:pt x="52" y="58"/>
                        <a:pt x="54" y="62"/>
                        <a:pt x="48" y="73"/>
                      </a:cubicBezTo>
                      <a:close/>
                      <a:moveTo>
                        <a:pt x="79" y="89"/>
                      </a:moveTo>
                      <a:cubicBezTo>
                        <a:pt x="80" y="89"/>
                        <a:pt x="80" y="90"/>
                        <a:pt x="81" y="90"/>
                      </a:cubicBezTo>
                      <a:cubicBezTo>
                        <a:pt x="85" y="86"/>
                        <a:pt x="90" y="81"/>
                        <a:pt x="95" y="76"/>
                      </a:cubicBezTo>
                      <a:cubicBezTo>
                        <a:pt x="97" y="73"/>
                        <a:pt x="95" y="71"/>
                        <a:pt x="92" y="71"/>
                      </a:cubicBezTo>
                      <a:cubicBezTo>
                        <a:pt x="88" y="71"/>
                        <a:pt x="85" y="71"/>
                        <a:pt x="81" y="71"/>
                      </a:cubicBezTo>
                      <a:cubicBezTo>
                        <a:pt x="81" y="75"/>
                        <a:pt x="81" y="77"/>
                        <a:pt x="81" y="80"/>
                      </a:cubicBezTo>
                      <a:cubicBezTo>
                        <a:pt x="81" y="83"/>
                        <a:pt x="80" y="86"/>
                        <a:pt x="79" y="89"/>
                      </a:cubicBezTo>
                      <a:close/>
                      <a:moveTo>
                        <a:pt x="76" y="73"/>
                      </a:moveTo>
                      <a:cubicBezTo>
                        <a:pt x="73" y="74"/>
                        <a:pt x="71" y="75"/>
                        <a:pt x="69" y="77"/>
                      </a:cubicBezTo>
                      <a:cubicBezTo>
                        <a:pt x="68" y="77"/>
                        <a:pt x="67" y="78"/>
                        <a:pt x="67" y="79"/>
                      </a:cubicBezTo>
                      <a:cubicBezTo>
                        <a:pt x="67" y="84"/>
                        <a:pt x="68" y="88"/>
                        <a:pt x="68" y="92"/>
                      </a:cubicBezTo>
                      <a:cubicBezTo>
                        <a:pt x="74" y="91"/>
                        <a:pt x="77" y="83"/>
                        <a:pt x="76" y="73"/>
                      </a:cubicBezTo>
                      <a:close/>
                      <a:moveTo>
                        <a:pt x="63" y="81"/>
                      </a:moveTo>
                      <a:cubicBezTo>
                        <a:pt x="55" y="84"/>
                        <a:pt x="54" y="85"/>
                        <a:pt x="56" y="88"/>
                      </a:cubicBezTo>
                      <a:cubicBezTo>
                        <a:pt x="58" y="94"/>
                        <a:pt x="60" y="95"/>
                        <a:pt x="65" y="93"/>
                      </a:cubicBezTo>
                      <a:cubicBezTo>
                        <a:pt x="64" y="89"/>
                        <a:pt x="63" y="85"/>
                        <a:pt x="63" y="8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5" name="Freeform 14"/>
                <p:cNvSpPr/>
                <p:nvPr/>
              </p:nvSpPr>
              <p:spPr bwMode="auto">
                <a:xfrm>
                  <a:off x="6259513" y="2578101"/>
                  <a:ext cx="68263" cy="182563"/>
                </a:xfrm>
                <a:custGeom>
                  <a:avLst/>
                  <a:gdLst>
                    <a:gd name="T0" fmla="*/ 9 w 16"/>
                    <a:gd name="T1" fmla="*/ 0 h 43"/>
                    <a:gd name="T2" fmla="*/ 15 w 16"/>
                    <a:gd name="T3" fmla="*/ 11 h 43"/>
                    <a:gd name="T4" fmla="*/ 9 w 16"/>
                    <a:gd name="T5" fmla="*/ 43 h 43"/>
                    <a:gd name="T6" fmla="*/ 2 w 16"/>
                    <a:gd name="T7" fmla="*/ 39 h 43"/>
                    <a:gd name="T8" fmla="*/ 0 w 16"/>
                    <a:gd name="T9" fmla="*/ 35 h 43"/>
                    <a:gd name="T10" fmla="*/ 9 w 16"/>
                    <a:gd name="T11" fmla="*/ 0 h 43"/>
                  </a:gdLst>
                  <a:ahLst/>
                  <a:cxnLst>
                    <a:cxn ang="0">
                      <a:pos x="T0" y="T1"/>
                    </a:cxn>
                    <a:cxn ang="0">
                      <a:pos x="T2" y="T3"/>
                    </a:cxn>
                    <a:cxn ang="0">
                      <a:pos x="T4" y="T5"/>
                    </a:cxn>
                    <a:cxn ang="0">
                      <a:pos x="T6" y="T7"/>
                    </a:cxn>
                    <a:cxn ang="0">
                      <a:pos x="T8" y="T9"/>
                    </a:cxn>
                    <a:cxn ang="0">
                      <a:pos x="T10" y="T11"/>
                    </a:cxn>
                  </a:cxnLst>
                  <a:rect l="0" t="0" r="r" b="b"/>
                  <a:pathLst>
                    <a:path w="16" h="43">
                      <a:moveTo>
                        <a:pt x="9" y="0"/>
                      </a:moveTo>
                      <a:cubicBezTo>
                        <a:pt x="15" y="3"/>
                        <a:pt x="16" y="6"/>
                        <a:pt x="15" y="11"/>
                      </a:cubicBezTo>
                      <a:cubicBezTo>
                        <a:pt x="12" y="21"/>
                        <a:pt x="11" y="32"/>
                        <a:pt x="9" y="43"/>
                      </a:cubicBezTo>
                      <a:cubicBezTo>
                        <a:pt x="6" y="41"/>
                        <a:pt x="4" y="40"/>
                        <a:pt x="2" y="39"/>
                      </a:cubicBezTo>
                      <a:cubicBezTo>
                        <a:pt x="1" y="38"/>
                        <a:pt x="0" y="37"/>
                        <a:pt x="0" y="35"/>
                      </a:cubicBezTo>
                      <a:cubicBezTo>
                        <a:pt x="3" y="24"/>
                        <a:pt x="6" y="12"/>
                        <a:pt x="9" y="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grpSp>
            <p:nvGrpSpPr>
              <p:cNvPr id="18" name="组合 17"/>
              <p:cNvGrpSpPr/>
              <p:nvPr/>
            </p:nvGrpSpPr>
            <p:grpSpPr>
              <a:xfrm>
                <a:off x="7532962" y="2451100"/>
                <a:ext cx="368300" cy="317500"/>
                <a:chOff x="6186488" y="2930526"/>
                <a:chExt cx="368300" cy="317500"/>
              </a:xfrm>
              <a:grpFill/>
            </p:grpSpPr>
            <p:sp>
              <p:nvSpPr>
                <p:cNvPr id="21" name="Freeform 18"/>
                <p:cNvSpPr/>
                <p:nvPr/>
              </p:nvSpPr>
              <p:spPr bwMode="auto">
                <a:xfrm>
                  <a:off x="6310313" y="2930526"/>
                  <a:ext cx="244475" cy="317500"/>
                </a:xfrm>
                <a:custGeom>
                  <a:avLst/>
                  <a:gdLst>
                    <a:gd name="T0" fmla="*/ 49 w 57"/>
                    <a:gd name="T1" fmla="*/ 74 h 75"/>
                    <a:gd name="T2" fmla="*/ 40 w 57"/>
                    <a:gd name="T3" fmla="*/ 67 h 75"/>
                    <a:gd name="T4" fmla="*/ 33 w 57"/>
                    <a:gd name="T5" fmla="*/ 48 h 75"/>
                    <a:gd name="T6" fmla="*/ 27 w 57"/>
                    <a:gd name="T7" fmla="*/ 46 h 75"/>
                    <a:gd name="T8" fmla="*/ 11 w 57"/>
                    <a:gd name="T9" fmla="*/ 60 h 75"/>
                    <a:gd name="T10" fmla="*/ 5 w 57"/>
                    <a:gd name="T11" fmla="*/ 60 h 75"/>
                    <a:gd name="T12" fmla="*/ 6 w 57"/>
                    <a:gd name="T13" fmla="*/ 46 h 75"/>
                    <a:gd name="T14" fmla="*/ 27 w 57"/>
                    <a:gd name="T15" fmla="*/ 26 h 75"/>
                    <a:gd name="T16" fmla="*/ 40 w 57"/>
                    <a:gd name="T17" fmla="*/ 10 h 75"/>
                    <a:gd name="T18" fmla="*/ 41 w 57"/>
                    <a:gd name="T19" fmla="*/ 6 h 75"/>
                    <a:gd name="T20" fmla="*/ 45 w 57"/>
                    <a:gd name="T21" fmla="*/ 0 h 75"/>
                    <a:gd name="T22" fmla="*/ 53 w 57"/>
                    <a:gd name="T23" fmla="*/ 3 h 75"/>
                    <a:gd name="T24" fmla="*/ 53 w 57"/>
                    <a:gd name="T25" fmla="*/ 20 h 75"/>
                    <a:gd name="T26" fmla="*/ 37 w 57"/>
                    <a:gd name="T27" fmla="*/ 38 h 75"/>
                    <a:gd name="T28" fmla="*/ 49 w 57"/>
                    <a:gd name="T29" fmla="*/ 74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7" h="75">
                      <a:moveTo>
                        <a:pt x="49" y="74"/>
                      </a:moveTo>
                      <a:cubicBezTo>
                        <a:pt x="43" y="75"/>
                        <a:pt x="41" y="72"/>
                        <a:pt x="40" y="67"/>
                      </a:cubicBezTo>
                      <a:cubicBezTo>
                        <a:pt x="38" y="61"/>
                        <a:pt x="35" y="54"/>
                        <a:pt x="33" y="48"/>
                      </a:cubicBezTo>
                      <a:cubicBezTo>
                        <a:pt x="32" y="45"/>
                        <a:pt x="30" y="44"/>
                        <a:pt x="27" y="46"/>
                      </a:cubicBezTo>
                      <a:cubicBezTo>
                        <a:pt x="22" y="51"/>
                        <a:pt x="16" y="55"/>
                        <a:pt x="11" y="60"/>
                      </a:cubicBezTo>
                      <a:cubicBezTo>
                        <a:pt x="8" y="63"/>
                        <a:pt x="7" y="62"/>
                        <a:pt x="5" y="60"/>
                      </a:cubicBezTo>
                      <a:cubicBezTo>
                        <a:pt x="0" y="54"/>
                        <a:pt x="0" y="51"/>
                        <a:pt x="6" y="46"/>
                      </a:cubicBezTo>
                      <a:cubicBezTo>
                        <a:pt x="13" y="39"/>
                        <a:pt x="20" y="33"/>
                        <a:pt x="27" y="26"/>
                      </a:cubicBezTo>
                      <a:cubicBezTo>
                        <a:pt x="32" y="21"/>
                        <a:pt x="36" y="15"/>
                        <a:pt x="40" y="10"/>
                      </a:cubicBezTo>
                      <a:cubicBezTo>
                        <a:pt x="40" y="9"/>
                        <a:pt x="41" y="7"/>
                        <a:pt x="41" y="6"/>
                      </a:cubicBezTo>
                      <a:cubicBezTo>
                        <a:pt x="40" y="3"/>
                        <a:pt x="42" y="0"/>
                        <a:pt x="45" y="0"/>
                      </a:cubicBezTo>
                      <a:cubicBezTo>
                        <a:pt x="48" y="0"/>
                        <a:pt x="51" y="1"/>
                        <a:pt x="53" y="3"/>
                      </a:cubicBezTo>
                      <a:cubicBezTo>
                        <a:pt x="57" y="6"/>
                        <a:pt x="57" y="16"/>
                        <a:pt x="53" y="20"/>
                      </a:cubicBezTo>
                      <a:cubicBezTo>
                        <a:pt x="48" y="26"/>
                        <a:pt x="42" y="32"/>
                        <a:pt x="37" y="38"/>
                      </a:cubicBezTo>
                      <a:cubicBezTo>
                        <a:pt x="44" y="49"/>
                        <a:pt x="49" y="61"/>
                        <a:pt x="49" y="7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2" name="Freeform 19"/>
                <p:cNvSpPr/>
                <p:nvPr/>
              </p:nvSpPr>
              <p:spPr bwMode="auto">
                <a:xfrm>
                  <a:off x="6186488" y="3009901"/>
                  <a:ext cx="123825" cy="234950"/>
                </a:xfrm>
                <a:custGeom>
                  <a:avLst/>
                  <a:gdLst>
                    <a:gd name="T0" fmla="*/ 12 w 29"/>
                    <a:gd name="T1" fmla="*/ 30 h 55"/>
                    <a:gd name="T2" fmla="*/ 20 w 29"/>
                    <a:gd name="T3" fmla="*/ 7 h 55"/>
                    <a:gd name="T4" fmla="*/ 25 w 29"/>
                    <a:gd name="T5" fmla="*/ 1 h 55"/>
                    <a:gd name="T6" fmla="*/ 26 w 29"/>
                    <a:gd name="T7" fmla="*/ 9 h 55"/>
                    <a:gd name="T8" fmla="*/ 16 w 29"/>
                    <a:gd name="T9" fmla="*/ 39 h 55"/>
                    <a:gd name="T10" fmla="*/ 13 w 29"/>
                    <a:gd name="T11" fmla="*/ 52 h 55"/>
                    <a:gd name="T12" fmla="*/ 7 w 29"/>
                    <a:gd name="T13" fmla="*/ 54 h 55"/>
                    <a:gd name="T14" fmla="*/ 2 w 29"/>
                    <a:gd name="T15" fmla="*/ 41 h 55"/>
                    <a:gd name="T16" fmla="*/ 3 w 29"/>
                    <a:gd name="T17" fmla="*/ 32 h 55"/>
                    <a:gd name="T18" fmla="*/ 2 w 29"/>
                    <a:gd name="T19" fmla="*/ 6 h 55"/>
                    <a:gd name="T20" fmla="*/ 6 w 29"/>
                    <a:gd name="T21" fmla="*/ 5 h 55"/>
                    <a:gd name="T22" fmla="*/ 10 w 29"/>
                    <a:gd name="T23" fmla="*/ 14 h 55"/>
                    <a:gd name="T24" fmla="*/ 11 w 29"/>
                    <a:gd name="T25" fmla="*/ 30 h 55"/>
                    <a:gd name="T26" fmla="*/ 12 w 29"/>
                    <a:gd name="T27" fmla="*/ 30 h 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9" h="55">
                      <a:moveTo>
                        <a:pt x="12" y="30"/>
                      </a:moveTo>
                      <a:cubicBezTo>
                        <a:pt x="15" y="23"/>
                        <a:pt x="17" y="15"/>
                        <a:pt x="20" y="7"/>
                      </a:cubicBezTo>
                      <a:cubicBezTo>
                        <a:pt x="21" y="5"/>
                        <a:pt x="21" y="0"/>
                        <a:pt x="25" y="1"/>
                      </a:cubicBezTo>
                      <a:cubicBezTo>
                        <a:pt x="29" y="2"/>
                        <a:pt x="27" y="6"/>
                        <a:pt x="26" y="9"/>
                      </a:cubicBezTo>
                      <a:cubicBezTo>
                        <a:pt x="23" y="19"/>
                        <a:pt x="19" y="29"/>
                        <a:pt x="16" y="39"/>
                      </a:cubicBezTo>
                      <a:cubicBezTo>
                        <a:pt x="15" y="43"/>
                        <a:pt x="14" y="48"/>
                        <a:pt x="13" y="52"/>
                      </a:cubicBezTo>
                      <a:cubicBezTo>
                        <a:pt x="12" y="55"/>
                        <a:pt x="10" y="55"/>
                        <a:pt x="7" y="54"/>
                      </a:cubicBezTo>
                      <a:cubicBezTo>
                        <a:pt x="1" y="50"/>
                        <a:pt x="0" y="49"/>
                        <a:pt x="2" y="41"/>
                      </a:cubicBezTo>
                      <a:cubicBezTo>
                        <a:pt x="3" y="38"/>
                        <a:pt x="3" y="35"/>
                        <a:pt x="3" y="32"/>
                      </a:cubicBezTo>
                      <a:cubicBezTo>
                        <a:pt x="3" y="23"/>
                        <a:pt x="2" y="15"/>
                        <a:pt x="2" y="6"/>
                      </a:cubicBezTo>
                      <a:cubicBezTo>
                        <a:pt x="2" y="3"/>
                        <a:pt x="5" y="3"/>
                        <a:pt x="6" y="5"/>
                      </a:cubicBezTo>
                      <a:cubicBezTo>
                        <a:pt x="8" y="7"/>
                        <a:pt x="10" y="11"/>
                        <a:pt x="10" y="14"/>
                      </a:cubicBezTo>
                      <a:cubicBezTo>
                        <a:pt x="11" y="19"/>
                        <a:pt x="11" y="25"/>
                        <a:pt x="11" y="30"/>
                      </a:cubicBezTo>
                      <a:cubicBezTo>
                        <a:pt x="11" y="30"/>
                        <a:pt x="12" y="30"/>
                        <a:pt x="12" y="30"/>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sp>
              <p:nvSpPr>
                <p:cNvPr id="23" name="Freeform 20"/>
                <p:cNvSpPr/>
                <p:nvPr/>
              </p:nvSpPr>
              <p:spPr bwMode="auto">
                <a:xfrm>
                  <a:off x="6259513" y="2933701"/>
                  <a:ext cx="114300" cy="73025"/>
                </a:xfrm>
                <a:custGeom>
                  <a:avLst/>
                  <a:gdLst>
                    <a:gd name="T0" fmla="*/ 27 w 27"/>
                    <a:gd name="T1" fmla="*/ 1 h 17"/>
                    <a:gd name="T2" fmla="*/ 16 w 27"/>
                    <a:gd name="T3" fmla="*/ 14 h 17"/>
                    <a:gd name="T4" fmla="*/ 5 w 27"/>
                    <a:gd name="T5" fmla="*/ 13 h 17"/>
                    <a:gd name="T6" fmla="*/ 0 w 27"/>
                    <a:gd name="T7" fmla="*/ 4 h 17"/>
                    <a:gd name="T8" fmla="*/ 9 w 27"/>
                    <a:gd name="T9" fmla="*/ 2 h 17"/>
                    <a:gd name="T10" fmla="*/ 27 w 27"/>
                    <a:gd name="T11" fmla="*/ 0 h 17"/>
                    <a:gd name="T12" fmla="*/ 27 w 27"/>
                    <a:gd name="T13" fmla="*/ 1 h 17"/>
                  </a:gdLst>
                  <a:ahLst/>
                  <a:cxnLst>
                    <a:cxn ang="0">
                      <a:pos x="T0" y="T1"/>
                    </a:cxn>
                    <a:cxn ang="0">
                      <a:pos x="T2" y="T3"/>
                    </a:cxn>
                    <a:cxn ang="0">
                      <a:pos x="T4" y="T5"/>
                    </a:cxn>
                    <a:cxn ang="0">
                      <a:pos x="T6" y="T7"/>
                    </a:cxn>
                    <a:cxn ang="0">
                      <a:pos x="T8" y="T9"/>
                    </a:cxn>
                    <a:cxn ang="0">
                      <a:pos x="T10" y="T11"/>
                    </a:cxn>
                    <a:cxn ang="0">
                      <a:pos x="T12" y="T13"/>
                    </a:cxn>
                  </a:cxnLst>
                  <a:rect l="0" t="0" r="r" b="b"/>
                  <a:pathLst>
                    <a:path w="27" h="17">
                      <a:moveTo>
                        <a:pt x="27" y="1"/>
                      </a:moveTo>
                      <a:cubicBezTo>
                        <a:pt x="24" y="6"/>
                        <a:pt x="20" y="10"/>
                        <a:pt x="16" y="14"/>
                      </a:cubicBezTo>
                      <a:cubicBezTo>
                        <a:pt x="14" y="17"/>
                        <a:pt x="8" y="16"/>
                        <a:pt x="5" y="13"/>
                      </a:cubicBezTo>
                      <a:cubicBezTo>
                        <a:pt x="3" y="10"/>
                        <a:pt x="1" y="7"/>
                        <a:pt x="0" y="4"/>
                      </a:cubicBezTo>
                      <a:cubicBezTo>
                        <a:pt x="3" y="3"/>
                        <a:pt x="6" y="2"/>
                        <a:pt x="9" y="2"/>
                      </a:cubicBezTo>
                      <a:cubicBezTo>
                        <a:pt x="15" y="1"/>
                        <a:pt x="21" y="1"/>
                        <a:pt x="27" y="0"/>
                      </a:cubicBezTo>
                      <a:cubicBezTo>
                        <a:pt x="27" y="1"/>
                        <a:pt x="27" y="1"/>
                        <a:pt x="27" y="1"/>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vert="horz" wrap="square" lIns="91440" tIns="45720" rIns="91440" bIns="45720" numCol="1" anchor="t" anchorCtr="0" compatLnSpc="1"/>
                <a:lstStyle/>
                <a:p>
                  <a:endParaRPr lang="zh-CN" altLang="en-US"/>
                </a:p>
              </p:txBody>
            </p:sp>
          </p:grpSp>
          <p:sp>
            <p:nvSpPr>
              <p:cNvPr id="19" name="Freeform 11"/>
              <p:cNvSpPr>
                <a:spLocks noEditPoints="1"/>
              </p:cNvSpPr>
              <p:nvPr/>
            </p:nvSpPr>
            <p:spPr bwMode="auto">
              <a:xfrm>
                <a:off x="9065451" y="2270918"/>
                <a:ext cx="439964" cy="615950"/>
              </a:xfrm>
              <a:custGeom>
                <a:avLst/>
                <a:gdLst>
                  <a:gd name="T0" fmla="*/ 29 w 72"/>
                  <a:gd name="T1" fmla="*/ 49 h 102"/>
                  <a:gd name="T2" fmla="*/ 15 w 72"/>
                  <a:gd name="T3" fmla="*/ 43 h 102"/>
                  <a:gd name="T4" fmla="*/ 10 w 72"/>
                  <a:gd name="T5" fmla="*/ 21 h 102"/>
                  <a:gd name="T6" fmla="*/ 13 w 72"/>
                  <a:gd name="T7" fmla="*/ 15 h 102"/>
                  <a:gd name="T8" fmla="*/ 19 w 72"/>
                  <a:gd name="T9" fmla="*/ 18 h 102"/>
                  <a:gd name="T10" fmla="*/ 20 w 72"/>
                  <a:gd name="T11" fmla="*/ 26 h 102"/>
                  <a:gd name="T12" fmla="*/ 35 w 72"/>
                  <a:gd name="T13" fmla="*/ 22 h 102"/>
                  <a:gd name="T14" fmla="*/ 40 w 72"/>
                  <a:gd name="T15" fmla="*/ 16 h 102"/>
                  <a:gd name="T16" fmla="*/ 43 w 72"/>
                  <a:gd name="T17" fmla="*/ 14 h 102"/>
                  <a:gd name="T18" fmla="*/ 44 w 72"/>
                  <a:gd name="T19" fmla="*/ 19 h 102"/>
                  <a:gd name="T20" fmla="*/ 43 w 72"/>
                  <a:gd name="T21" fmla="*/ 28 h 102"/>
                  <a:gd name="T22" fmla="*/ 36 w 72"/>
                  <a:gd name="T23" fmla="*/ 40 h 102"/>
                  <a:gd name="T24" fmla="*/ 37 w 72"/>
                  <a:gd name="T25" fmla="*/ 42 h 102"/>
                  <a:gd name="T26" fmla="*/ 44 w 72"/>
                  <a:gd name="T27" fmla="*/ 38 h 102"/>
                  <a:gd name="T28" fmla="*/ 56 w 72"/>
                  <a:gd name="T29" fmla="*/ 20 h 102"/>
                  <a:gd name="T30" fmla="*/ 49 w 72"/>
                  <a:gd name="T31" fmla="*/ 9 h 102"/>
                  <a:gd name="T32" fmla="*/ 28 w 72"/>
                  <a:gd name="T33" fmla="*/ 14 h 102"/>
                  <a:gd name="T34" fmla="*/ 20 w 72"/>
                  <a:gd name="T35" fmla="*/ 13 h 102"/>
                  <a:gd name="T36" fmla="*/ 22 w 72"/>
                  <a:gd name="T37" fmla="*/ 6 h 102"/>
                  <a:gd name="T38" fmla="*/ 50 w 72"/>
                  <a:gd name="T39" fmla="*/ 1 h 102"/>
                  <a:gd name="T40" fmla="*/ 68 w 72"/>
                  <a:gd name="T41" fmla="*/ 12 h 102"/>
                  <a:gd name="T42" fmla="*/ 67 w 72"/>
                  <a:gd name="T43" fmla="*/ 24 h 102"/>
                  <a:gd name="T44" fmla="*/ 49 w 72"/>
                  <a:gd name="T45" fmla="*/ 48 h 102"/>
                  <a:gd name="T46" fmla="*/ 42 w 72"/>
                  <a:gd name="T47" fmla="*/ 49 h 102"/>
                  <a:gd name="T48" fmla="*/ 37 w 72"/>
                  <a:gd name="T49" fmla="*/ 47 h 102"/>
                  <a:gd name="T50" fmla="*/ 35 w 72"/>
                  <a:gd name="T51" fmla="*/ 52 h 102"/>
                  <a:gd name="T52" fmla="*/ 41 w 72"/>
                  <a:gd name="T53" fmla="*/ 58 h 102"/>
                  <a:gd name="T54" fmla="*/ 48 w 72"/>
                  <a:gd name="T55" fmla="*/ 57 h 102"/>
                  <a:gd name="T56" fmla="*/ 53 w 72"/>
                  <a:gd name="T57" fmla="*/ 59 h 102"/>
                  <a:gd name="T58" fmla="*/ 53 w 72"/>
                  <a:gd name="T59" fmla="*/ 66 h 102"/>
                  <a:gd name="T60" fmla="*/ 48 w 72"/>
                  <a:gd name="T61" fmla="*/ 70 h 102"/>
                  <a:gd name="T62" fmla="*/ 37 w 72"/>
                  <a:gd name="T63" fmla="*/ 81 h 102"/>
                  <a:gd name="T64" fmla="*/ 45 w 72"/>
                  <a:gd name="T65" fmla="*/ 81 h 102"/>
                  <a:gd name="T66" fmla="*/ 57 w 72"/>
                  <a:gd name="T67" fmla="*/ 89 h 102"/>
                  <a:gd name="T68" fmla="*/ 51 w 72"/>
                  <a:gd name="T69" fmla="*/ 98 h 102"/>
                  <a:gd name="T70" fmla="*/ 26 w 72"/>
                  <a:gd name="T71" fmla="*/ 101 h 102"/>
                  <a:gd name="T72" fmla="*/ 17 w 72"/>
                  <a:gd name="T73" fmla="*/ 96 h 102"/>
                  <a:gd name="T74" fmla="*/ 15 w 72"/>
                  <a:gd name="T75" fmla="*/ 94 h 102"/>
                  <a:gd name="T76" fmla="*/ 19 w 72"/>
                  <a:gd name="T77" fmla="*/ 77 h 102"/>
                  <a:gd name="T78" fmla="*/ 27 w 72"/>
                  <a:gd name="T79" fmla="*/ 70 h 102"/>
                  <a:gd name="T80" fmla="*/ 27 w 72"/>
                  <a:gd name="T81" fmla="*/ 69 h 102"/>
                  <a:gd name="T82" fmla="*/ 21 w 72"/>
                  <a:gd name="T83" fmla="*/ 71 h 102"/>
                  <a:gd name="T84" fmla="*/ 9 w 72"/>
                  <a:gd name="T85" fmla="*/ 76 h 102"/>
                  <a:gd name="T86" fmla="*/ 3 w 72"/>
                  <a:gd name="T87" fmla="*/ 75 h 102"/>
                  <a:gd name="T88" fmla="*/ 4 w 72"/>
                  <a:gd name="T89" fmla="*/ 69 h 102"/>
                  <a:gd name="T90" fmla="*/ 26 w 72"/>
                  <a:gd name="T91" fmla="*/ 60 h 102"/>
                  <a:gd name="T92" fmla="*/ 28 w 72"/>
                  <a:gd name="T93" fmla="*/ 57 h 102"/>
                  <a:gd name="T94" fmla="*/ 29 w 72"/>
                  <a:gd name="T95" fmla="*/ 49 h 102"/>
                  <a:gd name="T96" fmla="*/ 34 w 72"/>
                  <a:gd name="T97" fmla="*/ 29 h 102"/>
                  <a:gd name="T98" fmla="*/ 33 w 72"/>
                  <a:gd name="T99" fmla="*/ 28 h 102"/>
                  <a:gd name="T100" fmla="*/ 26 w 72"/>
                  <a:gd name="T101" fmla="*/ 32 h 102"/>
                  <a:gd name="T102" fmla="*/ 23 w 72"/>
                  <a:gd name="T103" fmla="*/ 36 h 102"/>
                  <a:gd name="T104" fmla="*/ 26 w 72"/>
                  <a:gd name="T105" fmla="*/ 42 h 102"/>
                  <a:gd name="T106" fmla="*/ 31 w 72"/>
                  <a:gd name="T107" fmla="*/ 40 h 102"/>
                  <a:gd name="T108" fmla="*/ 34 w 72"/>
                  <a:gd name="T109" fmla="*/ 29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2" h="102">
                    <a:moveTo>
                      <a:pt x="29" y="49"/>
                    </a:moveTo>
                    <a:cubicBezTo>
                      <a:pt x="19" y="52"/>
                      <a:pt x="18" y="52"/>
                      <a:pt x="15" y="43"/>
                    </a:cubicBezTo>
                    <a:cubicBezTo>
                      <a:pt x="13" y="36"/>
                      <a:pt x="11" y="28"/>
                      <a:pt x="10" y="21"/>
                    </a:cubicBezTo>
                    <a:cubicBezTo>
                      <a:pt x="9" y="19"/>
                      <a:pt x="11" y="16"/>
                      <a:pt x="13" y="15"/>
                    </a:cubicBezTo>
                    <a:cubicBezTo>
                      <a:pt x="16" y="13"/>
                      <a:pt x="18" y="16"/>
                      <a:pt x="19" y="18"/>
                    </a:cubicBezTo>
                    <a:cubicBezTo>
                      <a:pt x="19" y="21"/>
                      <a:pt x="20" y="23"/>
                      <a:pt x="20" y="26"/>
                    </a:cubicBezTo>
                    <a:cubicBezTo>
                      <a:pt x="26" y="25"/>
                      <a:pt x="31" y="24"/>
                      <a:pt x="35" y="22"/>
                    </a:cubicBezTo>
                    <a:cubicBezTo>
                      <a:pt x="37" y="21"/>
                      <a:pt x="38" y="18"/>
                      <a:pt x="40" y="16"/>
                    </a:cubicBezTo>
                    <a:cubicBezTo>
                      <a:pt x="41" y="15"/>
                      <a:pt x="42" y="14"/>
                      <a:pt x="43" y="14"/>
                    </a:cubicBezTo>
                    <a:cubicBezTo>
                      <a:pt x="44" y="15"/>
                      <a:pt x="44" y="17"/>
                      <a:pt x="44" y="19"/>
                    </a:cubicBezTo>
                    <a:cubicBezTo>
                      <a:pt x="44" y="22"/>
                      <a:pt x="43" y="25"/>
                      <a:pt x="43" y="28"/>
                    </a:cubicBezTo>
                    <a:cubicBezTo>
                      <a:pt x="37" y="29"/>
                      <a:pt x="39" y="36"/>
                      <a:pt x="36" y="40"/>
                    </a:cubicBezTo>
                    <a:cubicBezTo>
                      <a:pt x="36" y="41"/>
                      <a:pt x="37" y="41"/>
                      <a:pt x="37" y="42"/>
                    </a:cubicBezTo>
                    <a:cubicBezTo>
                      <a:pt x="39" y="41"/>
                      <a:pt x="42" y="40"/>
                      <a:pt x="44" y="38"/>
                    </a:cubicBezTo>
                    <a:cubicBezTo>
                      <a:pt x="48" y="32"/>
                      <a:pt x="52" y="26"/>
                      <a:pt x="56" y="20"/>
                    </a:cubicBezTo>
                    <a:cubicBezTo>
                      <a:pt x="59" y="15"/>
                      <a:pt x="56" y="9"/>
                      <a:pt x="49" y="9"/>
                    </a:cubicBezTo>
                    <a:cubicBezTo>
                      <a:pt x="42" y="8"/>
                      <a:pt x="34" y="10"/>
                      <a:pt x="28" y="14"/>
                    </a:cubicBezTo>
                    <a:cubicBezTo>
                      <a:pt x="25" y="16"/>
                      <a:pt x="22" y="15"/>
                      <a:pt x="20" y="13"/>
                    </a:cubicBezTo>
                    <a:cubicBezTo>
                      <a:pt x="17" y="9"/>
                      <a:pt x="17" y="7"/>
                      <a:pt x="22" y="6"/>
                    </a:cubicBezTo>
                    <a:cubicBezTo>
                      <a:pt x="31" y="3"/>
                      <a:pt x="40" y="0"/>
                      <a:pt x="50" y="1"/>
                    </a:cubicBezTo>
                    <a:cubicBezTo>
                      <a:pt x="58" y="1"/>
                      <a:pt x="63" y="7"/>
                      <a:pt x="68" y="12"/>
                    </a:cubicBezTo>
                    <a:cubicBezTo>
                      <a:pt x="72" y="15"/>
                      <a:pt x="70" y="20"/>
                      <a:pt x="67" y="24"/>
                    </a:cubicBezTo>
                    <a:cubicBezTo>
                      <a:pt x="61" y="32"/>
                      <a:pt x="55" y="40"/>
                      <a:pt x="49" y="48"/>
                    </a:cubicBezTo>
                    <a:cubicBezTo>
                      <a:pt x="47" y="51"/>
                      <a:pt x="45" y="52"/>
                      <a:pt x="42" y="49"/>
                    </a:cubicBezTo>
                    <a:cubicBezTo>
                      <a:pt x="41" y="48"/>
                      <a:pt x="38" y="47"/>
                      <a:pt x="37" y="47"/>
                    </a:cubicBezTo>
                    <a:cubicBezTo>
                      <a:pt x="36" y="48"/>
                      <a:pt x="35" y="50"/>
                      <a:pt x="35" y="52"/>
                    </a:cubicBezTo>
                    <a:cubicBezTo>
                      <a:pt x="34" y="59"/>
                      <a:pt x="34" y="59"/>
                      <a:pt x="41" y="58"/>
                    </a:cubicBezTo>
                    <a:cubicBezTo>
                      <a:pt x="43" y="57"/>
                      <a:pt x="46" y="56"/>
                      <a:pt x="48" y="57"/>
                    </a:cubicBezTo>
                    <a:cubicBezTo>
                      <a:pt x="50" y="57"/>
                      <a:pt x="53" y="58"/>
                      <a:pt x="53" y="59"/>
                    </a:cubicBezTo>
                    <a:cubicBezTo>
                      <a:pt x="54" y="61"/>
                      <a:pt x="54" y="64"/>
                      <a:pt x="53" y="66"/>
                    </a:cubicBezTo>
                    <a:cubicBezTo>
                      <a:pt x="52" y="68"/>
                      <a:pt x="50" y="69"/>
                      <a:pt x="48" y="70"/>
                    </a:cubicBezTo>
                    <a:cubicBezTo>
                      <a:pt x="44" y="73"/>
                      <a:pt x="39" y="75"/>
                      <a:pt x="37" y="81"/>
                    </a:cubicBezTo>
                    <a:cubicBezTo>
                      <a:pt x="40" y="81"/>
                      <a:pt x="43" y="81"/>
                      <a:pt x="45" y="81"/>
                    </a:cubicBezTo>
                    <a:cubicBezTo>
                      <a:pt x="51" y="81"/>
                      <a:pt x="56" y="84"/>
                      <a:pt x="57" y="89"/>
                    </a:cubicBezTo>
                    <a:cubicBezTo>
                      <a:pt x="58" y="93"/>
                      <a:pt x="55" y="97"/>
                      <a:pt x="51" y="98"/>
                    </a:cubicBezTo>
                    <a:cubicBezTo>
                      <a:pt x="43" y="99"/>
                      <a:pt x="35" y="100"/>
                      <a:pt x="26" y="101"/>
                    </a:cubicBezTo>
                    <a:cubicBezTo>
                      <a:pt x="22" y="102"/>
                      <a:pt x="19" y="100"/>
                      <a:pt x="17" y="96"/>
                    </a:cubicBezTo>
                    <a:cubicBezTo>
                      <a:pt x="16" y="96"/>
                      <a:pt x="16" y="95"/>
                      <a:pt x="15" y="94"/>
                    </a:cubicBezTo>
                    <a:cubicBezTo>
                      <a:pt x="11" y="84"/>
                      <a:pt x="11" y="84"/>
                      <a:pt x="19" y="77"/>
                    </a:cubicBezTo>
                    <a:cubicBezTo>
                      <a:pt x="22" y="75"/>
                      <a:pt x="24" y="72"/>
                      <a:pt x="27" y="70"/>
                    </a:cubicBezTo>
                    <a:cubicBezTo>
                      <a:pt x="27" y="70"/>
                      <a:pt x="27" y="69"/>
                      <a:pt x="27" y="69"/>
                    </a:cubicBezTo>
                    <a:cubicBezTo>
                      <a:pt x="25" y="69"/>
                      <a:pt x="23" y="70"/>
                      <a:pt x="21" y="71"/>
                    </a:cubicBezTo>
                    <a:cubicBezTo>
                      <a:pt x="17" y="72"/>
                      <a:pt x="13" y="74"/>
                      <a:pt x="9" y="76"/>
                    </a:cubicBezTo>
                    <a:cubicBezTo>
                      <a:pt x="7" y="76"/>
                      <a:pt x="5" y="76"/>
                      <a:pt x="3" y="75"/>
                    </a:cubicBezTo>
                    <a:cubicBezTo>
                      <a:pt x="0" y="72"/>
                      <a:pt x="0" y="71"/>
                      <a:pt x="4" y="69"/>
                    </a:cubicBezTo>
                    <a:cubicBezTo>
                      <a:pt x="12" y="66"/>
                      <a:pt x="19" y="63"/>
                      <a:pt x="26" y="60"/>
                    </a:cubicBezTo>
                    <a:cubicBezTo>
                      <a:pt x="27" y="60"/>
                      <a:pt x="28" y="58"/>
                      <a:pt x="28" y="57"/>
                    </a:cubicBezTo>
                    <a:cubicBezTo>
                      <a:pt x="29" y="55"/>
                      <a:pt x="29" y="52"/>
                      <a:pt x="29" y="49"/>
                    </a:cubicBezTo>
                    <a:close/>
                    <a:moveTo>
                      <a:pt x="34" y="29"/>
                    </a:moveTo>
                    <a:cubicBezTo>
                      <a:pt x="34" y="29"/>
                      <a:pt x="34" y="29"/>
                      <a:pt x="33" y="28"/>
                    </a:cubicBezTo>
                    <a:cubicBezTo>
                      <a:pt x="31" y="29"/>
                      <a:pt x="28" y="30"/>
                      <a:pt x="26" y="32"/>
                    </a:cubicBezTo>
                    <a:cubicBezTo>
                      <a:pt x="24" y="32"/>
                      <a:pt x="22" y="34"/>
                      <a:pt x="23" y="36"/>
                    </a:cubicBezTo>
                    <a:cubicBezTo>
                      <a:pt x="23" y="38"/>
                      <a:pt x="25" y="40"/>
                      <a:pt x="26" y="42"/>
                    </a:cubicBezTo>
                    <a:cubicBezTo>
                      <a:pt x="27" y="42"/>
                      <a:pt x="30" y="41"/>
                      <a:pt x="31" y="40"/>
                    </a:cubicBezTo>
                    <a:cubicBezTo>
                      <a:pt x="32" y="37"/>
                      <a:pt x="33" y="33"/>
                      <a:pt x="34" y="29"/>
                    </a:cubicBezTo>
                    <a:close/>
                  </a:path>
                </a:pathLst>
              </a:custGeom>
              <a:grpFill/>
              <a:ln>
                <a:noFill/>
              </a:ln>
            </p:spPr>
            <p:txBody>
              <a:bodyPr vert="horz" wrap="square" lIns="91440" tIns="45720" rIns="91440" bIns="45720" numCol="1" anchor="t" anchorCtr="0" compatLnSpc="1"/>
              <a:lstStyle/>
              <a:p>
                <a:endParaRPr lang="zh-CN" altLang="en-US"/>
              </a:p>
            </p:txBody>
          </p:sp>
          <p:sp>
            <p:nvSpPr>
              <p:cNvPr id="20" name="Freeform 12"/>
              <p:cNvSpPr/>
              <p:nvPr/>
            </p:nvSpPr>
            <p:spPr bwMode="auto">
              <a:xfrm>
                <a:off x="8878184" y="2293480"/>
                <a:ext cx="236904" cy="593388"/>
              </a:xfrm>
              <a:custGeom>
                <a:avLst/>
                <a:gdLst>
                  <a:gd name="T0" fmla="*/ 30 w 39"/>
                  <a:gd name="T1" fmla="*/ 44 h 98"/>
                  <a:gd name="T2" fmla="*/ 36 w 39"/>
                  <a:gd name="T3" fmla="*/ 34 h 98"/>
                  <a:gd name="T4" fmla="*/ 37 w 39"/>
                  <a:gd name="T5" fmla="*/ 51 h 98"/>
                  <a:gd name="T6" fmla="*/ 25 w 39"/>
                  <a:gd name="T7" fmla="*/ 82 h 98"/>
                  <a:gd name="T8" fmla="*/ 21 w 39"/>
                  <a:gd name="T9" fmla="*/ 98 h 98"/>
                  <a:gd name="T10" fmla="*/ 13 w 39"/>
                  <a:gd name="T11" fmla="*/ 96 h 98"/>
                  <a:gd name="T12" fmla="*/ 5 w 39"/>
                  <a:gd name="T13" fmla="*/ 83 h 98"/>
                  <a:gd name="T14" fmla="*/ 11 w 39"/>
                  <a:gd name="T15" fmla="*/ 62 h 98"/>
                  <a:gd name="T16" fmla="*/ 9 w 39"/>
                  <a:gd name="T17" fmla="*/ 43 h 98"/>
                  <a:gd name="T18" fmla="*/ 12 w 39"/>
                  <a:gd name="T19" fmla="*/ 38 h 98"/>
                  <a:gd name="T20" fmla="*/ 18 w 39"/>
                  <a:gd name="T21" fmla="*/ 33 h 98"/>
                  <a:gd name="T22" fmla="*/ 23 w 39"/>
                  <a:gd name="T23" fmla="*/ 12 h 98"/>
                  <a:gd name="T24" fmla="*/ 11 w 39"/>
                  <a:gd name="T25" fmla="*/ 16 h 98"/>
                  <a:gd name="T26" fmla="*/ 2 w 39"/>
                  <a:gd name="T27" fmla="*/ 16 h 98"/>
                  <a:gd name="T28" fmla="*/ 0 w 39"/>
                  <a:gd name="T29" fmla="*/ 12 h 98"/>
                  <a:gd name="T30" fmla="*/ 3 w 39"/>
                  <a:gd name="T31" fmla="*/ 10 h 98"/>
                  <a:gd name="T32" fmla="*/ 16 w 39"/>
                  <a:gd name="T33" fmla="*/ 7 h 98"/>
                  <a:gd name="T34" fmla="*/ 26 w 39"/>
                  <a:gd name="T35" fmla="*/ 2 h 98"/>
                  <a:gd name="T36" fmla="*/ 32 w 39"/>
                  <a:gd name="T37" fmla="*/ 1 h 98"/>
                  <a:gd name="T38" fmla="*/ 35 w 39"/>
                  <a:gd name="T39" fmla="*/ 9 h 98"/>
                  <a:gd name="T40" fmla="*/ 34 w 39"/>
                  <a:gd name="T41" fmla="*/ 11 h 98"/>
                  <a:gd name="T42" fmla="*/ 27 w 39"/>
                  <a:gd name="T43" fmla="*/ 38 h 98"/>
                  <a:gd name="T44" fmla="*/ 28 w 39"/>
                  <a:gd name="T45" fmla="*/ 44 h 98"/>
                  <a:gd name="T46" fmla="*/ 30 w 39"/>
                  <a:gd name="T47" fmla="*/ 44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9" h="98">
                    <a:moveTo>
                      <a:pt x="30" y="44"/>
                    </a:moveTo>
                    <a:cubicBezTo>
                      <a:pt x="32" y="41"/>
                      <a:pt x="34" y="38"/>
                      <a:pt x="36" y="34"/>
                    </a:cubicBezTo>
                    <a:cubicBezTo>
                      <a:pt x="37" y="40"/>
                      <a:pt x="39" y="45"/>
                      <a:pt x="37" y="51"/>
                    </a:cubicBezTo>
                    <a:cubicBezTo>
                      <a:pt x="33" y="61"/>
                      <a:pt x="29" y="72"/>
                      <a:pt x="25" y="82"/>
                    </a:cubicBezTo>
                    <a:cubicBezTo>
                      <a:pt x="23" y="87"/>
                      <a:pt x="23" y="92"/>
                      <a:pt x="21" y="98"/>
                    </a:cubicBezTo>
                    <a:cubicBezTo>
                      <a:pt x="18" y="97"/>
                      <a:pt x="15" y="97"/>
                      <a:pt x="13" y="96"/>
                    </a:cubicBezTo>
                    <a:cubicBezTo>
                      <a:pt x="7" y="94"/>
                      <a:pt x="3" y="89"/>
                      <a:pt x="5" y="83"/>
                    </a:cubicBezTo>
                    <a:cubicBezTo>
                      <a:pt x="7" y="76"/>
                      <a:pt x="9" y="69"/>
                      <a:pt x="11" y="62"/>
                    </a:cubicBezTo>
                    <a:cubicBezTo>
                      <a:pt x="13" y="56"/>
                      <a:pt x="14" y="49"/>
                      <a:pt x="9" y="43"/>
                    </a:cubicBezTo>
                    <a:cubicBezTo>
                      <a:pt x="7" y="39"/>
                      <a:pt x="9" y="38"/>
                      <a:pt x="12" y="38"/>
                    </a:cubicBezTo>
                    <a:cubicBezTo>
                      <a:pt x="17" y="39"/>
                      <a:pt x="17" y="37"/>
                      <a:pt x="18" y="33"/>
                    </a:cubicBezTo>
                    <a:cubicBezTo>
                      <a:pt x="19" y="26"/>
                      <a:pt x="21" y="20"/>
                      <a:pt x="23" y="12"/>
                    </a:cubicBezTo>
                    <a:cubicBezTo>
                      <a:pt x="19" y="13"/>
                      <a:pt x="15" y="15"/>
                      <a:pt x="11" y="16"/>
                    </a:cubicBezTo>
                    <a:cubicBezTo>
                      <a:pt x="8" y="17"/>
                      <a:pt x="5" y="16"/>
                      <a:pt x="2" y="16"/>
                    </a:cubicBezTo>
                    <a:cubicBezTo>
                      <a:pt x="1" y="15"/>
                      <a:pt x="0" y="13"/>
                      <a:pt x="0" y="12"/>
                    </a:cubicBezTo>
                    <a:cubicBezTo>
                      <a:pt x="1" y="11"/>
                      <a:pt x="2" y="10"/>
                      <a:pt x="3" y="10"/>
                    </a:cubicBezTo>
                    <a:cubicBezTo>
                      <a:pt x="7" y="8"/>
                      <a:pt x="12" y="8"/>
                      <a:pt x="16" y="7"/>
                    </a:cubicBezTo>
                    <a:cubicBezTo>
                      <a:pt x="19" y="5"/>
                      <a:pt x="22" y="3"/>
                      <a:pt x="26" y="2"/>
                    </a:cubicBezTo>
                    <a:cubicBezTo>
                      <a:pt x="28" y="1"/>
                      <a:pt x="32" y="0"/>
                      <a:pt x="32" y="1"/>
                    </a:cubicBezTo>
                    <a:cubicBezTo>
                      <a:pt x="34" y="3"/>
                      <a:pt x="35" y="6"/>
                      <a:pt x="35" y="9"/>
                    </a:cubicBezTo>
                    <a:cubicBezTo>
                      <a:pt x="36" y="9"/>
                      <a:pt x="35" y="10"/>
                      <a:pt x="34" y="11"/>
                    </a:cubicBezTo>
                    <a:cubicBezTo>
                      <a:pt x="27" y="19"/>
                      <a:pt x="28" y="29"/>
                      <a:pt x="27" y="38"/>
                    </a:cubicBezTo>
                    <a:cubicBezTo>
                      <a:pt x="27" y="40"/>
                      <a:pt x="28" y="42"/>
                      <a:pt x="28" y="44"/>
                    </a:cubicBezTo>
                    <a:cubicBezTo>
                      <a:pt x="29" y="44"/>
                      <a:pt x="29" y="44"/>
                      <a:pt x="30" y="44"/>
                    </a:cubicBezTo>
                    <a:close/>
                  </a:path>
                </a:pathLst>
              </a:custGeom>
              <a:grpFill/>
              <a:ln>
                <a:noFill/>
              </a:ln>
            </p:spPr>
            <p:txBody>
              <a:bodyPr vert="horz" wrap="square" lIns="91440" tIns="45720" rIns="91440" bIns="45720" numCol="1" anchor="t" anchorCtr="0" compatLnSpc="1"/>
              <a:lstStyle/>
              <a:p>
                <a:endParaRPr lang="zh-CN" altLang="en-US"/>
              </a:p>
            </p:txBody>
          </p:sp>
        </p:grpSp>
      </p:grpSp>
      <p:pic>
        <p:nvPicPr>
          <p:cNvPr id="40" name="图片 39"/>
          <p:cNvPicPr>
            <a:picLocks noChangeAspect="1"/>
          </p:cNvPicPr>
          <p:nvPr userDrawn="1"/>
        </p:nvPicPr>
        <p:blipFill>
          <a:blip r:embed="rId2" cstate="screen"/>
          <a:stretch>
            <a:fillRect/>
          </a:stretch>
        </p:blipFill>
        <p:spPr>
          <a:xfrm>
            <a:off x="9564050" y="131404"/>
            <a:ext cx="2243119" cy="627854"/>
          </a:xfrm>
          <a:prstGeom prst="rect">
            <a:avLst/>
          </a:prstGeom>
        </p:spPr>
      </p:pic>
    </p:spTree>
  </p:cSld>
  <p:clrMapOvr>
    <a:masterClrMapping/>
  </p:clrMapOvr>
  <p:transition spd="med">
    <p:fade/>
  </p:transition>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内页样式8-一段一图">
    <p:spTree>
      <p:nvGrpSpPr>
        <p:cNvPr id="1" name=""/>
        <p:cNvGrpSpPr/>
        <p:nvPr/>
      </p:nvGrpSpPr>
      <p:grpSpPr>
        <a:xfrm>
          <a:off x="0" y="0"/>
          <a:ext cx="0" cy="0"/>
          <a:chOff x="0" y="0"/>
          <a:chExt cx="0" cy="0"/>
        </a:xfrm>
      </p:grpSpPr>
      <p:sp>
        <p:nvSpPr>
          <p:cNvPr id="7" name="矩形 6"/>
          <p:cNvSpPr/>
          <p:nvPr userDrawn="1"/>
        </p:nvSpPr>
        <p:spPr>
          <a:xfrm>
            <a:off x="11144922" y="6188075"/>
            <a:ext cx="723790" cy="669925"/>
          </a:xfrm>
          <a:prstGeom prst="rect">
            <a:avLst/>
          </a:prstGeom>
          <a:solidFill>
            <a:schemeClr val="accent4"/>
          </a:solidFill>
          <a:ln>
            <a:noFill/>
          </a:ln>
          <a:effectLst>
            <a:outerShdw blurRad="127000" dist="38100" dir="16200000"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8" name="矩形 7"/>
          <p:cNvSpPr/>
          <p:nvPr userDrawn="1"/>
        </p:nvSpPr>
        <p:spPr>
          <a:xfrm>
            <a:off x="9488246" y="0"/>
            <a:ext cx="2380466" cy="873125"/>
          </a:xfrm>
          <a:prstGeom prst="rect">
            <a:avLst/>
          </a:prstGeom>
          <a:solidFill>
            <a:schemeClr val="accent1"/>
          </a:solidFill>
          <a:ln>
            <a:solidFill>
              <a:schemeClr val="accent1"/>
            </a:solidFill>
          </a:ln>
          <a:effectLst>
            <a:outerShdw blurRad="127000" dist="38100" dir="5400000" algn="t"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dirty="0">
              <a:solidFill>
                <a:schemeClr val="bg1"/>
              </a:solidFill>
            </a:endParaRPr>
          </a:p>
        </p:txBody>
      </p:sp>
      <p:sp>
        <p:nvSpPr>
          <p:cNvPr id="11" name="文本框 10"/>
          <p:cNvSpPr txBox="1">
            <a:spLocks noChangeArrowheads="1"/>
          </p:cNvSpPr>
          <p:nvPr userDrawn="1"/>
        </p:nvSpPr>
        <p:spPr bwMode="auto">
          <a:xfrm>
            <a:off x="11233150" y="6353175"/>
            <a:ext cx="550863"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nchorCtr="0">
            <a:spAutoFit/>
          </a:bodyPr>
          <a:lstStyle>
            <a:lvl1pPr>
              <a:defRPr>
                <a:solidFill>
                  <a:schemeClr val="tx1"/>
                </a:solidFill>
                <a:latin typeface="Century Gothic" panose="020B0502020202020204" pitchFamily="34" charset="0"/>
                <a:ea typeface="微软雅黑" panose="020B0503020204020204" pitchFamily="34" charset="-122"/>
              </a:defRPr>
            </a:lvl1pPr>
            <a:lvl2pPr marL="742950" indent="-285750">
              <a:defRPr>
                <a:solidFill>
                  <a:schemeClr val="tx1"/>
                </a:solidFill>
                <a:latin typeface="Century Gothic" panose="020B0502020202020204" pitchFamily="34" charset="0"/>
                <a:ea typeface="微软雅黑" panose="020B0503020204020204" pitchFamily="34" charset="-122"/>
              </a:defRPr>
            </a:lvl2pPr>
            <a:lvl3pPr marL="1143000" indent="-228600">
              <a:defRPr>
                <a:solidFill>
                  <a:schemeClr val="tx1"/>
                </a:solidFill>
                <a:latin typeface="Century Gothic" panose="020B0502020202020204" pitchFamily="34" charset="0"/>
                <a:ea typeface="微软雅黑" panose="020B0503020204020204" pitchFamily="34" charset="-122"/>
              </a:defRPr>
            </a:lvl3pPr>
            <a:lvl4pPr marL="1600200" indent="-228600">
              <a:defRPr>
                <a:solidFill>
                  <a:schemeClr val="tx1"/>
                </a:solidFill>
                <a:latin typeface="Century Gothic" panose="020B0502020202020204" pitchFamily="34" charset="0"/>
                <a:ea typeface="微软雅黑" panose="020B0503020204020204" pitchFamily="34" charset="-122"/>
              </a:defRPr>
            </a:lvl4pPr>
            <a:lvl5pPr marL="2057400" indent="-228600">
              <a:defRPr>
                <a:solidFill>
                  <a:schemeClr val="tx1"/>
                </a:solidFill>
                <a:latin typeface="Century Gothic" panose="020B0502020202020204" pitchFamily="34" charset="0"/>
                <a:ea typeface="微软雅黑" panose="020B0503020204020204" pitchFamily="34" charset="-122"/>
              </a:defRPr>
            </a:lvl5pPr>
            <a:lvl6pPr marL="25146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6pPr>
            <a:lvl7pPr marL="29718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7pPr>
            <a:lvl8pPr marL="34290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8pPr>
            <a:lvl9pPr marL="3886200" indent="-228600" fontAlgn="base">
              <a:spcBef>
                <a:spcPct val="0"/>
              </a:spcBef>
              <a:spcAft>
                <a:spcPct val="0"/>
              </a:spcAft>
              <a:defRPr>
                <a:solidFill>
                  <a:schemeClr val="tx1"/>
                </a:solidFill>
                <a:latin typeface="Century Gothic" panose="020B0502020202020204" pitchFamily="34" charset="0"/>
                <a:ea typeface="微软雅黑" panose="020B0503020204020204" pitchFamily="34" charset="-122"/>
              </a:defRPr>
            </a:lvl9pPr>
          </a:lstStyle>
          <a:p>
            <a:pPr algn="ctr" eaLnBrk="1" hangingPunct="1">
              <a:defRPr/>
            </a:pPr>
            <a:fld id="{4CE2CC6A-3CD6-4EB2-A6B9-76993E7CF1F2}" type="slidenum">
              <a:rPr lang="zh-CN" altLang="en-US" sz="1600" smtClean="0">
                <a:solidFill>
                  <a:srgbClr val="F2F2F2"/>
                </a:solidFill>
                <a:latin typeface="微软雅黑" panose="020B0503020204020204" pitchFamily="34" charset="-122"/>
              </a:rPr>
              <a:t>‹#›</a:t>
            </a:fld>
            <a:endParaRPr lang="zh-CN" altLang="en-US" sz="1600" dirty="0">
              <a:solidFill>
                <a:srgbClr val="F2F2F2"/>
              </a:solidFill>
              <a:latin typeface="微软雅黑" panose="020B0503020204020204" pitchFamily="34" charset="-122"/>
            </a:endParaRPr>
          </a:p>
        </p:txBody>
      </p:sp>
      <p:pic>
        <p:nvPicPr>
          <p:cNvPr id="40" name="图片 39"/>
          <p:cNvPicPr>
            <a:picLocks noChangeAspect="1"/>
          </p:cNvPicPr>
          <p:nvPr userDrawn="1"/>
        </p:nvPicPr>
        <p:blipFill>
          <a:blip r:embed="rId2" cstate="screen"/>
          <a:stretch>
            <a:fillRect/>
          </a:stretch>
        </p:blipFill>
        <p:spPr>
          <a:xfrm>
            <a:off x="9564050" y="131404"/>
            <a:ext cx="2243119" cy="627854"/>
          </a:xfrm>
          <a:prstGeom prst="rect">
            <a:avLst/>
          </a:prstGeom>
        </p:spPr>
      </p:pic>
    </p:spTree>
  </p:cSld>
  <p:clrMapOvr>
    <a:masterClrMapping/>
  </p:clrMapOvr>
  <p:transition spd="med">
    <p:fade/>
  </p:transition>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userDrawn="1">
  <p:cSld name="末尾幻灯片">
    <p:spTree>
      <p:nvGrpSpPr>
        <p:cNvPr id="1" name=""/>
        <p:cNvGrpSpPr/>
        <p:nvPr/>
      </p:nvGrpSpPr>
      <p:grpSpPr>
        <a:xfrm>
          <a:off x="0" y="0"/>
          <a:ext cx="0" cy="0"/>
          <a:chOff x="0" y="0"/>
          <a:chExt cx="0" cy="0"/>
        </a:xfrm>
      </p:grpSpPr>
      <p:sp>
        <p:nvSpPr>
          <p:cNvPr id="5" name="ïşlíḓè"/>
          <p:cNvSpPr/>
          <p:nvPr userDrawn="1"/>
        </p:nvSpPr>
        <p:spPr>
          <a:xfrm>
            <a:off x="-3560" y="2387600"/>
            <a:ext cx="9581785" cy="4470400"/>
          </a:xfrm>
          <a:prstGeom prst="rect">
            <a:avLst/>
          </a:prstGeom>
          <a:blipFill dpi="0" rotWithShape="1">
            <a:blip r:embed="rId2"/>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a:solidFill>
                <a:srgbClr val="FFFFFF"/>
              </a:solidFill>
            </a:endParaRPr>
          </a:p>
        </p:txBody>
      </p:sp>
      <p:sp>
        <p:nvSpPr>
          <p:cNvPr id="31" name="iśļïḓê"/>
          <p:cNvSpPr/>
          <p:nvPr userDrawn="1"/>
        </p:nvSpPr>
        <p:spPr bwMode="auto">
          <a:xfrm flipH="1">
            <a:off x="-1" y="-4989"/>
            <a:ext cx="9581785" cy="6865116"/>
          </a:xfrm>
          <a:custGeom>
            <a:avLst/>
            <a:gdLst>
              <a:gd name="connsiteX0" fmla="*/ 9581785 w 9581785"/>
              <a:gd name="connsiteY0" fmla="*/ 0 h 6865116"/>
              <a:gd name="connsiteX1" fmla="*/ 6463 w 9581785"/>
              <a:gd name="connsiteY1" fmla="*/ 0 h 6865116"/>
              <a:gd name="connsiteX2" fmla="*/ 0 w 9581785"/>
              <a:gd name="connsiteY2" fmla="*/ 6865116 h 6865116"/>
              <a:gd name="connsiteX3" fmla="*/ 9435691 w 9581785"/>
              <a:gd name="connsiteY3" fmla="*/ 3424381 h 6865116"/>
              <a:gd name="connsiteX4" fmla="*/ 9581785 w 9581785"/>
              <a:gd name="connsiteY4" fmla="*/ 3311401 h 686511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81785" h="6865116">
                <a:moveTo>
                  <a:pt x="9581785" y="0"/>
                </a:moveTo>
                <a:lnTo>
                  <a:pt x="6463" y="0"/>
                </a:lnTo>
                <a:lnTo>
                  <a:pt x="0" y="6865116"/>
                </a:lnTo>
                <a:cubicBezTo>
                  <a:pt x="5057128" y="5756514"/>
                  <a:pt x="7899338" y="4547950"/>
                  <a:pt x="9435691" y="3424381"/>
                </a:cubicBezTo>
                <a:lnTo>
                  <a:pt x="9581785" y="3311401"/>
                </a:lnTo>
                <a:close/>
              </a:path>
            </a:pathLst>
          </a:custGeom>
          <a:solidFill>
            <a:srgbClr val="FFFFFF"/>
          </a:solidFill>
          <a:ln>
            <a:noFill/>
          </a:ln>
        </p:spPr>
        <p:txBody>
          <a:bodyPr vert="horz" wrap="square" lIns="91440" tIns="45720" rIns="91440" bIns="45720" numCol="1" anchor="t" anchorCtr="0" compatLnSpc="1">
            <a:noAutofit/>
          </a:bodyPr>
          <a:lstStyle/>
          <a:p>
            <a:pPr eaLnBrk="1" fontAlgn="auto" hangingPunct="1">
              <a:spcBef>
                <a:spcPts val="0"/>
              </a:spcBef>
              <a:spcAft>
                <a:spcPts val="0"/>
              </a:spcAft>
            </a:pPr>
            <a:endParaRPr lang="zh-CN" altLang="en-US" dirty="0">
              <a:solidFill>
                <a:srgbClr val="000000"/>
              </a:solidFill>
              <a:latin typeface="Arial" panose="020B0604020202020204"/>
              <a:ea typeface="微软雅黑" panose="020B0503020204020204" pitchFamily="34" charset="-122"/>
            </a:endParaRPr>
          </a:p>
        </p:txBody>
      </p:sp>
      <p:sp>
        <p:nvSpPr>
          <p:cNvPr id="34" name="ïSļîḑè"/>
          <p:cNvSpPr/>
          <p:nvPr userDrawn="1"/>
        </p:nvSpPr>
        <p:spPr bwMode="auto">
          <a:xfrm flipH="1">
            <a:off x="3558" y="44794"/>
            <a:ext cx="9578226" cy="6590321"/>
          </a:xfrm>
          <a:custGeom>
            <a:avLst/>
            <a:gdLst>
              <a:gd name="connsiteX0" fmla="*/ 9578226 w 9578226"/>
              <a:gd name="connsiteY0" fmla="*/ 0 h 6590321"/>
              <a:gd name="connsiteX1" fmla="*/ 6205 w 9578226"/>
              <a:gd name="connsiteY1" fmla="*/ 0 h 6590321"/>
              <a:gd name="connsiteX2" fmla="*/ 0 w 9578226"/>
              <a:gd name="connsiteY2" fmla="*/ 6590321 h 6590321"/>
              <a:gd name="connsiteX3" fmla="*/ 9493338 w 9578226"/>
              <a:gd name="connsiteY3" fmla="*/ 2984432 h 6590321"/>
              <a:gd name="connsiteX4" fmla="*/ 9578226 w 9578226"/>
              <a:gd name="connsiteY4" fmla="*/ 2908618 h 659032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78226" h="6590321">
                <a:moveTo>
                  <a:pt x="9578226" y="0"/>
                </a:moveTo>
                <a:lnTo>
                  <a:pt x="6205" y="0"/>
                </a:lnTo>
                <a:lnTo>
                  <a:pt x="0" y="6590321"/>
                </a:lnTo>
                <a:cubicBezTo>
                  <a:pt x="5310859" y="5426098"/>
                  <a:pt x="8101833" y="4148147"/>
                  <a:pt x="9493338" y="2984432"/>
                </a:cubicBezTo>
                <a:lnTo>
                  <a:pt x="9578226" y="2908618"/>
                </a:lnTo>
                <a:close/>
              </a:path>
            </a:pathLst>
          </a:custGeom>
          <a:gradFill>
            <a:gsLst>
              <a:gs pos="0">
                <a:schemeClr val="accent1"/>
              </a:gs>
              <a:gs pos="98000">
                <a:schemeClr val="bg1"/>
              </a:gs>
            </a:gsLst>
            <a:lin ang="10800000" scaled="0"/>
          </a:gradFill>
          <a:ln>
            <a:noFill/>
          </a:ln>
        </p:spPr>
        <p:txBody>
          <a:bodyPr vert="horz" wrap="square" lIns="91440" tIns="45720" rIns="91440" bIns="45720" numCol="1" anchor="t" anchorCtr="0" compatLnSpc="1">
            <a:noAutofit/>
          </a:bodyPr>
          <a:lstStyle/>
          <a:p>
            <a:pPr eaLnBrk="1" fontAlgn="auto" hangingPunct="1">
              <a:spcBef>
                <a:spcPts val="0"/>
              </a:spcBef>
              <a:spcAft>
                <a:spcPts val="0"/>
              </a:spcAft>
            </a:pPr>
            <a:endParaRPr lang="zh-CN" altLang="en-US" dirty="0">
              <a:solidFill>
                <a:srgbClr val="000000"/>
              </a:solidFill>
              <a:latin typeface="Arial" panose="020B0604020202020204"/>
              <a:ea typeface="微软雅黑" panose="020B0503020204020204" pitchFamily="34" charset="-122"/>
            </a:endParaRPr>
          </a:p>
        </p:txBody>
      </p:sp>
      <p:sp>
        <p:nvSpPr>
          <p:cNvPr id="27" name="iṣľiḋé"/>
          <p:cNvSpPr/>
          <p:nvPr userDrawn="1"/>
        </p:nvSpPr>
        <p:spPr bwMode="auto">
          <a:xfrm flipH="1">
            <a:off x="-13714" y="-4989"/>
            <a:ext cx="9621936" cy="6367328"/>
          </a:xfrm>
          <a:custGeom>
            <a:avLst/>
            <a:gdLst>
              <a:gd name="connsiteX0" fmla="*/ 9580005 w 9580005"/>
              <a:gd name="connsiteY0" fmla="*/ 0 h 6339580"/>
              <a:gd name="connsiteX1" fmla="*/ 5969 w 9580005"/>
              <a:gd name="connsiteY1" fmla="*/ 0 h 6339580"/>
              <a:gd name="connsiteX2" fmla="*/ 0 w 9580005"/>
              <a:gd name="connsiteY2" fmla="*/ 6339580 h 6339580"/>
              <a:gd name="connsiteX3" fmla="*/ 9549201 w 9580005"/>
              <a:gd name="connsiteY3" fmla="*/ 2491289 h 6339580"/>
              <a:gd name="connsiteX4" fmla="*/ 9580005 w 9580005"/>
              <a:gd name="connsiteY4" fmla="*/ 2457799 h 63395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80005" h="6339580">
                <a:moveTo>
                  <a:pt x="9580005" y="0"/>
                </a:moveTo>
                <a:lnTo>
                  <a:pt x="5969" y="0"/>
                </a:lnTo>
                <a:lnTo>
                  <a:pt x="0" y="6339580"/>
                </a:lnTo>
                <a:cubicBezTo>
                  <a:pt x="5692847" y="5091619"/>
                  <a:pt x="8380317" y="3708020"/>
                  <a:pt x="9549201" y="2491289"/>
                </a:cubicBezTo>
                <a:lnTo>
                  <a:pt x="9580005" y="2457799"/>
                </a:lnTo>
                <a:close/>
              </a:path>
            </a:pathLst>
          </a:custGeom>
          <a:solidFill>
            <a:srgbClr val="FFFFFF"/>
          </a:solidFill>
          <a:ln>
            <a:noFill/>
          </a:ln>
        </p:spPr>
        <p:txBody>
          <a:bodyPr vert="horz" wrap="square" lIns="91440" tIns="45720" rIns="91440" bIns="45720" numCol="1" anchor="t" anchorCtr="0" compatLnSpc="1">
            <a:noAutofit/>
          </a:bodyPr>
          <a:lstStyle/>
          <a:p>
            <a:pPr eaLnBrk="1" fontAlgn="auto" hangingPunct="1">
              <a:spcBef>
                <a:spcPts val="0"/>
              </a:spcBef>
              <a:spcAft>
                <a:spcPts val="0"/>
              </a:spcAft>
            </a:pPr>
            <a:endParaRPr lang="zh-CN" altLang="en-US" dirty="0">
              <a:solidFill>
                <a:srgbClr val="000000"/>
              </a:solidFill>
              <a:latin typeface="Arial" panose="020B0604020202020204"/>
              <a:ea typeface="微软雅黑" panose="020B0503020204020204" pitchFamily="34" charset="-122"/>
            </a:endParaRPr>
          </a:p>
        </p:txBody>
      </p:sp>
      <p:sp>
        <p:nvSpPr>
          <p:cNvPr id="13" name="标题 12"/>
          <p:cNvSpPr>
            <a:spLocks noGrp="1"/>
          </p:cNvSpPr>
          <p:nvPr userDrawn="1">
            <p:ph type="ctrTitle" hasCustomPrompt="1"/>
          </p:nvPr>
        </p:nvSpPr>
        <p:spPr>
          <a:xfrm>
            <a:off x="669925" y="1822450"/>
            <a:ext cx="10850564" cy="1606550"/>
          </a:xfrm>
          <a:prstGeom prst="rect">
            <a:avLst/>
          </a:prstGeom>
        </p:spPr>
        <p:txBody>
          <a:bodyPr anchor="b">
            <a:normAutofit/>
          </a:bodyPr>
          <a:lstStyle>
            <a:lvl1pPr marL="0" indent="0" algn="r">
              <a:buFont typeface="Arial" panose="020B0604020202020204" pitchFamily="34" charset="0"/>
              <a:buNone/>
              <a:defRPr sz="3200" b="1">
                <a:solidFill>
                  <a:schemeClr val="accent1"/>
                </a:solidFill>
              </a:defRPr>
            </a:lvl1pPr>
          </a:lstStyle>
          <a:p>
            <a:r>
              <a:rPr lang="en-US" altLang="zh-CN" dirty="0"/>
              <a:t>Conclusion</a:t>
            </a:r>
            <a:endParaRPr lang="zh-CN" altLang="en-US" dirty="0"/>
          </a:p>
        </p:txBody>
      </p:sp>
      <p:sp>
        <p:nvSpPr>
          <p:cNvPr id="8" name="文本占位符 7"/>
          <p:cNvSpPr>
            <a:spLocks noGrp="1"/>
          </p:cNvSpPr>
          <p:nvPr>
            <p:ph type="body" sz="quarter" idx="10" hasCustomPrompt="1"/>
          </p:nvPr>
        </p:nvSpPr>
        <p:spPr>
          <a:xfrm>
            <a:off x="669925" y="4017660"/>
            <a:ext cx="10850564" cy="296271"/>
          </a:xfrm>
          <a:prstGeom prst="rect">
            <a:avLst/>
          </a:prstGeom>
        </p:spPr>
        <p:txBody>
          <a:bodyPr vert="horz" anchor="ctr">
            <a:noAutofit/>
          </a:bodyPr>
          <a:lstStyle>
            <a:lvl1pPr marL="0" indent="0" algn="r">
              <a:buNone/>
              <a:defRPr sz="1400" b="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Signature</a:t>
            </a:r>
          </a:p>
        </p:txBody>
      </p:sp>
      <p:sp>
        <p:nvSpPr>
          <p:cNvPr id="9" name="文本占位符 8"/>
          <p:cNvSpPr>
            <a:spLocks noGrp="1"/>
          </p:cNvSpPr>
          <p:nvPr>
            <p:ph type="body" sz="quarter" idx="11" hasCustomPrompt="1"/>
          </p:nvPr>
        </p:nvSpPr>
        <p:spPr>
          <a:xfrm>
            <a:off x="669925" y="4329937"/>
            <a:ext cx="10850564" cy="296271"/>
          </a:xfrm>
          <a:prstGeom prst="rect">
            <a:avLst/>
          </a:prstGeom>
        </p:spPr>
        <p:txBody>
          <a:bodyPr vert="horz" anchor="ctr">
            <a:noAutofit/>
          </a:bodyPr>
          <a:lstStyle>
            <a:lvl1pPr marL="0" indent="0" algn="r">
              <a:buNone/>
              <a:defRPr sz="1400" b="0">
                <a:solidFill>
                  <a:schemeClr val="tx1"/>
                </a:solidFill>
              </a:defRPr>
            </a:lvl1pPr>
            <a:lvl2pPr marL="457200" indent="0">
              <a:buNone/>
              <a:defRPr/>
            </a:lvl2pPr>
            <a:lvl3pPr marL="914400" indent="0">
              <a:buNone/>
              <a:defRPr/>
            </a:lvl3pPr>
            <a:lvl4pPr marL="1371600" indent="0">
              <a:buNone/>
              <a:defRPr/>
            </a:lvl4pPr>
            <a:lvl5pPr marL="1828800" indent="0">
              <a:buNone/>
              <a:defRPr/>
            </a:lvl5pPr>
          </a:lstStyle>
          <a:p>
            <a:pPr lvl="0"/>
            <a:r>
              <a:rPr lang="en-US" altLang="zh-CN" dirty="0"/>
              <a:t>Date</a:t>
            </a:r>
            <a:endParaRPr lang="zh-CN" altLang="en-US" dirty="0"/>
          </a:p>
        </p:txBody>
      </p:sp>
      <p:pic>
        <p:nvPicPr>
          <p:cNvPr id="2" name="图片 1"/>
          <p:cNvPicPr>
            <a:picLocks noChangeAspect="1"/>
          </p:cNvPicPr>
          <p:nvPr userDrawn="1"/>
        </p:nvPicPr>
        <p:blipFill>
          <a:blip r:embed="rId3"/>
          <a:stretch>
            <a:fillRect/>
          </a:stretch>
        </p:blipFill>
        <p:spPr>
          <a:xfrm>
            <a:off x="8862403" y="502903"/>
            <a:ext cx="2658086" cy="713294"/>
          </a:xfrm>
          <a:prstGeom prst="rect">
            <a:avLst/>
          </a:prstGeom>
        </p:spPr>
      </p:pic>
    </p:spTree>
  </p:cSld>
  <p:clrMapOvr>
    <a:overrideClrMapping bg1="lt1" tx1="dk1" bg2="lt2" tx2="dk2" accent1="accent1" accent2="accent2" accent3="accent3" accent4="accent4" accent5="accent5" accent6="accent6" hlink="hlink" folHlink="folHlink"/>
  </p:clrMapOvr>
  <p:transition spd="med">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3.xml"/><Relationship Id="rId18" Type="http://schemas.openxmlformats.org/officeDocument/2006/relationships/slideLayout" Target="../slideLayouts/slideLayout68.xml"/><Relationship Id="rId26" Type="http://schemas.openxmlformats.org/officeDocument/2006/relationships/slideLayout" Target="../slideLayouts/slideLayout76.xml"/><Relationship Id="rId39" Type="http://schemas.openxmlformats.org/officeDocument/2006/relationships/slideLayout" Target="../slideLayouts/slideLayout89.xml"/><Relationship Id="rId21" Type="http://schemas.openxmlformats.org/officeDocument/2006/relationships/slideLayout" Target="../slideLayouts/slideLayout71.xml"/><Relationship Id="rId34" Type="http://schemas.openxmlformats.org/officeDocument/2006/relationships/slideLayout" Target="../slideLayouts/slideLayout84.xml"/><Relationship Id="rId42" Type="http://schemas.openxmlformats.org/officeDocument/2006/relationships/slideLayout" Target="../slideLayouts/slideLayout92.xml"/><Relationship Id="rId47" Type="http://schemas.openxmlformats.org/officeDocument/2006/relationships/slideLayout" Target="../slideLayouts/slideLayout97.xml"/><Relationship Id="rId7" Type="http://schemas.openxmlformats.org/officeDocument/2006/relationships/slideLayout" Target="../slideLayouts/slideLayout57.xml"/><Relationship Id="rId2" Type="http://schemas.openxmlformats.org/officeDocument/2006/relationships/slideLayout" Target="../slideLayouts/slideLayout52.xml"/><Relationship Id="rId16" Type="http://schemas.openxmlformats.org/officeDocument/2006/relationships/slideLayout" Target="../slideLayouts/slideLayout66.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24" Type="http://schemas.openxmlformats.org/officeDocument/2006/relationships/slideLayout" Target="../slideLayouts/slideLayout74.xml"/><Relationship Id="rId32" Type="http://schemas.openxmlformats.org/officeDocument/2006/relationships/slideLayout" Target="../slideLayouts/slideLayout82.xml"/><Relationship Id="rId37" Type="http://schemas.openxmlformats.org/officeDocument/2006/relationships/slideLayout" Target="../slideLayouts/slideLayout87.xml"/><Relationship Id="rId40" Type="http://schemas.openxmlformats.org/officeDocument/2006/relationships/slideLayout" Target="../slideLayouts/slideLayout90.xml"/><Relationship Id="rId45" Type="http://schemas.openxmlformats.org/officeDocument/2006/relationships/slideLayout" Target="../slideLayouts/slideLayout95.xml"/><Relationship Id="rId5" Type="http://schemas.openxmlformats.org/officeDocument/2006/relationships/slideLayout" Target="../slideLayouts/slideLayout55.xml"/><Relationship Id="rId15" Type="http://schemas.openxmlformats.org/officeDocument/2006/relationships/slideLayout" Target="../slideLayouts/slideLayout65.xml"/><Relationship Id="rId23" Type="http://schemas.openxmlformats.org/officeDocument/2006/relationships/slideLayout" Target="../slideLayouts/slideLayout73.xml"/><Relationship Id="rId28" Type="http://schemas.openxmlformats.org/officeDocument/2006/relationships/slideLayout" Target="../slideLayouts/slideLayout78.xml"/><Relationship Id="rId36" Type="http://schemas.openxmlformats.org/officeDocument/2006/relationships/slideLayout" Target="../slideLayouts/slideLayout86.xml"/><Relationship Id="rId49" Type="http://schemas.openxmlformats.org/officeDocument/2006/relationships/theme" Target="../theme/theme2.xml"/><Relationship Id="rId10" Type="http://schemas.openxmlformats.org/officeDocument/2006/relationships/slideLayout" Target="../slideLayouts/slideLayout60.xml"/><Relationship Id="rId19" Type="http://schemas.openxmlformats.org/officeDocument/2006/relationships/slideLayout" Target="../slideLayouts/slideLayout69.xml"/><Relationship Id="rId31" Type="http://schemas.openxmlformats.org/officeDocument/2006/relationships/slideLayout" Target="../slideLayouts/slideLayout81.xml"/><Relationship Id="rId44" Type="http://schemas.openxmlformats.org/officeDocument/2006/relationships/slideLayout" Target="../slideLayouts/slideLayout94.xml"/><Relationship Id="rId4" Type="http://schemas.openxmlformats.org/officeDocument/2006/relationships/slideLayout" Target="../slideLayouts/slideLayout54.xml"/><Relationship Id="rId9" Type="http://schemas.openxmlformats.org/officeDocument/2006/relationships/slideLayout" Target="../slideLayouts/slideLayout59.xml"/><Relationship Id="rId14" Type="http://schemas.openxmlformats.org/officeDocument/2006/relationships/slideLayout" Target="../slideLayouts/slideLayout64.xml"/><Relationship Id="rId22" Type="http://schemas.openxmlformats.org/officeDocument/2006/relationships/slideLayout" Target="../slideLayouts/slideLayout72.xml"/><Relationship Id="rId27" Type="http://schemas.openxmlformats.org/officeDocument/2006/relationships/slideLayout" Target="../slideLayouts/slideLayout77.xml"/><Relationship Id="rId30" Type="http://schemas.openxmlformats.org/officeDocument/2006/relationships/slideLayout" Target="../slideLayouts/slideLayout80.xml"/><Relationship Id="rId35" Type="http://schemas.openxmlformats.org/officeDocument/2006/relationships/slideLayout" Target="../slideLayouts/slideLayout85.xml"/><Relationship Id="rId43" Type="http://schemas.openxmlformats.org/officeDocument/2006/relationships/slideLayout" Target="../slideLayouts/slideLayout93.xml"/><Relationship Id="rId48" Type="http://schemas.openxmlformats.org/officeDocument/2006/relationships/slideLayout" Target="../slideLayouts/slideLayout98.xml"/><Relationship Id="rId8" Type="http://schemas.openxmlformats.org/officeDocument/2006/relationships/slideLayout" Target="../slideLayouts/slideLayout58.xml"/><Relationship Id="rId3" Type="http://schemas.openxmlformats.org/officeDocument/2006/relationships/slideLayout" Target="../slideLayouts/slideLayout53.xml"/><Relationship Id="rId12" Type="http://schemas.openxmlformats.org/officeDocument/2006/relationships/slideLayout" Target="../slideLayouts/slideLayout62.xml"/><Relationship Id="rId17" Type="http://schemas.openxmlformats.org/officeDocument/2006/relationships/slideLayout" Target="../slideLayouts/slideLayout67.xml"/><Relationship Id="rId25" Type="http://schemas.openxmlformats.org/officeDocument/2006/relationships/slideLayout" Target="../slideLayouts/slideLayout75.xml"/><Relationship Id="rId33" Type="http://schemas.openxmlformats.org/officeDocument/2006/relationships/slideLayout" Target="../slideLayouts/slideLayout83.xml"/><Relationship Id="rId38" Type="http://schemas.openxmlformats.org/officeDocument/2006/relationships/slideLayout" Target="../slideLayouts/slideLayout88.xml"/><Relationship Id="rId46" Type="http://schemas.openxmlformats.org/officeDocument/2006/relationships/slideLayout" Target="../slideLayouts/slideLayout96.xml"/><Relationship Id="rId20" Type="http://schemas.openxmlformats.org/officeDocument/2006/relationships/slideLayout" Target="../slideLayouts/slideLayout70.xml"/><Relationship Id="rId41" Type="http://schemas.openxmlformats.org/officeDocument/2006/relationships/slideLayout" Target="../slideLayouts/slideLayout91.xml"/><Relationship Id="rId1" Type="http://schemas.openxmlformats.org/officeDocument/2006/relationships/slideLayout" Target="../slideLayouts/slideLayout51.xml"/><Relationship Id="rId6" Type="http://schemas.openxmlformats.org/officeDocument/2006/relationships/slideLayout" Target="../slideLayouts/slideLayout5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a:defRPr/>
            </a:pPr>
            <a:fld id="{EC0B3BC9-7090-482A-AB63-1945A9C9F1E4}" type="slidenum">
              <a:rPr lang="zh-CN" altLang="en-US"/>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Lst>
  <p:transition spd="med">
    <p:fade/>
  </p:transition>
  <p:hf sldNum="0" hdr="0" ftr="0" dt="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2pPr>
      <a:lvl3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3pPr>
      <a:lvl4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4pPr>
      <a:lvl5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5pPr>
      <a:lvl6pPr marL="4572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6pPr>
      <a:lvl7pPr marL="9144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7pPr>
      <a:lvl8pPr marL="13716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8pPr>
      <a:lvl9pPr marL="18288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p>
        </p:txBody>
      </p:sp>
      <p:sp>
        <p:nvSpPr>
          <p:cNvPr id="1027" name="文本占位符 2"/>
          <p:cNvSpPr>
            <a:spLocks noGrp="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eaLnBrk="1" fontAlgn="auto" hangingPunct="1">
              <a:spcBef>
                <a:spcPts val="0"/>
              </a:spcBef>
              <a:spcAft>
                <a:spcPts val="0"/>
              </a:spcAft>
              <a:defRPr sz="1200">
                <a:solidFill>
                  <a:schemeClr val="tx1">
                    <a:tint val="75000"/>
                  </a:schemeClr>
                </a:solidFill>
                <a:latin typeface="+mn-lt"/>
                <a:ea typeface="+mn-ea"/>
              </a:defRPr>
            </a:lvl1pPr>
          </a:lstStyle>
          <a:p>
            <a:pPr>
              <a:defRPr/>
            </a:pPr>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eaLnBrk="1" fontAlgn="auto" hangingPunct="1">
              <a:spcBef>
                <a:spcPts val="0"/>
              </a:spcBef>
              <a:spcAft>
                <a:spcPts val="0"/>
              </a:spcAft>
              <a:defRPr sz="1200">
                <a:solidFill>
                  <a:schemeClr val="tx1">
                    <a:tint val="75000"/>
                  </a:schemeClr>
                </a:solidFill>
                <a:latin typeface="+mn-lt"/>
                <a:ea typeface="+mn-ea"/>
              </a:defRPr>
            </a:lvl1pPr>
          </a:lstStyle>
          <a:p>
            <a:pPr>
              <a:defRPr/>
            </a:pPr>
            <a:fld id="{EC0B3BC9-7090-482A-AB63-1945A9C9F1E4}" type="slidenum">
              <a:rPr lang="zh-CN" altLang="en-US"/>
              <a:t>‹#›</a:t>
            </a:fld>
            <a:endParaRPr lang="zh-CN" altLang="en-US"/>
          </a:p>
        </p:txBody>
      </p:sp>
    </p:spTree>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 id="2147483742" r:id="rId43"/>
    <p:sldLayoutId id="2147483743" r:id="rId44"/>
    <p:sldLayoutId id="2147483744" r:id="rId45"/>
    <p:sldLayoutId id="2147483745" r:id="rId46"/>
    <p:sldLayoutId id="2147483746" r:id="rId47"/>
    <p:sldLayoutId id="2147483747" r:id="rId48"/>
  </p:sldLayoutIdLst>
  <p:transition spd="med">
    <p:fade/>
  </p:transition>
  <p:hf sldNum="0" hdr="0" ftr="0" dt="0"/>
  <p:txStyles>
    <p:title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2pPr>
      <a:lvl3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3pPr>
      <a:lvl4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4pPr>
      <a:lvl5pPr algn="l" rtl="0" eaLnBrk="0" fontAlgn="base" hangingPunct="0">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5pPr>
      <a:lvl6pPr marL="4572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6pPr>
      <a:lvl7pPr marL="9144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7pPr>
      <a:lvl8pPr marL="13716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8pPr>
      <a:lvl9pPr marL="1828800" algn="l" rtl="0" fontAlgn="base">
        <a:lnSpc>
          <a:spcPct val="90000"/>
        </a:lnSpc>
        <a:spcBef>
          <a:spcPct val="0"/>
        </a:spcBef>
        <a:spcAft>
          <a:spcPct val="0"/>
        </a:spcAft>
        <a:defRPr sz="4400">
          <a:solidFill>
            <a:schemeClr val="tx1"/>
          </a:solidFill>
          <a:latin typeface="Century Gothic" panose="020B0502020202020204" pitchFamily="34" charset="0"/>
          <a:ea typeface="微软雅黑" panose="020B0503020204020204" pitchFamily="34" charset="-122"/>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9.xml"/></Relationships>
</file>

<file path=ppt/slides/_rels/slide2.xml.rels><?xml version="1.0" encoding="UTF-8" standalone="yes"?>
<Relationships xmlns="http://schemas.openxmlformats.org/package/2006/relationships"><Relationship Id="rId8" Type="http://schemas.openxmlformats.org/officeDocument/2006/relationships/tags" Target="../tags/tag27.xml"/><Relationship Id="rId13" Type="http://schemas.openxmlformats.org/officeDocument/2006/relationships/slideLayout" Target="../slideLayouts/slideLayout50.xml"/><Relationship Id="rId3" Type="http://schemas.openxmlformats.org/officeDocument/2006/relationships/tags" Target="../tags/tag22.xml"/><Relationship Id="rId7" Type="http://schemas.openxmlformats.org/officeDocument/2006/relationships/tags" Target="../tags/tag26.xml"/><Relationship Id="rId12" Type="http://schemas.openxmlformats.org/officeDocument/2006/relationships/tags" Target="../tags/tag31.xml"/><Relationship Id="rId2" Type="http://schemas.openxmlformats.org/officeDocument/2006/relationships/tags" Target="../tags/tag21.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30.xml"/><Relationship Id="rId5" Type="http://schemas.openxmlformats.org/officeDocument/2006/relationships/tags" Target="../tags/tag24.xml"/><Relationship Id="rId10" Type="http://schemas.openxmlformats.org/officeDocument/2006/relationships/tags" Target="../tags/tag29.xml"/><Relationship Id="rId4" Type="http://schemas.openxmlformats.org/officeDocument/2006/relationships/tags" Target="../tags/tag23.xml"/><Relationship Id="rId9" Type="http://schemas.openxmlformats.org/officeDocument/2006/relationships/tags" Target="../tags/tag28.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xml"/><Relationship Id="rId1" Type="http://schemas.openxmlformats.org/officeDocument/2006/relationships/slideLayout" Target="../slideLayouts/slideLayout34.xml"/><Relationship Id="rId4" Type="http://schemas.openxmlformats.org/officeDocument/2006/relationships/image" Target="../media/image4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4.xml"/></Relationships>
</file>

<file path=ppt/slides/_rels/slide1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34.xml"/><Relationship Id="rId4" Type="http://schemas.openxmlformats.org/officeDocument/2006/relationships/image" Target="../media/image45.png"/></Relationships>
</file>

<file path=ppt/slides/_rels/slide1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5.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0" y="1340768"/>
            <a:ext cx="12192000" cy="2088232"/>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4000" b="1" dirty="0">
                <a:solidFill>
                  <a:schemeClr val="bg1"/>
                </a:solidFill>
                <a:latin typeface="微软雅黑" panose="020B0503020204020204" pitchFamily="34" charset="-122"/>
                <a:ea typeface="微软雅黑" panose="020B0503020204020204" pitchFamily="34" charset="-122"/>
              </a:rPr>
              <a:t>非理想测量下的用户中心多TRP协同优化研究</a:t>
            </a:r>
            <a:endParaRPr lang="en-US" altLang="zh-CN" sz="4000" b="1" dirty="0">
              <a:solidFill>
                <a:schemeClr val="bg1"/>
              </a:solidFill>
              <a:latin typeface="微软雅黑" panose="020B0503020204020204" pitchFamily="34" charset="-122"/>
              <a:ea typeface="微软雅黑" panose="020B0503020204020204" pitchFamily="34" charset="-122"/>
            </a:endParaRPr>
          </a:p>
        </p:txBody>
      </p:sp>
      <p:sp>
        <p:nvSpPr>
          <p:cNvPr id="4" name="文本框 3"/>
          <p:cNvSpPr txBox="1"/>
          <p:nvPr/>
        </p:nvSpPr>
        <p:spPr>
          <a:xfrm>
            <a:off x="119336" y="155828"/>
            <a:ext cx="2042592" cy="584775"/>
          </a:xfrm>
          <a:prstGeom prst="rect">
            <a:avLst/>
          </a:prstGeom>
          <a:noFill/>
        </p:spPr>
        <p:txBody>
          <a:bodyPr wrap="square">
            <a:spAutoFit/>
          </a:bodyPr>
          <a:lstStyle/>
          <a:p>
            <a:r>
              <a:rPr lang="zh-CN" altLang="en-US" sz="3200" b="1" dirty="0">
                <a:solidFill>
                  <a:schemeClr val="tx2">
                    <a:lumMod val="75000"/>
                  </a:schemeClr>
                </a:solidFill>
                <a:latin typeface="微软雅黑" panose="020B0503020204020204" pitchFamily="34" charset="-122"/>
                <a:ea typeface="微软雅黑" panose="020B0503020204020204" pitchFamily="34" charset="-122"/>
              </a:rPr>
              <a:t>研究汇报</a:t>
            </a:r>
          </a:p>
        </p:txBody>
      </p:sp>
    </p:spTree>
  </p:cSld>
  <p:clrMapOvr>
    <a:masterClrMapping/>
  </p:clrMapOvr>
  <mc:AlternateContent xmlns:mc="http://schemas.openxmlformats.org/markup-compatibility/2006" xmlns:p14="http://schemas.microsoft.com/office/powerpoint/2010/main">
    <mc:Choice Requires="p14">
      <p:transition spd="slow" p14:dur="2000" advTm="1173"/>
    </mc:Choice>
    <mc:Fallback xmlns="">
      <p:transition spd="slow" advTm="1173"/>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idx="4294967295"/>
          </p:nvPr>
        </p:nvSpPr>
        <p:spPr>
          <a:xfrm>
            <a:off x="1279525" y="2528666"/>
            <a:ext cx="1806575" cy="675057"/>
          </a:xfrm>
        </p:spPr>
        <p:txBody>
          <a:bodyPr/>
          <a:lstStyle/>
          <a:p>
            <a:pPr algn="ctr"/>
            <a:r>
              <a:rPr lang="zh-CN" altLang="en-US" sz="6000" b="1" dirty="0">
                <a:solidFill>
                  <a:schemeClr val="bg1"/>
                </a:solidFill>
              </a:rPr>
              <a:t>主要内容</a:t>
            </a:r>
          </a:p>
        </p:txBody>
      </p:sp>
      <p:grpSp>
        <p:nvGrpSpPr>
          <p:cNvPr id="30" name="组合 29"/>
          <p:cNvGrpSpPr/>
          <p:nvPr>
            <p:custDataLst>
              <p:tags r:id="rId1"/>
            </p:custDataLst>
          </p:nvPr>
        </p:nvGrpSpPr>
        <p:grpSpPr>
          <a:xfrm>
            <a:off x="5675907" y="569134"/>
            <a:ext cx="5190522" cy="1098506"/>
            <a:chOff x="5337036" y="1031947"/>
            <a:chExt cx="5190522" cy="1098506"/>
          </a:xfrm>
        </p:grpSpPr>
        <p:sp>
          <p:nvSpPr>
            <p:cNvPr id="46" name="文本框 45"/>
            <p:cNvSpPr txBox="1"/>
            <p:nvPr>
              <p:custDataLst>
                <p:tags r:id="rId11"/>
              </p:custDataLst>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defRPr/>
              </a:pPr>
              <a:r>
                <a:rPr kumimoji="0" lang="en-US" altLang="zh-CN" sz="6000" b="1" i="1" u="none" strike="noStrike" kern="1200" cap="none" spc="0" normalizeH="0" baseline="0" noProof="0" dirty="0">
                  <a:ln>
                    <a:noFill/>
                  </a:ln>
                  <a:solidFill>
                    <a:srgbClr val="C00000"/>
                  </a:solidFill>
                  <a:effectLst/>
                  <a:uLnTx/>
                  <a:uFillTx/>
                  <a:latin typeface="Century Gothic" panose="020B0502020202020204" pitchFamily="34" charset="0"/>
                  <a:ea typeface="微软雅黑" panose="020B0503020204020204" pitchFamily="34" charset="-122"/>
                  <a:cs typeface="+mn-ea"/>
                  <a:sym typeface="+mn-lt"/>
                </a:rPr>
                <a:t>1</a:t>
              </a:r>
              <a:endParaRPr kumimoji="0" lang="zh-CN" altLang="en-US" sz="5400" b="1" i="1" u="none" strike="noStrike" kern="1200" cap="none" spc="0" normalizeH="0" baseline="0" noProof="0" dirty="0">
                <a:ln>
                  <a:noFill/>
                </a:ln>
                <a:solidFill>
                  <a:srgbClr val="C00000"/>
                </a:solidFill>
                <a:effectLst/>
                <a:uLnTx/>
                <a:uFillTx/>
                <a:latin typeface="Century Gothic" panose="020B0502020202020204" pitchFamily="34" charset="0"/>
                <a:ea typeface="微软雅黑" panose="020B0503020204020204" pitchFamily="34" charset="-122"/>
                <a:cs typeface="+mn-ea"/>
                <a:sym typeface="+mn-lt"/>
              </a:endParaRPr>
            </a:p>
          </p:txBody>
        </p:sp>
        <p:sp>
          <p:nvSpPr>
            <p:cNvPr id="48" name="文本框 47"/>
            <p:cNvSpPr txBox="1"/>
            <p:nvPr>
              <p:custDataLst>
                <p:tags r:id="rId12"/>
              </p:custDataLst>
            </p:nvPr>
          </p:nvSpPr>
          <p:spPr>
            <a:xfrm>
              <a:off x="6355262" y="1304201"/>
              <a:ext cx="4172296" cy="553998"/>
            </a:xfrm>
            <a:prstGeom prst="rect">
              <a:avLst/>
            </a:prstGeom>
            <a:noFill/>
          </p:spPr>
          <p:txBody>
            <a:bodyPr wrap="none" lIns="0" tIns="0" rIns="0" bIns="0" rtlCol="0">
              <a:spAutoFit/>
            </a:bodyPr>
            <a:lstStyle/>
            <a:p>
              <a:pPr marL="17145">
                <a:spcBef>
                  <a:spcPts val="105"/>
                </a:spcBef>
              </a:pPr>
              <a:r>
                <a:rPr lang="zh-CN" altLang="en-US" sz="3600" b="1" dirty="0">
                  <a:solidFill>
                    <a:srgbClr val="C00000"/>
                  </a:solidFill>
                  <a:latin typeface="Century Gothic" panose="020B0502020202020204" pitchFamily="34" charset="0"/>
                  <a:ea typeface="微软雅黑" panose="020B0503020204020204" pitchFamily="34" charset="-122"/>
                  <a:cs typeface="+mn-ea"/>
                </a:rPr>
                <a:t>研究问题与验收场景</a:t>
              </a:r>
            </a:p>
          </p:txBody>
        </p:sp>
      </p:grpSp>
      <p:grpSp>
        <p:nvGrpSpPr>
          <p:cNvPr id="59" name="组合 58"/>
          <p:cNvGrpSpPr/>
          <p:nvPr>
            <p:custDataLst>
              <p:tags r:id="rId2"/>
            </p:custDataLst>
          </p:nvPr>
        </p:nvGrpSpPr>
        <p:grpSpPr>
          <a:xfrm>
            <a:off x="5683198" y="2012029"/>
            <a:ext cx="4278628" cy="1481021"/>
            <a:chOff x="5337036" y="1031947"/>
            <a:chExt cx="4278628" cy="1481021"/>
          </a:xfrm>
        </p:grpSpPr>
        <p:sp>
          <p:nvSpPr>
            <p:cNvPr id="60" name="文本框 59"/>
            <p:cNvSpPr txBox="1"/>
            <p:nvPr>
              <p:custDataLst>
                <p:tags r:id="rId9"/>
              </p:custDataLst>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defRPr/>
              </a:pPr>
              <a:r>
                <a:rPr kumimoji="0" lang="en-US" altLang="zh-CN" sz="6000" b="1" i="1" u="none" strike="noStrike" kern="1200" cap="none" spc="0" normalizeH="0" baseline="0" noProof="0" dirty="0">
                  <a:ln>
                    <a:noFill/>
                  </a:ln>
                  <a:solidFill>
                    <a:srgbClr val="002B84"/>
                  </a:solidFill>
                  <a:effectLst/>
                  <a:uLnTx/>
                  <a:uFillTx/>
                  <a:latin typeface="Century Gothic" panose="020B0502020202020204" pitchFamily="34" charset="0"/>
                  <a:ea typeface="微软雅黑" panose="020B0503020204020204" pitchFamily="34" charset="-122"/>
                  <a:cs typeface="+mn-ea"/>
                  <a:sym typeface="+mn-lt"/>
                </a:rPr>
                <a:t>2</a:t>
              </a:r>
              <a:endParaRPr kumimoji="0" lang="zh-CN" altLang="en-US" sz="6000" b="1" i="1" u="none" strike="noStrike" kern="1200" cap="none" spc="0" normalizeH="0" baseline="0" noProof="0" dirty="0">
                <a:ln>
                  <a:noFill/>
                </a:ln>
                <a:solidFill>
                  <a:srgbClr val="002B84"/>
                </a:solidFill>
                <a:effectLst/>
                <a:uLnTx/>
                <a:uFillTx/>
                <a:latin typeface="Century Gothic" panose="020B0502020202020204" pitchFamily="34" charset="0"/>
                <a:ea typeface="微软雅黑" panose="020B0503020204020204" pitchFamily="34" charset="-122"/>
                <a:cs typeface="+mn-ea"/>
                <a:sym typeface="+mn-lt"/>
              </a:endParaRPr>
            </a:p>
          </p:txBody>
        </p:sp>
        <p:sp>
          <p:nvSpPr>
            <p:cNvPr id="62" name="文本框 61"/>
            <p:cNvSpPr txBox="1"/>
            <p:nvPr>
              <p:custDataLst>
                <p:tags r:id="rId10"/>
              </p:custDataLst>
            </p:nvPr>
          </p:nvSpPr>
          <p:spPr>
            <a:xfrm>
              <a:off x="6384010" y="1248904"/>
              <a:ext cx="3231654" cy="1264064"/>
            </a:xfrm>
            <a:prstGeom prst="rect">
              <a:avLst/>
            </a:prstGeom>
            <a:noFill/>
          </p:spPr>
          <p:txBody>
            <a:bodyPr wrap="none" lIns="0" tIns="0" rIns="0" bIns="0" rtlCol="0">
              <a:spAutoFit/>
            </a:bodyPr>
            <a:lstStyle/>
            <a:p>
              <a:pPr>
                <a:lnSpc>
                  <a:spcPct val="120000"/>
                </a:lnSpc>
              </a:pPr>
              <a:r>
                <a:rPr lang="zh-CN" altLang="en-US" sz="3600" b="1" dirty="0">
                  <a:solidFill>
                    <a:srgbClr val="002B84"/>
                  </a:solidFill>
                  <a:latin typeface="Century Gothic" panose="020B0502020202020204" pitchFamily="34" charset="0"/>
                  <a:ea typeface="微软雅黑" panose="020B0503020204020204" pitchFamily="34" charset="-122"/>
                  <a:cs typeface="+mn-ea"/>
                </a:rPr>
                <a:t>系统模型与框架</a:t>
              </a:r>
            </a:p>
            <a:p>
              <a:pPr lvl="0">
                <a:lnSpc>
                  <a:spcPct val="120000"/>
                </a:lnSpc>
              </a:pPr>
              <a:endParaRPr lang="zh-CN" altLang="en-US" sz="3600" b="1" dirty="0">
                <a:solidFill>
                  <a:srgbClr val="002B84"/>
                </a:solidFill>
                <a:latin typeface="Century Gothic" panose="020B0502020202020204" pitchFamily="34" charset="0"/>
                <a:ea typeface="微软雅黑" panose="020B0503020204020204" pitchFamily="34" charset="-122"/>
                <a:cs typeface="+mn-ea"/>
                <a:sym typeface="+mn-lt"/>
              </a:endParaRPr>
            </a:p>
          </p:txBody>
        </p:sp>
      </p:grpSp>
      <p:grpSp>
        <p:nvGrpSpPr>
          <p:cNvPr id="66" name="组合 65"/>
          <p:cNvGrpSpPr/>
          <p:nvPr>
            <p:custDataLst>
              <p:tags r:id="rId3"/>
            </p:custDataLst>
          </p:nvPr>
        </p:nvGrpSpPr>
        <p:grpSpPr>
          <a:xfrm>
            <a:off x="5675907" y="4918106"/>
            <a:ext cx="3804264" cy="1098506"/>
            <a:chOff x="5337036" y="1031947"/>
            <a:chExt cx="3804264" cy="1098506"/>
          </a:xfrm>
        </p:grpSpPr>
        <p:sp>
          <p:nvSpPr>
            <p:cNvPr id="67" name="文本框 66"/>
            <p:cNvSpPr txBox="1"/>
            <p:nvPr>
              <p:custDataLst>
                <p:tags r:id="rId7"/>
              </p:custDataLst>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defRPr/>
              </a:pPr>
              <a:r>
                <a:rPr kumimoji="0" lang="en-US" altLang="zh-CN" sz="6000" b="1" i="1" u="none" strike="noStrike" kern="1200" cap="none" spc="0" normalizeH="0" baseline="0" noProof="0" dirty="0">
                  <a:ln>
                    <a:noFill/>
                  </a:ln>
                  <a:solidFill>
                    <a:srgbClr val="002B84"/>
                  </a:solidFill>
                  <a:effectLst/>
                  <a:uLnTx/>
                  <a:uFillTx/>
                  <a:latin typeface="Century Gothic" panose="020B0502020202020204" pitchFamily="34" charset="0"/>
                  <a:ea typeface="微软雅黑" panose="020B0503020204020204" pitchFamily="34" charset="-122"/>
                  <a:cs typeface="+mn-ea"/>
                  <a:sym typeface="+mn-lt"/>
                </a:rPr>
                <a:t>4</a:t>
              </a:r>
              <a:endParaRPr kumimoji="0" lang="zh-CN" altLang="en-US" sz="6000" b="1" i="1" u="none" strike="noStrike" kern="1200" cap="none" spc="0" normalizeH="0" baseline="0" noProof="0" dirty="0">
                <a:ln>
                  <a:noFill/>
                </a:ln>
                <a:solidFill>
                  <a:srgbClr val="002B84"/>
                </a:solidFill>
                <a:effectLst/>
                <a:uLnTx/>
                <a:uFillTx/>
                <a:latin typeface="Century Gothic" panose="020B0502020202020204" pitchFamily="34" charset="0"/>
                <a:ea typeface="微软雅黑" panose="020B0503020204020204" pitchFamily="34" charset="-122"/>
                <a:cs typeface="+mn-ea"/>
                <a:sym typeface="+mn-lt"/>
              </a:endParaRPr>
            </a:p>
          </p:txBody>
        </p:sp>
        <p:sp>
          <p:nvSpPr>
            <p:cNvPr id="69" name="文本框 68"/>
            <p:cNvSpPr txBox="1"/>
            <p:nvPr>
              <p:custDataLst>
                <p:tags r:id="rId8"/>
              </p:custDataLst>
            </p:nvPr>
          </p:nvSpPr>
          <p:spPr>
            <a:xfrm>
              <a:off x="6371311" y="1290123"/>
              <a:ext cx="2769989" cy="553998"/>
            </a:xfrm>
            <a:prstGeom prst="rect">
              <a:avLst/>
            </a:prstGeom>
            <a:noFill/>
          </p:spPr>
          <p:txBody>
            <a:bodyPr wrap="none" lIns="0" tIns="0" rIns="0" bIns="0" rtlCol="0">
              <a:spAutoFit/>
            </a:bodyPr>
            <a:lstStyle/>
            <a:p>
              <a:pPr>
                <a:spcBef>
                  <a:spcPct val="20000"/>
                </a:spcBef>
              </a:pPr>
              <a:r>
                <a:rPr lang="zh-CN" altLang="en-US" sz="3600" b="1" dirty="0">
                  <a:solidFill>
                    <a:srgbClr val="002B84"/>
                  </a:solidFill>
                  <a:latin typeface="Century Gothic" panose="020B0502020202020204" pitchFamily="34" charset="0"/>
                  <a:ea typeface="微软雅黑" panose="020B0503020204020204" pitchFamily="34" charset="-122"/>
                  <a:cs typeface="+mn-ea"/>
                  <a:sym typeface="+mn-ea"/>
                </a:rPr>
                <a:t>研究扩展与验证</a:t>
              </a:r>
              <a:endParaRPr lang="zh-CN" altLang="en-US" sz="3600" b="1" dirty="0">
                <a:solidFill>
                  <a:srgbClr val="013A89"/>
                </a:solidFill>
                <a:latin typeface="Century Gothic" panose="020B0502020202020204" pitchFamily="34" charset="0"/>
                <a:ea typeface="微软雅黑" panose="020B0503020204020204" pitchFamily="34" charset="-122"/>
                <a:cs typeface="+mn-ea"/>
                <a:sym typeface="+mn-lt"/>
              </a:endParaRPr>
            </a:p>
          </p:txBody>
        </p:sp>
      </p:grpSp>
      <p:grpSp>
        <p:nvGrpSpPr>
          <p:cNvPr id="13" name="组合 12"/>
          <p:cNvGrpSpPr/>
          <p:nvPr>
            <p:custDataLst>
              <p:tags r:id="rId4"/>
            </p:custDataLst>
          </p:nvPr>
        </p:nvGrpSpPr>
        <p:grpSpPr>
          <a:xfrm>
            <a:off x="5675658" y="3484713"/>
            <a:ext cx="4462974" cy="1098506"/>
            <a:chOff x="5337036" y="1031947"/>
            <a:chExt cx="4462974" cy="1098506"/>
          </a:xfrm>
        </p:grpSpPr>
        <p:sp>
          <p:nvSpPr>
            <p:cNvPr id="14" name="文本框 13"/>
            <p:cNvSpPr txBox="1"/>
            <p:nvPr>
              <p:custDataLst>
                <p:tags r:id="rId5"/>
              </p:custDataLst>
            </p:nvPr>
          </p:nvSpPr>
          <p:spPr>
            <a:xfrm>
              <a:off x="5337036" y="1031947"/>
              <a:ext cx="612668" cy="1098506"/>
            </a:xfrm>
            <a:prstGeom prst="rect">
              <a:avLst/>
            </a:prstGeom>
            <a:noFill/>
          </p:spPr>
          <p:txBody>
            <a:bodyPr wrap="none" rtlCol="0">
              <a:spAutoFit/>
            </a:bodyPr>
            <a:lstStyle/>
            <a:p>
              <a:pPr marL="0" marR="0" lvl="0" indent="0" algn="l" defTabSz="914400" rtl="0" eaLnBrk="0" fontAlgn="base" latinLnBrk="0" hangingPunct="0">
                <a:lnSpc>
                  <a:spcPct val="120000"/>
                </a:lnSpc>
                <a:spcBef>
                  <a:spcPct val="0"/>
                </a:spcBef>
                <a:spcAft>
                  <a:spcPct val="0"/>
                </a:spcAft>
                <a:buClrTx/>
                <a:buSzTx/>
                <a:buFontTx/>
                <a:buNone/>
                <a:defRPr/>
              </a:pPr>
              <a:r>
                <a:rPr kumimoji="0" lang="en-US" altLang="zh-CN" sz="6000" b="1" i="1" u="none" strike="noStrike" kern="1200" cap="none" spc="0" normalizeH="0" baseline="0" noProof="0" dirty="0">
                  <a:ln>
                    <a:noFill/>
                  </a:ln>
                  <a:solidFill>
                    <a:srgbClr val="013A89"/>
                  </a:solidFill>
                  <a:effectLst/>
                  <a:uLnTx/>
                  <a:uFillTx/>
                  <a:latin typeface="Century Gothic" panose="020B0502020202020204" pitchFamily="34" charset="0"/>
                  <a:ea typeface="微软雅黑" panose="020B0503020204020204" pitchFamily="34" charset="-122"/>
                  <a:cs typeface="+mn-ea"/>
                  <a:sym typeface="+mn-lt"/>
                </a:rPr>
                <a:t>3</a:t>
              </a:r>
              <a:endParaRPr kumimoji="0" lang="zh-CN" altLang="en-US" sz="6000" b="1" i="1" u="none" strike="noStrike" kern="1200" cap="none" spc="0" normalizeH="0" baseline="0" noProof="0" dirty="0">
                <a:ln>
                  <a:noFill/>
                </a:ln>
                <a:solidFill>
                  <a:srgbClr val="013A89"/>
                </a:solidFill>
                <a:effectLst/>
                <a:uLnTx/>
                <a:uFillTx/>
                <a:latin typeface="Century Gothic" panose="020B0502020202020204" pitchFamily="34" charset="0"/>
                <a:ea typeface="微软雅黑" panose="020B0503020204020204" pitchFamily="34" charset="-122"/>
                <a:cs typeface="+mn-ea"/>
                <a:sym typeface="+mn-lt"/>
              </a:endParaRPr>
            </a:p>
          </p:txBody>
        </p:sp>
        <p:sp>
          <p:nvSpPr>
            <p:cNvPr id="15" name="文本框 14"/>
            <p:cNvSpPr txBox="1"/>
            <p:nvPr>
              <p:custDataLst>
                <p:tags r:id="rId6"/>
              </p:custDataLst>
            </p:nvPr>
          </p:nvSpPr>
          <p:spPr>
            <a:xfrm>
              <a:off x="6384010" y="1248904"/>
              <a:ext cx="3416000" cy="553998"/>
            </a:xfrm>
            <a:prstGeom prst="rect">
              <a:avLst/>
            </a:prstGeom>
            <a:noFill/>
          </p:spPr>
          <p:txBody>
            <a:bodyPr wrap="none" lIns="0" tIns="0" rIns="0" bIns="0" rtlCol="0">
              <a:spAutoFit/>
            </a:bodyPr>
            <a:lstStyle/>
            <a:p>
              <a:pPr>
                <a:spcBef>
                  <a:spcPct val="20000"/>
                </a:spcBef>
              </a:pPr>
              <a:r>
                <a:rPr lang="en-US" altLang="zh-CN" sz="3600" b="1" dirty="0">
                  <a:solidFill>
                    <a:srgbClr val="002B84"/>
                  </a:solidFill>
                  <a:latin typeface="Century Gothic" panose="020B0502020202020204" pitchFamily="34" charset="0"/>
                  <a:ea typeface="微软雅黑" panose="020B0503020204020204" pitchFamily="34" charset="-122"/>
                  <a:cs typeface="+mn-ea"/>
                  <a:sym typeface="+mn-ea"/>
                </a:rPr>
                <a:t>WMMSE-ADMM</a:t>
              </a:r>
              <a:endParaRPr lang="zh-CN" altLang="en-GB" sz="3600" b="1" dirty="0">
                <a:solidFill>
                  <a:srgbClr val="002B84"/>
                </a:solidFill>
                <a:latin typeface="Century Gothic" panose="020B0502020202020204" pitchFamily="34" charset="0"/>
                <a:ea typeface="微软雅黑" panose="020B0503020204020204" pitchFamily="34" charset="-122"/>
                <a:cs typeface="+mn-ea"/>
              </a:endParaRPr>
            </a:p>
          </p:txBody>
        </p:sp>
      </p:gr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309" y="362097"/>
            <a:ext cx="4801314" cy="590931"/>
          </a:xfrm>
        </p:spPr>
        <p:txBody>
          <a:bodyPr wrap="none"/>
          <a:lstStyle/>
          <a:p>
            <a:r>
              <a:rPr lang="zh-CN" altLang="en-US" b="1" dirty="0">
                <a:solidFill>
                  <a:srgbClr val="092B56"/>
                </a:solidFill>
                <a:latin typeface="Microsoft YaHei"/>
              </a:rPr>
              <a:t>研究问题、方法与目标</a:t>
            </a:r>
            <a:endParaRPr b="1" dirty="0">
              <a:solidFill>
                <a:srgbClr val="092B56"/>
              </a:solidFill>
              <a:latin typeface="Microsoft YaHei"/>
            </a:endParaRPr>
          </a:p>
        </p:txBody>
      </p:sp>
      <p:sp>
        <p:nvSpPr>
          <p:cNvPr id="3" name="TextBox 2"/>
          <p:cNvSpPr txBox="1"/>
          <p:nvPr/>
        </p:nvSpPr>
        <p:spPr>
          <a:xfrm>
            <a:off x="594360" y="1348716"/>
            <a:ext cx="2880360" cy="320088"/>
          </a:xfrm>
          <a:prstGeom prst="rect">
            <a:avLst/>
          </a:prstGeom>
          <a:noFill/>
        </p:spPr>
        <p:txBody>
          <a:bodyPr wrap="square" lIns="27432" tIns="13716" rIns="27432" bIns="13716" anchor="ctr">
            <a:spAutoFit/>
          </a:bodyPr>
          <a:lstStyle/>
          <a:p>
            <a:pPr algn="ctr"/>
            <a:r>
              <a:rPr lang="zh-CN" altLang="en-US" sz="1900" b="1" dirty="0">
                <a:solidFill>
                  <a:srgbClr val="092B56"/>
                </a:solidFill>
                <a:latin typeface="Microsoft YaHei"/>
              </a:rPr>
              <a:t>研究问题</a:t>
            </a:r>
            <a:r>
              <a:rPr sz="1900" b="1" dirty="0" err="1">
                <a:solidFill>
                  <a:srgbClr val="092B56"/>
                </a:solidFill>
                <a:latin typeface="Microsoft YaHei"/>
              </a:rPr>
              <a:t>中的困难</a:t>
            </a:r>
            <a:endParaRPr sz="1900" b="1" dirty="0">
              <a:solidFill>
                <a:srgbClr val="092B56"/>
              </a:solidFill>
              <a:latin typeface="Microsoft YaHei"/>
            </a:endParaRPr>
          </a:p>
        </p:txBody>
      </p:sp>
      <p:sp>
        <p:nvSpPr>
          <p:cNvPr id="4" name="TextBox 3"/>
          <p:cNvSpPr txBox="1"/>
          <p:nvPr/>
        </p:nvSpPr>
        <p:spPr>
          <a:xfrm>
            <a:off x="4690872" y="1348716"/>
            <a:ext cx="2889504" cy="320088"/>
          </a:xfrm>
          <a:prstGeom prst="rect">
            <a:avLst/>
          </a:prstGeom>
          <a:noFill/>
        </p:spPr>
        <p:txBody>
          <a:bodyPr wrap="square" lIns="27432" tIns="13716" rIns="27432" bIns="13716" anchor="ctr">
            <a:spAutoFit/>
          </a:bodyPr>
          <a:lstStyle/>
          <a:p>
            <a:pPr algn="ctr"/>
            <a:r>
              <a:rPr sz="1900" b="1" dirty="0" err="1">
                <a:solidFill>
                  <a:srgbClr val="092B56"/>
                </a:solidFill>
                <a:latin typeface="Microsoft YaHei"/>
              </a:rPr>
              <a:t>研究方法</a:t>
            </a:r>
            <a:endParaRPr sz="1900" b="1" dirty="0">
              <a:solidFill>
                <a:srgbClr val="092B56"/>
              </a:solidFill>
              <a:latin typeface="Microsoft YaHei"/>
            </a:endParaRPr>
          </a:p>
        </p:txBody>
      </p:sp>
      <p:sp>
        <p:nvSpPr>
          <p:cNvPr id="5" name="TextBox 4"/>
          <p:cNvSpPr txBox="1"/>
          <p:nvPr/>
        </p:nvSpPr>
        <p:spPr>
          <a:xfrm>
            <a:off x="8833104" y="1348716"/>
            <a:ext cx="2697480" cy="320088"/>
          </a:xfrm>
          <a:prstGeom prst="rect">
            <a:avLst/>
          </a:prstGeom>
          <a:noFill/>
        </p:spPr>
        <p:txBody>
          <a:bodyPr wrap="square" lIns="27432" tIns="13716" rIns="27432" bIns="13716" anchor="ctr">
            <a:spAutoFit/>
          </a:bodyPr>
          <a:lstStyle/>
          <a:p>
            <a:pPr algn="ctr"/>
            <a:r>
              <a:rPr lang="zh-CN" altLang="en-US" sz="1900" b="1" dirty="0">
                <a:solidFill>
                  <a:srgbClr val="092B56"/>
                </a:solidFill>
                <a:latin typeface="Microsoft YaHei"/>
              </a:rPr>
              <a:t>研究目标</a:t>
            </a:r>
            <a:endParaRPr sz="1900" b="1" dirty="0">
              <a:solidFill>
                <a:srgbClr val="092B56"/>
              </a:solidFill>
              <a:latin typeface="Microsoft YaHei"/>
            </a:endParaRPr>
          </a:p>
        </p:txBody>
      </p:sp>
      <p:sp>
        <p:nvSpPr>
          <p:cNvPr id="6" name="Rounded Rectangle 5"/>
          <p:cNvSpPr/>
          <p:nvPr/>
        </p:nvSpPr>
        <p:spPr>
          <a:xfrm>
            <a:off x="594360" y="1883664"/>
            <a:ext cx="3273552" cy="850392"/>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94360" y="1883664"/>
            <a:ext cx="3273552"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67512" y="1906524"/>
            <a:ext cx="3127248"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01</a:t>
            </a:r>
          </a:p>
        </p:txBody>
      </p:sp>
      <p:sp>
        <p:nvSpPr>
          <p:cNvPr id="9" name="TextBox 8"/>
          <p:cNvSpPr txBox="1"/>
          <p:nvPr/>
        </p:nvSpPr>
        <p:spPr>
          <a:xfrm>
            <a:off x="713232" y="2263673"/>
            <a:ext cx="3035808" cy="520142"/>
          </a:xfrm>
          <a:prstGeom prst="rect">
            <a:avLst/>
          </a:prstGeom>
          <a:noFill/>
        </p:spPr>
        <p:txBody>
          <a:bodyPr wrap="square" lIns="27432" tIns="13716" rIns="27432" bIns="13716" anchor="ctr">
            <a:spAutoFit/>
          </a:bodyPr>
          <a:lstStyle/>
          <a:p>
            <a:pPr algn="l"/>
            <a:r>
              <a:rPr lang="zh-CN" altLang="en-US" sz="1600" b="0" dirty="0">
                <a:solidFill>
                  <a:srgbClr val="000000"/>
                </a:solidFill>
                <a:latin typeface="Microsoft YaHei"/>
              </a:rPr>
              <a:t>非理想测量：不同 </a:t>
            </a:r>
            <a:r>
              <a:rPr lang="en-US" altLang="zh-CN" sz="1600" b="0" dirty="0">
                <a:solidFill>
                  <a:srgbClr val="000000"/>
                </a:solidFill>
                <a:latin typeface="Microsoft YaHei"/>
              </a:rPr>
              <a:t>UE–TRP </a:t>
            </a:r>
            <a:r>
              <a:rPr lang="zh-CN" altLang="en-US" sz="1600" b="0" dirty="0">
                <a:solidFill>
                  <a:srgbClr val="000000"/>
                </a:solidFill>
                <a:latin typeface="Microsoft YaHei"/>
              </a:rPr>
              <a:t>链路的 </a:t>
            </a:r>
            <a:r>
              <a:rPr lang="en-US" altLang="zh-CN" sz="1600" b="0" dirty="0">
                <a:solidFill>
                  <a:srgbClr val="000000"/>
                </a:solidFill>
                <a:latin typeface="Microsoft YaHei"/>
              </a:rPr>
              <a:t>CSI </a:t>
            </a:r>
            <a:r>
              <a:rPr lang="zh-CN" altLang="en-US" sz="1600" b="0" dirty="0">
                <a:solidFill>
                  <a:srgbClr val="000000"/>
                </a:solidFill>
                <a:latin typeface="Microsoft YaHei"/>
              </a:rPr>
              <a:t>质量存在差异</a:t>
            </a:r>
            <a:endParaRPr sz="1600" b="0" dirty="0">
              <a:solidFill>
                <a:srgbClr val="000000"/>
              </a:solidFill>
              <a:latin typeface="Microsoft YaHei"/>
            </a:endParaRPr>
          </a:p>
        </p:txBody>
      </p:sp>
      <p:cxnSp>
        <p:nvCxnSpPr>
          <p:cNvPr id="10" name="Connector 9"/>
          <p:cNvCxnSpPr/>
          <p:nvPr/>
        </p:nvCxnSpPr>
        <p:spPr>
          <a:xfrm>
            <a:off x="3913632" y="2304288"/>
            <a:ext cx="457200"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425696" y="1883664"/>
            <a:ext cx="3749039" cy="850392"/>
          </a:xfrm>
          <a:prstGeom prst="roundRect">
            <a:avLst/>
          </a:prstGeom>
          <a:solidFill>
            <a:srgbClr val="E0ECF6"/>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44568" y="1918093"/>
            <a:ext cx="3511296" cy="766364"/>
          </a:xfrm>
          <a:prstGeom prst="rect">
            <a:avLst/>
          </a:prstGeom>
          <a:noFill/>
        </p:spPr>
        <p:txBody>
          <a:bodyPr wrap="square" lIns="27432" tIns="13716" rIns="27432" bIns="13716" anchor="ctr">
            <a:spAutoFit/>
          </a:bodyPr>
          <a:lstStyle/>
          <a:p>
            <a:r>
              <a:rPr lang="zh-CN" altLang="zh-CN" sz="1600" b="1" dirty="0"/>
              <a:t>测量质量感知建模</a:t>
            </a:r>
            <a:r>
              <a:rPr lang="zh-CN" altLang="zh-CN" sz="1600" dirty="0"/>
              <a:t>：以链路误差统计 </a:t>
            </a:r>
            <a:r>
              <a:rPr lang="en-US" altLang="zh-CN" sz="1600" dirty="0" err="1"/>
              <a:t>Cklg</a:t>
            </a:r>
            <a:r>
              <a:rPr lang="zh-CN" altLang="zh-CN" sz="1600" dirty="0"/>
              <a:t>为基础，</a:t>
            </a:r>
            <a:r>
              <a:rPr lang="zh-CN" altLang="en-US" sz="1600" dirty="0"/>
              <a:t>不同链路</a:t>
            </a:r>
            <a:r>
              <a:rPr lang="en-US" altLang="zh-CN" sz="1600" dirty="0" err="1"/>
              <a:t>Cklg</a:t>
            </a:r>
            <a:r>
              <a:rPr lang="zh-CN" altLang="en-US" sz="1600" dirty="0"/>
              <a:t>不同，接收器与预编码更新也不同</a:t>
            </a:r>
            <a:endParaRPr sz="1600" b="0" dirty="0">
              <a:solidFill>
                <a:srgbClr val="000000"/>
              </a:solidFill>
              <a:latin typeface="Microsoft YaHei"/>
            </a:endParaRPr>
          </a:p>
        </p:txBody>
      </p:sp>
      <p:cxnSp>
        <p:nvCxnSpPr>
          <p:cNvPr id="15" name="Connector 14"/>
          <p:cNvCxnSpPr/>
          <p:nvPr/>
        </p:nvCxnSpPr>
        <p:spPr>
          <a:xfrm>
            <a:off x="8220456" y="2304288"/>
            <a:ext cx="448056"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714232" y="1883664"/>
            <a:ext cx="2852928" cy="850392"/>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33104" y="2059726"/>
            <a:ext cx="2615184" cy="520142"/>
          </a:xfrm>
          <a:prstGeom prst="rect">
            <a:avLst/>
          </a:prstGeom>
          <a:noFill/>
        </p:spPr>
        <p:txBody>
          <a:bodyPr wrap="square" lIns="27432" tIns="13716" rIns="27432" bIns="13716" anchor="ctr">
            <a:spAutoFit/>
          </a:bodyPr>
          <a:lstStyle/>
          <a:p>
            <a:r>
              <a:rPr lang="zh-CN" altLang="zh-CN" sz="1600" dirty="0"/>
              <a:t>提高协同传输对估计误差的适应能力</a:t>
            </a:r>
            <a:endParaRPr sz="1550" b="0" dirty="0">
              <a:solidFill>
                <a:srgbClr val="000000"/>
              </a:solidFill>
              <a:latin typeface="Microsoft YaHei"/>
            </a:endParaRPr>
          </a:p>
        </p:txBody>
      </p:sp>
      <p:sp>
        <p:nvSpPr>
          <p:cNvPr id="20" name="Rounded Rectangle 19"/>
          <p:cNvSpPr/>
          <p:nvPr/>
        </p:nvSpPr>
        <p:spPr>
          <a:xfrm>
            <a:off x="594360" y="3026664"/>
            <a:ext cx="3273552" cy="850392"/>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94360" y="3026664"/>
            <a:ext cx="3273552"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7512" y="3049524"/>
            <a:ext cx="3127248"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02</a:t>
            </a:r>
          </a:p>
        </p:txBody>
      </p:sp>
      <p:sp>
        <p:nvSpPr>
          <p:cNvPr id="23" name="TextBox 22"/>
          <p:cNvSpPr txBox="1"/>
          <p:nvPr/>
        </p:nvSpPr>
        <p:spPr>
          <a:xfrm>
            <a:off x="713232" y="3406673"/>
            <a:ext cx="3035808" cy="520142"/>
          </a:xfrm>
          <a:prstGeom prst="rect">
            <a:avLst/>
          </a:prstGeom>
          <a:noFill/>
        </p:spPr>
        <p:txBody>
          <a:bodyPr wrap="square" lIns="27432" tIns="13716" rIns="27432" bIns="13716" anchor="ctr">
            <a:spAutoFit/>
          </a:bodyPr>
          <a:lstStyle/>
          <a:p>
            <a:pPr algn="l"/>
            <a:r>
              <a:rPr sz="1600" b="0" dirty="0" err="1">
                <a:solidFill>
                  <a:srgbClr val="000000"/>
                </a:solidFill>
                <a:latin typeface="Microsoft YaHei"/>
              </a:rPr>
              <a:t>边缘</a:t>
            </a:r>
            <a:r>
              <a:rPr sz="1600" b="0" dirty="0">
                <a:solidFill>
                  <a:srgbClr val="000000"/>
                </a:solidFill>
                <a:latin typeface="Microsoft YaHei"/>
              </a:rPr>
              <a:t> UE </a:t>
            </a:r>
            <a:r>
              <a:rPr lang="zh-CN" altLang="en-US" sz="1600" b="0" dirty="0">
                <a:solidFill>
                  <a:srgbClr val="000000"/>
                </a:solidFill>
                <a:latin typeface="Microsoft YaHei"/>
              </a:rPr>
              <a:t>信号弱、</a:t>
            </a:r>
            <a:r>
              <a:rPr sz="1600" b="0" dirty="0" err="1">
                <a:solidFill>
                  <a:srgbClr val="000000"/>
                </a:solidFill>
                <a:latin typeface="Microsoft YaHei"/>
              </a:rPr>
              <a:t>受干扰影响</a:t>
            </a:r>
            <a:r>
              <a:rPr lang="zh-CN" altLang="en-US" sz="1600" b="0" dirty="0">
                <a:solidFill>
                  <a:srgbClr val="000000"/>
                </a:solidFill>
                <a:latin typeface="Microsoft YaHei"/>
              </a:rPr>
              <a:t>明显</a:t>
            </a:r>
            <a:endParaRPr sz="1600" b="0" dirty="0">
              <a:solidFill>
                <a:srgbClr val="000000"/>
              </a:solidFill>
              <a:latin typeface="Microsoft YaHei"/>
            </a:endParaRPr>
          </a:p>
        </p:txBody>
      </p:sp>
      <p:cxnSp>
        <p:nvCxnSpPr>
          <p:cNvPr id="24" name="Connector 23"/>
          <p:cNvCxnSpPr/>
          <p:nvPr/>
        </p:nvCxnSpPr>
        <p:spPr>
          <a:xfrm>
            <a:off x="3913632" y="3447288"/>
            <a:ext cx="457200" cy="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425696" y="3026664"/>
            <a:ext cx="3749039" cy="850392"/>
          </a:xfrm>
          <a:prstGeom prst="roundRect">
            <a:avLst/>
          </a:prstGeom>
          <a:solidFill>
            <a:srgbClr val="E0ECF6"/>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34957" y="3099835"/>
            <a:ext cx="3511296" cy="766364"/>
          </a:xfrm>
          <a:prstGeom prst="rect">
            <a:avLst/>
          </a:prstGeom>
          <a:noFill/>
        </p:spPr>
        <p:txBody>
          <a:bodyPr wrap="square" lIns="27432" tIns="13716" rIns="27432" bIns="13716" anchor="ctr">
            <a:spAutoFit/>
          </a:bodyPr>
          <a:lstStyle/>
          <a:p>
            <a:r>
              <a:rPr lang="zh-CN" altLang="zh-CN" sz="1600" b="1" dirty="0"/>
              <a:t>用户中心协同＋WMMSE</a:t>
            </a:r>
            <a:r>
              <a:rPr lang="zh-CN" altLang="zh-CN" sz="1600" dirty="0"/>
              <a:t>：用户中心协同提供增强有用信号的机会，</a:t>
            </a:r>
            <a:r>
              <a:rPr lang="en-US" altLang="zh-CN" sz="1600" dirty="0"/>
              <a:t>WMMSE</a:t>
            </a:r>
            <a:r>
              <a:rPr lang="zh-CN" altLang="zh-CN" sz="1600" dirty="0"/>
              <a:t>协调有用信号与干扰</a:t>
            </a:r>
            <a:r>
              <a:rPr lang="zh-CN" altLang="en-US" sz="1600" dirty="0"/>
              <a:t>，</a:t>
            </a:r>
            <a:r>
              <a:rPr lang="zh-CN" altLang="zh-CN" sz="1600" dirty="0"/>
              <a:t>处理</a:t>
            </a:r>
            <a:r>
              <a:rPr lang="zh-CN" altLang="en-US" sz="1600" dirty="0"/>
              <a:t>均衡</a:t>
            </a:r>
            <a:endParaRPr sz="1600" b="0" dirty="0">
              <a:solidFill>
                <a:srgbClr val="000000"/>
              </a:solidFill>
              <a:latin typeface="Microsoft YaHei"/>
            </a:endParaRPr>
          </a:p>
        </p:txBody>
      </p:sp>
      <p:cxnSp>
        <p:nvCxnSpPr>
          <p:cNvPr id="29" name="Connector 28"/>
          <p:cNvCxnSpPr/>
          <p:nvPr/>
        </p:nvCxnSpPr>
        <p:spPr>
          <a:xfrm>
            <a:off x="8220456" y="3447288"/>
            <a:ext cx="448056" cy="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714232" y="3026664"/>
            <a:ext cx="2852928" cy="850392"/>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885965" y="3234816"/>
            <a:ext cx="2615184" cy="520142"/>
          </a:xfrm>
          <a:prstGeom prst="rect">
            <a:avLst/>
          </a:prstGeom>
          <a:noFill/>
        </p:spPr>
        <p:txBody>
          <a:bodyPr wrap="square" lIns="27432" tIns="13716" rIns="27432" bIns="13716" anchor="ctr">
            <a:spAutoFit/>
          </a:bodyPr>
          <a:lstStyle/>
          <a:p>
            <a:r>
              <a:rPr lang="zh-CN" altLang="zh-CN" sz="1600" dirty="0"/>
              <a:t>改善边缘 UE 体验，兼顾整体速率</a:t>
            </a:r>
            <a:endParaRPr sz="1550" b="0" dirty="0">
              <a:solidFill>
                <a:srgbClr val="000000"/>
              </a:solidFill>
              <a:latin typeface="Microsoft YaHei"/>
            </a:endParaRPr>
          </a:p>
        </p:txBody>
      </p:sp>
      <p:sp>
        <p:nvSpPr>
          <p:cNvPr id="34" name="Rounded Rectangle 33"/>
          <p:cNvSpPr/>
          <p:nvPr/>
        </p:nvSpPr>
        <p:spPr>
          <a:xfrm>
            <a:off x="594360" y="4169664"/>
            <a:ext cx="3273552" cy="850392"/>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594360" y="4169664"/>
            <a:ext cx="3273552"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67512" y="4192524"/>
            <a:ext cx="3127248"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03</a:t>
            </a:r>
          </a:p>
        </p:txBody>
      </p:sp>
      <p:sp>
        <p:nvSpPr>
          <p:cNvPr id="37" name="TextBox 36"/>
          <p:cNvSpPr txBox="1"/>
          <p:nvPr/>
        </p:nvSpPr>
        <p:spPr>
          <a:xfrm>
            <a:off x="713232" y="4672783"/>
            <a:ext cx="3035808" cy="273921"/>
          </a:xfrm>
          <a:prstGeom prst="rect">
            <a:avLst/>
          </a:prstGeom>
          <a:noFill/>
        </p:spPr>
        <p:txBody>
          <a:bodyPr wrap="square" lIns="27432" tIns="13716" rIns="27432" bIns="13716" anchor="ctr">
            <a:spAutoFit/>
          </a:bodyPr>
          <a:lstStyle/>
          <a:p>
            <a:pPr algn="l"/>
            <a:r>
              <a:rPr lang="zh-CN" altLang="en-US" sz="1600" b="0" dirty="0">
                <a:solidFill>
                  <a:srgbClr val="000000"/>
                </a:solidFill>
                <a:latin typeface="Microsoft YaHei"/>
              </a:rPr>
              <a:t>不同资源组共享功率预算</a:t>
            </a:r>
            <a:endParaRPr sz="1600" b="0" dirty="0">
              <a:solidFill>
                <a:srgbClr val="000000"/>
              </a:solidFill>
              <a:latin typeface="Microsoft YaHei"/>
            </a:endParaRPr>
          </a:p>
        </p:txBody>
      </p:sp>
      <p:cxnSp>
        <p:nvCxnSpPr>
          <p:cNvPr id="38" name="Connector 37"/>
          <p:cNvCxnSpPr/>
          <p:nvPr/>
        </p:nvCxnSpPr>
        <p:spPr>
          <a:xfrm>
            <a:off x="3913632" y="4590288"/>
            <a:ext cx="457200" cy="0"/>
          </a:xfrm>
          <a:prstGeom prst="line">
            <a:avLst/>
          </a:prstGeom>
          <a:ln w="30480">
            <a:solidFill>
              <a:srgbClr val="DF7B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4425696" y="4169664"/>
            <a:ext cx="3749039" cy="850392"/>
          </a:xfrm>
          <a:prstGeom prst="roundRect">
            <a:avLst/>
          </a:prstGeom>
          <a:solidFill>
            <a:srgbClr val="E0ECF6"/>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44568" y="4184498"/>
            <a:ext cx="3511296" cy="766364"/>
          </a:xfrm>
          <a:prstGeom prst="rect">
            <a:avLst/>
          </a:prstGeom>
          <a:noFill/>
        </p:spPr>
        <p:txBody>
          <a:bodyPr wrap="square" lIns="27432" tIns="13716" rIns="27432" bIns="13716" anchor="ctr">
            <a:spAutoFit/>
          </a:bodyPr>
          <a:lstStyle/>
          <a:p>
            <a:r>
              <a:rPr lang="zh-CN" altLang="zh-CN" sz="1600" b="1" dirty="0"/>
              <a:t>ADMM 约束求解</a:t>
            </a:r>
            <a:r>
              <a:rPr lang="zh-CN" altLang="zh-CN" sz="1600" dirty="0"/>
              <a:t>：</a:t>
            </a:r>
            <a:r>
              <a:rPr lang="zh-CN" altLang="en-US" sz="1600" dirty="0"/>
              <a:t>提供可拆分求解结构，功率约束和目标更新分开处理，通过一致性迭代联合求解</a:t>
            </a:r>
            <a:endParaRPr sz="1600" b="0" dirty="0">
              <a:solidFill>
                <a:srgbClr val="000000"/>
              </a:solidFill>
              <a:latin typeface="Microsoft YaHei"/>
            </a:endParaRPr>
          </a:p>
        </p:txBody>
      </p:sp>
      <p:cxnSp>
        <p:nvCxnSpPr>
          <p:cNvPr id="43" name="Connector 42"/>
          <p:cNvCxnSpPr/>
          <p:nvPr/>
        </p:nvCxnSpPr>
        <p:spPr>
          <a:xfrm>
            <a:off x="8220456" y="4590288"/>
            <a:ext cx="448056" cy="0"/>
          </a:xfrm>
          <a:prstGeom prst="line">
            <a:avLst/>
          </a:prstGeom>
          <a:ln w="30480">
            <a:solidFill>
              <a:srgbClr val="DF7B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714232" y="4169664"/>
            <a:ext cx="2852928" cy="850392"/>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863584" y="4359911"/>
            <a:ext cx="2615184" cy="520142"/>
          </a:xfrm>
          <a:prstGeom prst="rect">
            <a:avLst/>
          </a:prstGeom>
          <a:noFill/>
        </p:spPr>
        <p:txBody>
          <a:bodyPr wrap="square" lIns="27432" tIns="13716" rIns="27432" bIns="13716" anchor="ctr">
            <a:spAutoFit/>
          </a:bodyPr>
          <a:lstStyle/>
          <a:p>
            <a:r>
              <a:rPr lang="zh-CN" altLang="zh-CN" sz="1600" dirty="0"/>
              <a:t>控制空口发射功率，提高大规模求解效率</a:t>
            </a:r>
            <a:endParaRPr sz="1550" b="0" dirty="0">
              <a:solidFill>
                <a:srgbClr val="000000"/>
              </a:solidFill>
              <a:latin typeface="Microsoft YaHei"/>
            </a:endParaRPr>
          </a:p>
        </p:txBody>
      </p:sp>
      <p:sp>
        <p:nvSpPr>
          <p:cNvPr id="48" name="文本框 47">
            <a:extLst>
              <a:ext uri="{FF2B5EF4-FFF2-40B4-BE49-F238E27FC236}">
                <a16:creationId xmlns:a16="http://schemas.microsoft.com/office/drawing/2014/main" id="{63BED6DF-8150-EA99-6BC5-75F8EFE39117}"/>
              </a:ext>
            </a:extLst>
          </p:cNvPr>
          <p:cNvSpPr txBox="1"/>
          <p:nvPr/>
        </p:nvSpPr>
        <p:spPr>
          <a:xfrm>
            <a:off x="526598" y="5283456"/>
            <a:ext cx="11040562" cy="1200329"/>
          </a:xfrm>
          <a:prstGeom prst="rect">
            <a:avLst/>
          </a:prstGeom>
          <a:noFill/>
        </p:spPr>
        <p:txBody>
          <a:bodyPr wrap="square" rtlCol="0">
            <a:spAutoFit/>
          </a:bodyPr>
          <a:lstStyle/>
          <a:p>
            <a:r>
              <a:rPr lang="zh-CN" altLang="zh-CN" dirty="0"/>
              <a:t>在非理想 SRS/CSI 条件下，如何利用用户中心多 TRP 协同，改善边缘 UE 体验，并控制发射功率和求解开销。这三个困难分别对应</a:t>
            </a:r>
            <a:r>
              <a:rPr lang="zh-CN" altLang="zh-CN" b="1" dirty="0"/>
              <a:t>误差建模</a:t>
            </a:r>
            <a:r>
              <a:rPr lang="zh-CN" altLang="zh-CN" dirty="0"/>
              <a:t>、</a:t>
            </a:r>
            <a:r>
              <a:rPr lang="zh-CN" altLang="zh-CN" b="1" dirty="0"/>
              <a:t>协同预编码</a:t>
            </a:r>
            <a:r>
              <a:rPr lang="zh-CN" altLang="zh-CN" dirty="0"/>
              <a:t>和</a:t>
            </a:r>
            <a:r>
              <a:rPr lang="zh-CN" altLang="zh-CN" b="1" dirty="0"/>
              <a:t>跨资源功率约束</a:t>
            </a:r>
            <a:r>
              <a:rPr lang="zh-CN" altLang="zh-CN" dirty="0"/>
              <a:t>。最终用体验和功率检验通信效果，用残差与运行开销检验求解质量和可扩展性。</a:t>
            </a:r>
            <a:endParaRPr lang="zh-CN" altLang="en-US" dirty="0"/>
          </a:p>
          <a:p>
            <a:endParaRPr lang="zh-CN" alt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sz="2500" b="1">
                <a:solidFill>
                  <a:srgbClr val="092B56"/>
                </a:solidFill>
                <a:latin typeface="Microsoft YaHei"/>
              </a:rPr>
              <a:t>网络拓扑与协同架构</a:t>
            </a:r>
          </a:p>
        </p:txBody>
      </p:sp>
      <p:pic>
        <p:nvPicPr>
          <p:cNvPr id="3" name="Picture 2" descr="topology_full.png"/>
          <p:cNvPicPr>
            <a:picLocks noChangeAspect="1"/>
          </p:cNvPicPr>
          <p:nvPr/>
        </p:nvPicPr>
        <p:blipFill>
          <a:blip r:embed="rId3"/>
          <a:srcRect l="21400"/>
          <a:stretch>
            <a:fillRect/>
          </a:stretch>
        </p:blipFill>
        <p:spPr>
          <a:xfrm>
            <a:off x="417308" y="1280160"/>
            <a:ext cx="6119515" cy="5144147"/>
          </a:xfrm>
          <a:prstGeom prst="rect">
            <a:avLst/>
          </a:prstGeom>
        </p:spPr>
      </p:pic>
      <p:pic>
        <p:nvPicPr>
          <p:cNvPr id="6" name="Picture 5" descr="topology_zoom.png"/>
          <p:cNvPicPr>
            <a:picLocks noChangeAspect="1"/>
          </p:cNvPicPr>
          <p:nvPr/>
        </p:nvPicPr>
        <p:blipFill>
          <a:blip r:embed="rId4"/>
          <a:srcRect l="21261"/>
          <a:stretch>
            <a:fillRect/>
          </a:stretch>
        </p:blipFill>
        <p:spPr>
          <a:xfrm>
            <a:off x="7461503" y="1687854"/>
            <a:ext cx="3624845" cy="3195042"/>
          </a:xfrm>
          <a:prstGeom prst="rect">
            <a:avLst/>
          </a:prstGeom>
        </p:spPr>
      </p:pic>
      <p:sp>
        <p:nvSpPr>
          <p:cNvPr id="7" name="Rectangle 6"/>
          <p:cNvSpPr/>
          <p:nvPr/>
        </p:nvSpPr>
        <p:spPr>
          <a:xfrm>
            <a:off x="7132320" y="1261872"/>
            <a:ext cx="64008" cy="283464"/>
          </a:xfrm>
          <a:prstGeom prst="rect">
            <a:avLst/>
          </a:prstGeom>
          <a:solidFill>
            <a:srgbClr val="B12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87768" y="1161288"/>
            <a:ext cx="4343400" cy="484632"/>
          </a:xfrm>
          <a:prstGeom prst="rect">
            <a:avLst/>
          </a:prstGeom>
          <a:noFill/>
        </p:spPr>
        <p:txBody>
          <a:bodyPr wrap="square" lIns="36576" tIns="13716" rIns="36576" bIns="13716" anchor="ctr">
            <a:spAutoFit/>
          </a:bodyPr>
          <a:lstStyle/>
          <a:p>
            <a:pPr algn="l">
              <a:spcBef>
                <a:spcPts val="0"/>
              </a:spcBef>
              <a:spcAft>
                <a:spcPts val="200"/>
              </a:spcAft>
            </a:pPr>
            <a:r>
              <a:rPr sz="2000" b="1">
                <a:solidFill>
                  <a:srgbClr val="000000"/>
                </a:solidFill>
                <a:latin typeface="Microsoft YaHei"/>
              </a:rPr>
              <a:t>共址扇区 · 用户中心服务</a:t>
            </a:r>
          </a:p>
        </p:txBody>
      </p:sp>
      <p:sp>
        <p:nvSpPr>
          <p:cNvPr id="9" name="TextBox 8"/>
          <p:cNvSpPr txBox="1"/>
          <p:nvPr/>
        </p:nvSpPr>
        <p:spPr>
          <a:xfrm>
            <a:off x="7443216" y="4895690"/>
            <a:ext cx="4224528" cy="532197"/>
          </a:xfrm>
          <a:prstGeom prst="rect">
            <a:avLst/>
          </a:prstGeom>
          <a:noFill/>
        </p:spPr>
        <p:txBody>
          <a:bodyPr wrap="square" lIns="36576" tIns="13716" rIns="36576" bIns="13716" anchor="ctr">
            <a:spAutoFit/>
          </a:bodyPr>
          <a:lstStyle/>
          <a:p>
            <a:pPr algn="l">
              <a:spcBef>
                <a:spcPts val="0"/>
              </a:spcBef>
              <a:spcAft>
                <a:spcPts val="200"/>
              </a:spcAft>
            </a:pPr>
            <a:r>
              <a:rPr sz="1639" b="0" dirty="0">
                <a:solidFill>
                  <a:srgbClr val="000000"/>
                </a:solidFill>
                <a:latin typeface="Microsoft YaHei"/>
              </a:rPr>
              <a:t>① </a:t>
            </a:r>
            <a:r>
              <a:rPr sz="1639" b="0" dirty="0" err="1">
                <a:solidFill>
                  <a:srgbClr val="000000"/>
                </a:solidFill>
                <a:latin typeface="Microsoft YaHei"/>
              </a:rPr>
              <a:t>三个</a:t>
            </a:r>
            <a:r>
              <a:rPr sz="1639" b="0" dirty="0">
                <a:solidFill>
                  <a:srgbClr val="000000"/>
                </a:solidFill>
                <a:latin typeface="Microsoft YaHei"/>
              </a:rPr>
              <a:t> TRP </a:t>
            </a:r>
            <a:r>
              <a:rPr sz="1639" b="0" dirty="0" err="1">
                <a:solidFill>
                  <a:srgbClr val="000000"/>
                </a:solidFill>
                <a:latin typeface="Microsoft YaHei"/>
              </a:rPr>
              <a:t>共用一个站址</a:t>
            </a:r>
            <a:r>
              <a:rPr sz="1639" b="0" dirty="0">
                <a:solidFill>
                  <a:srgbClr val="000000"/>
                </a:solidFill>
                <a:latin typeface="Microsoft YaHei"/>
              </a:rPr>
              <a:t>，</a:t>
            </a:r>
            <a:r>
              <a:rPr lang="zh-CN" altLang="en-US" sz="1639" b="0" dirty="0">
                <a:solidFill>
                  <a:srgbClr val="000000"/>
                </a:solidFill>
                <a:latin typeface="Microsoft YaHei"/>
              </a:rPr>
              <a:t>一共七个站址，</a:t>
            </a:r>
            <a:r>
              <a:rPr sz="1639" b="0" dirty="0" err="1">
                <a:solidFill>
                  <a:srgbClr val="000000"/>
                </a:solidFill>
                <a:latin typeface="Microsoft YaHei"/>
              </a:rPr>
              <a:t>箭头表示扇区主方向</a:t>
            </a:r>
            <a:r>
              <a:rPr sz="1639" b="0" dirty="0">
                <a:solidFill>
                  <a:srgbClr val="000000"/>
                </a:solidFill>
                <a:latin typeface="Microsoft YaHei"/>
              </a:rPr>
              <a:t>。</a:t>
            </a:r>
          </a:p>
        </p:txBody>
      </p:sp>
      <p:sp>
        <p:nvSpPr>
          <p:cNvPr id="10" name="TextBox 9"/>
          <p:cNvSpPr txBox="1"/>
          <p:nvPr/>
        </p:nvSpPr>
        <p:spPr>
          <a:xfrm>
            <a:off x="7443216" y="5407754"/>
            <a:ext cx="4224528" cy="532197"/>
          </a:xfrm>
          <a:prstGeom prst="rect">
            <a:avLst/>
          </a:prstGeom>
          <a:noFill/>
        </p:spPr>
        <p:txBody>
          <a:bodyPr wrap="square" lIns="36576" tIns="13716" rIns="36576" bIns="13716" anchor="ctr">
            <a:spAutoFit/>
          </a:bodyPr>
          <a:lstStyle/>
          <a:p>
            <a:pPr>
              <a:spcBef>
                <a:spcPts val="0"/>
              </a:spcBef>
              <a:spcAft>
                <a:spcPts val="200"/>
              </a:spcAft>
            </a:pPr>
            <a:r>
              <a:rPr sz="1639" b="0" dirty="0">
                <a:solidFill>
                  <a:srgbClr val="000000"/>
                </a:solidFill>
                <a:latin typeface="Microsoft YaHei"/>
              </a:rPr>
              <a:t>② UE 由</a:t>
            </a:r>
            <a:r>
              <a:rPr lang="zh-CN" altLang="zh-CN" sz="1600" dirty="0"/>
              <a:t>归属 TRP + 距离最近的其他活动 TRP</a:t>
            </a:r>
            <a:r>
              <a:rPr sz="1639" b="0" dirty="0" err="1">
                <a:solidFill>
                  <a:srgbClr val="000000"/>
                </a:solidFill>
                <a:latin typeface="Microsoft YaHei"/>
              </a:rPr>
              <a:t>服务；CPU</a:t>
            </a:r>
            <a:r>
              <a:rPr sz="1639" b="0" dirty="0">
                <a:solidFill>
                  <a:srgbClr val="000000"/>
                </a:solidFill>
                <a:latin typeface="Microsoft YaHei"/>
              </a:rPr>
              <a:t> </a:t>
            </a:r>
            <a:r>
              <a:rPr sz="1639" b="0" dirty="0" err="1">
                <a:solidFill>
                  <a:srgbClr val="000000"/>
                </a:solidFill>
                <a:latin typeface="Microsoft YaHei"/>
              </a:rPr>
              <a:t>集中计算预编码</a:t>
            </a:r>
            <a:r>
              <a:rPr sz="1639" b="0" dirty="0">
                <a:solidFill>
                  <a:srgbClr val="000000"/>
                </a:solidFill>
                <a:latin typeface="Microsoft YaHei"/>
              </a:rPr>
              <a:t>。</a:t>
            </a:r>
          </a:p>
        </p:txBody>
      </p:sp>
      <p:sp>
        <p:nvSpPr>
          <p:cNvPr id="11" name="TextBox 10"/>
          <p:cNvSpPr txBox="1"/>
          <p:nvPr/>
        </p:nvSpPr>
        <p:spPr>
          <a:xfrm>
            <a:off x="7461504" y="5939951"/>
            <a:ext cx="4206240" cy="338328"/>
          </a:xfrm>
          <a:prstGeom prst="rect">
            <a:avLst/>
          </a:prstGeom>
          <a:noFill/>
        </p:spPr>
        <p:txBody>
          <a:bodyPr wrap="square" lIns="36576" tIns="13716" rIns="36576" bIns="13716" anchor="ctr">
            <a:spAutoFit/>
          </a:bodyPr>
          <a:lstStyle/>
          <a:p>
            <a:pPr algn="l">
              <a:spcBef>
                <a:spcPts val="0"/>
              </a:spcBef>
              <a:spcAft>
                <a:spcPts val="200"/>
              </a:spcAft>
            </a:pPr>
            <a:r>
              <a:rPr sz="1540" b="1" dirty="0" err="1">
                <a:solidFill>
                  <a:srgbClr val="000000"/>
                </a:solidFill>
                <a:latin typeface="Microsoft YaHei"/>
              </a:rPr>
              <a:t>彩色小点＝实际</a:t>
            </a:r>
            <a:r>
              <a:rPr sz="1540" b="1" dirty="0">
                <a:solidFill>
                  <a:srgbClr val="000000"/>
                </a:solidFill>
                <a:latin typeface="Microsoft YaHei"/>
              </a:rPr>
              <a:t> </a:t>
            </a:r>
            <a:r>
              <a:rPr sz="1540" b="1" dirty="0" err="1">
                <a:solidFill>
                  <a:srgbClr val="000000"/>
                </a:solidFill>
                <a:latin typeface="Microsoft YaHei"/>
              </a:rPr>
              <a:t>UE；颜色＝初始归属站址</a:t>
            </a:r>
            <a:r>
              <a:rPr sz="1540" b="1" dirty="0">
                <a:solidFill>
                  <a:srgbClr val="000000"/>
                </a:solidFill>
                <a:latin typeface="Microsoft YaHei"/>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309" y="362097"/>
            <a:ext cx="3877985" cy="590931"/>
          </a:xfrm>
        </p:spPr>
        <p:txBody>
          <a:bodyPr wrap="none"/>
          <a:lstStyle/>
          <a:p>
            <a:r>
              <a:rPr lang="zh-CN" altLang="zh-CN" dirty="0"/>
              <a:t>代码调用与数据流</a:t>
            </a:r>
            <a:endParaRPr b="1" dirty="0">
              <a:solidFill>
                <a:srgbClr val="092B56"/>
              </a:solidFill>
              <a:latin typeface="Microsoft YaHei"/>
            </a:endParaRPr>
          </a:p>
        </p:txBody>
      </p:sp>
      <p:sp>
        <p:nvSpPr>
          <p:cNvPr id="4" name="Rounded Rectangle 3"/>
          <p:cNvSpPr/>
          <p:nvPr/>
        </p:nvSpPr>
        <p:spPr>
          <a:xfrm>
            <a:off x="612648" y="1847088"/>
            <a:ext cx="1993392" cy="1490472"/>
          </a:xfrm>
          <a:prstGeom prst="roundRect">
            <a:avLst/>
          </a:prstGeom>
          <a:solidFill>
            <a:srgbClr val="F4F9FD"/>
          </a:solidFill>
          <a:ln w="10160">
            <a:solidFill>
              <a:srgbClr val="092B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12648" y="1847088"/>
            <a:ext cx="1993392" cy="402336"/>
          </a:xfrm>
          <a:prstGeom prst="roundRect">
            <a:avLst/>
          </a:prstGeom>
          <a:solidFill>
            <a:srgbClr val="092B56"/>
          </a:solidFill>
          <a:ln w="10160">
            <a:solidFill>
              <a:srgbClr val="092B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85800" y="1869948"/>
            <a:ext cx="1847088" cy="347472"/>
          </a:xfrm>
          <a:prstGeom prst="rect">
            <a:avLst/>
          </a:prstGeom>
          <a:noFill/>
        </p:spPr>
        <p:txBody>
          <a:bodyPr wrap="square" lIns="27432" tIns="13716" rIns="27432" bIns="13716" anchor="ctr">
            <a:spAutoFit/>
          </a:bodyPr>
          <a:lstStyle/>
          <a:p>
            <a:pPr algn="ctr"/>
            <a:r>
              <a:rPr sz="1540" b="1">
                <a:solidFill>
                  <a:srgbClr val="FFFFFF"/>
                </a:solidFill>
                <a:latin typeface="Microsoft YaHei"/>
              </a:rPr>
              <a:t>① 场景/业务</a:t>
            </a:r>
          </a:p>
        </p:txBody>
      </p:sp>
      <p:sp>
        <p:nvSpPr>
          <p:cNvPr id="7" name="TextBox 6"/>
          <p:cNvSpPr txBox="1"/>
          <p:nvPr/>
        </p:nvSpPr>
        <p:spPr>
          <a:xfrm>
            <a:off x="731520" y="2313432"/>
            <a:ext cx="1755648" cy="987551"/>
          </a:xfrm>
          <a:prstGeom prst="rect">
            <a:avLst/>
          </a:prstGeom>
          <a:noFill/>
        </p:spPr>
        <p:txBody>
          <a:bodyPr wrap="square" lIns="27432" tIns="13716" rIns="27432" bIns="13716" anchor="ctr">
            <a:spAutoFit/>
          </a:bodyPr>
          <a:lstStyle/>
          <a:p>
            <a:pPr algn="l"/>
            <a:r>
              <a:rPr sz="1370" b="0" dirty="0" err="1">
                <a:solidFill>
                  <a:srgbClr val="000000"/>
                </a:solidFill>
                <a:latin typeface="Microsoft YaHei"/>
              </a:rPr>
              <a:t>站址、扇区、UE</a:t>
            </a:r>
            <a:r>
              <a:rPr sz="1370" b="0" dirty="0">
                <a:solidFill>
                  <a:srgbClr val="000000"/>
                </a:solidFill>
                <a:latin typeface="Microsoft YaHei"/>
              </a:rPr>
              <a:t> </a:t>
            </a:r>
            <a:r>
              <a:rPr sz="1370" b="0" dirty="0" err="1">
                <a:solidFill>
                  <a:srgbClr val="000000"/>
                </a:solidFill>
                <a:latin typeface="Microsoft YaHei"/>
              </a:rPr>
              <a:t>位置</a:t>
            </a:r>
            <a:endParaRPr sz="1370" b="0" dirty="0">
              <a:solidFill>
                <a:srgbClr val="000000"/>
              </a:solidFill>
              <a:latin typeface="Microsoft YaHei"/>
            </a:endParaRPr>
          </a:p>
          <a:p>
            <a:pPr algn="l"/>
            <a:r>
              <a:rPr sz="1370" b="0" dirty="0" err="1">
                <a:solidFill>
                  <a:srgbClr val="000000"/>
                </a:solidFill>
                <a:latin typeface="Microsoft YaHei"/>
              </a:rPr>
              <a:t>生成服务集与业务到达</a:t>
            </a:r>
            <a:endParaRPr sz="1370" b="0" dirty="0">
              <a:solidFill>
                <a:srgbClr val="000000"/>
              </a:solidFill>
              <a:latin typeface="Microsoft YaHei"/>
            </a:endParaRPr>
          </a:p>
        </p:txBody>
      </p:sp>
      <p:sp>
        <p:nvSpPr>
          <p:cNvPr id="8" name="Rounded Rectangle 7"/>
          <p:cNvSpPr/>
          <p:nvPr/>
        </p:nvSpPr>
        <p:spPr>
          <a:xfrm>
            <a:off x="2880360" y="1847088"/>
            <a:ext cx="1993392" cy="1490472"/>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880360" y="1847088"/>
            <a:ext cx="1993392"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953512" y="1869948"/>
            <a:ext cx="1847088" cy="347472"/>
          </a:xfrm>
          <a:prstGeom prst="rect">
            <a:avLst/>
          </a:prstGeom>
          <a:noFill/>
        </p:spPr>
        <p:txBody>
          <a:bodyPr wrap="square" lIns="27432" tIns="13716" rIns="27432" bIns="13716" anchor="ctr">
            <a:spAutoFit/>
          </a:bodyPr>
          <a:lstStyle/>
          <a:p>
            <a:pPr algn="ctr"/>
            <a:r>
              <a:rPr sz="1540" b="1">
                <a:solidFill>
                  <a:srgbClr val="FFFFFF"/>
                </a:solidFill>
                <a:latin typeface="Microsoft YaHei"/>
              </a:rPr>
              <a:t>② 真信道</a:t>
            </a:r>
          </a:p>
        </p:txBody>
      </p:sp>
      <p:sp>
        <p:nvSpPr>
          <p:cNvPr id="11" name="TextBox 10"/>
          <p:cNvSpPr txBox="1"/>
          <p:nvPr/>
        </p:nvSpPr>
        <p:spPr>
          <a:xfrm>
            <a:off x="2999232" y="2397448"/>
            <a:ext cx="1755648" cy="669414"/>
          </a:xfrm>
          <a:prstGeom prst="rect">
            <a:avLst/>
          </a:prstGeom>
          <a:noFill/>
        </p:spPr>
        <p:txBody>
          <a:bodyPr wrap="square" lIns="27432" tIns="13716" rIns="27432" bIns="13716" anchor="ctr">
            <a:spAutoFit/>
          </a:bodyPr>
          <a:lstStyle/>
          <a:p>
            <a:r>
              <a:rPr lang="zh-CN" altLang="zh-CN" sz="1400" dirty="0"/>
              <a:t>几何增益＋接收相关性＋复高斯</a:t>
            </a:r>
            <a:endParaRPr lang="en-US" altLang="zh-CN" sz="1400" dirty="0"/>
          </a:p>
          <a:p>
            <a:r>
              <a:rPr sz="1370" b="0" dirty="0" err="1">
                <a:solidFill>
                  <a:srgbClr val="000000"/>
                </a:solidFill>
                <a:latin typeface="Microsoft YaHei"/>
              </a:rPr>
              <a:t>Hᵗʳ</a:t>
            </a:r>
            <a:r>
              <a:rPr sz="1370" b="0" dirty="0">
                <a:solidFill>
                  <a:srgbClr val="000000"/>
                </a:solidFill>
                <a:latin typeface="Microsoft YaHei"/>
              </a:rPr>
              <a:t>ᵘᵉ：4×64 / </a:t>
            </a:r>
            <a:r>
              <a:rPr sz="1370" b="0" dirty="0" err="1">
                <a:solidFill>
                  <a:srgbClr val="000000"/>
                </a:solidFill>
                <a:latin typeface="Microsoft YaHei"/>
              </a:rPr>
              <a:t>链路</a:t>
            </a:r>
            <a:endParaRPr sz="1370" b="0" dirty="0">
              <a:solidFill>
                <a:srgbClr val="000000"/>
              </a:solidFill>
              <a:latin typeface="Microsoft YaHei"/>
            </a:endParaRPr>
          </a:p>
        </p:txBody>
      </p:sp>
      <p:sp>
        <p:nvSpPr>
          <p:cNvPr id="12" name="Rounded Rectangle 11"/>
          <p:cNvSpPr/>
          <p:nvPr/>
        </p:nvSpPr>
        <p:spPr>
          <a:xfrm>
            <a:off x="5148072" y="1847088"/>
            <a:ext cx="1993392" cy="1490472"/>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148072" y="1847088"/>
            <a:ext cx="1993392"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52644" y="1921109"/>
            <a:ext cx="1847088" cy="264688"/>
          </a:xfrm>
          <a:prstGeom prst="rect">
            <a:avLst/>
          </a:prstGeom>
          <a:noFill/>
        </p:spPr>
        <p:txBody>
          <a:bodyPr wrap="square" lIns="27432" tIns="13716" rIns="27432" bIns="13716" anchor="ctr">
            <a:spAutoFit/>
          </a:bodyPr>
          <a:lstStyle/>
          <a:p>
            <a:pPr algn="ctr"/>
            <a:r>
              <a:rPr sz="1540" b="1" dirty="0">
                <a:solidFill>
                  <a:srgbClr val="FFFFFF"/>
                </a:solidFill>
                <a:latin typeface="Microsoft YaHei"/>
              </a:rPr>
              <a:t>③ </a:t>
            </a:r>
            <a:r>
              <a:rPr lang="zh-CN" altLang="en-US" sz="1540" b="1" dirty="0">
                <a:solidFill>
                  <a:srgbClr val="FFFFFF"/>
                </a:solidFill>
                <a:latin typeface="Microsoft YaHei"/>
              </a:rPr>
              <a:t>模拟测量与</a:t>
            </a:r>
            <a:r>
              <a:rPr lang="en-US" altLang="zh-CN" sz="1540" b="1" dirty="0">
                <a:solidFill>
                  <a:srgbClr val="FFFFFF"/>
                </a:solidFill>
                <a:latin typeface="Microsoft YaHei"/>
              </a:rPr>
              <a:t>Ĥ</a:t>
            </a:r>
            <a:endParaRPr sz="1540" b="1" dirty="0">
              <a:solidFill>
                <a:srgbClr val="FFFFFF"/>
              </a:solidFill>
              <a:latin typeface="Microsoft YaHei"/>
            </a:endParaRPr>
          </a:p>
        </p:txBody>
      </p:sp>
      <p:sp>
        <p:nvSpPr>
          <p:cNvPr id="15" name="TextBox 14"/>
          <p:cNvSpPr txBox="1"/>
          <p:nvPr/>
        </p:nvSpPr>
        <p:spPr>
          <a:xfrm>
            <a:off x="5266943" y="2364779"/>
            <a:ext cx="1892807" cy="884858"/>
          </a:xfrm>
          <a:prstGeom prst="rect">
            <a:avLst/>
          </a:prstGeom>
          <a:noFill/>
        </p:spPr>
        <p:txBody>
          <a:bodyPr wrap="square" lIns="27432" tIns="13716" rIns="27432" bIns="13716" anchor="ctr">
            <a:spAutoFit/>
          </a:bodyPr>
          <a:lstStyle/>
          <a:p>
            <a:r>
              <a:rPr lang="zh-CN" altLang="zh-CN" sz="1400" dirty="0"/>
              <a:t>由参考信号观测与先验统计得到信道估计及剩余误差统计</a:t>
            </a:r>
            <a:endParaRPr lang="en-US" altLang="zh-CN" sz="1400" dirty="0"/>
          </a:p>
          <a:p>
            <a:r>
              <a:rPr lang="en-US" altLang="zh-CN" sz="1370" dirty="0" err="1">
                <a:solidFill>
                  <a:srgbClr val="000000"/>
                </a:solidFill>
                <a:latin typeface="Microsoft YaHei"/>
              </a:rPr>
              <a:t>Hᵗʳ</a:t>
            </a:r>
            <a:r>
              <a:rPr lang="en-US" altLang="zh-CN" sz="1370" dirty="0">
                <a:solidFill>
                  <a:srgbClr val="000000"/>
                </a:solidFill>
                <a:latin typeface="Microsoft YaHei"/>
              </a:rPr>
              <a:t>ᵘᵉ </a:t>
            </a:r>
            <a:r>
              <a:rPr lang="zh-CN" altLang="en-US" sz="1370" dirty="0">
                <a:solidFill>
                  <a:srgbClr val="000000"/>
                </a:solidFill>
                <a:latin typeface="Microsoft YaHei"/>
              </a:rPr>
              <a:t>→观测 →</a:t>
            </a:r>
            <a:r>
              <a:rPr lang="en-US" altLang="zh-CN" sz="1370" dirty="0">
                <a:solidFill>
                  <a:srgbClr val="000000"/>
                </a:solidFill>
                <a:latin typeface="Microsoft YaHei"/>
              </a:rPr>
              <a:t>(Ĥ</a:t>
            </a:r>
            <a:r>
              <a:rPr lang="zh-CN" altLang="en-US" sz="1370" dirty="0">
                <a:solidFill>
                  <a:srgbClr val="000000"/>
                </a:solidFill>
                <a:latin typeface="Microsoft YaHei"/>
              </a:rPr>
              <a:t>，</a:t>
            </a:r>
            <a:r>
              <a:rPr lang="en-US" altLang="zh-CN" sz="1370" dirty="0">
                <a:solidFill>
                  <a:srgbClr val="000000"/>
                </a:solidFill>
                <a:latin typeface="Microsoft YaHei"/>
              </a:rPr>
              <a:t>C)</a:t>
            </a:r>
            <a:endParaRPr sz="1370" b="0" dirty="0">
              <a:solidFill>
                <a:srgbClr val="000000"/>
              </a:solidFill>
              <a:latin typeface="Microsoft YaHei"/>
            </a:endParaRPr>
          </a:p>
        </p:txBody>
      </p:sp>
      <p:sp>
        <p:nvSpPr>
          <p:cNvPr id="16" name="Rounded Rectangle 15"/>
          <p:cNvSpPr/>
          <p:nvPr/>
        </p:nvSpPr>
        <p:spPr>
          <a:xfrm>
            <a:off x="7415783" y="1847088"/>
            <a:ext cx="1993392" cy="1490472"/>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7415783" y="1847088"/>
            <a:ext cx="1993392"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88936" y="1911340"/>
            <a:ext cx="1847088" cy="264688"/>
          </a:xfrm>
          <a:prstGeom prst="rect">
            <a:avLst/>
          </a:prstGeom>
          <a:noFill/>
        </p:spPr>
        <p:txBody>
          <a:bodyPr wrap="square" lIns="27432" tIns="13716" rIns="27432" bIns="13716" anchor="ctr">
            <a:spAutoFit/>
          </a:bodyPr>
          <a:lstStyle/>
          <a:p>
            <a:pPr algn="ctr"/>
            <a:r>
              <a:rPr sz="1540" b="1" dirty="0">
                <a:solidFill>
                  <a:srgbClr val="FFFFFF"/>
                </a:solidFill>
                <a:latin typeface="Microsoft YaHei"/>
              </a:rPr>
              <a:t>④</a:t>
            </a:r>
            <a:r>
              <a:rPr lang="zh-CN" altLang="en-US" sz="1540" b="1" dirty="0">
                <a:solidFill>
                  <a:srgbClr val="FFFFFF"/>
                </a:solidFill>
                <a:latin typeface="Microsoft YaHei"/>
              </a:rPr>
              <a:t>固定资源配置</a:t>
            </a:r>
            <a:endParaRPr sz="1540" b="1" dirty="0">
              <a:solidFill>
                <a:srgbClr val="FFFFFF"/>
              </a:solidFill>
              <a:latin typeface="Microsoft YaHei"/>
            </a:endParaRPr>
          </a:p>
        </p:txBody>
      </p:sp>
      <p:sp>
        <p:nvSpPr>
          <p:cNvPr id="19" name="TextBox 18"/>
          <p:cNvSpPr txBox="1"/>
          <p:nvPr/>
        </p:nvSpPr>
        <p:spPr>
          <a:xfrm>
            <a:off x="7534655" y="2406226"/>
            <a:ext cx="1755648" cy="449354"/>
          </a:xfrm>
          <a:prstGeom prst="rect">
            <a:avLst/>
          </a:prstGeom>
          <a:noFill/>
        </p:spPr>
        <p:txBody>
          <a:bodyPr wrap="square" lIns="27432" tIns="13716" rIns="27432" bIns="13716" anchor="ctr">
            <a:spAutoFit/>
          </a:bodyPr>
          <a:lstStyle/>
          <a:p>
            <a:r>
              <a:rPr lang="zh-CN" altLang="en-US" sz="1370" dirty="0">
                <a:solidFill>
                  <a:srgbClr val="000000"/>
                </a:solidFill>
                <a:latin typeface="Microsoft YaHei"/>
              </a:rPr>
              <a:t>给定调度</a:t>
            </a:r>
            <a:r>
              <a:rPr sz="1370" b="0" dirty="0">
                <a:solidFill>
                  <a:srgbClr val="000000"/>
                </a:solidFill>
                <a:latin typeface="Microsoft YaHei"/>
              </a:rPr>
              <a:t>b、</a:t>
            </a:r>
            <a:r>
              <a:rPr lang="zh-CN" altLang="en-US" sz="1370" dirty="0">
                <a:solidFill>
                  <a:srgbClr val="000000"/>
                </a:solidFill>
                <a:latin typeface="Microsoft YaHei"/>
              </a:rPr>
              <a:t>关联</a:t>
            </a:r>
            <a:r>
              <a:rPr sz="1370" b="0" dirty="0">
                <a:solidFill>
                  <a:srgbClr val="000000"/>
                </a:solidFill>
                <a:latin typeface="Microsoft YaHei"/>
              </a:rPr>
              <a:t> </a:t>
            </a:r>
            <a:r>
              <a:rPr sz="1370" b="0" dirty="0" err="1">
                <a:solidFill>
                  <a:srgbClr val="000000"/>
                </a:solidFill>
                <a:latin typeface="Microsoft YaHei"/>
              </a:rPr>
              <a:t>χ、流数</a:t>
            </a:r>
            <a:r>
              <a:rPr sz="1370" b="0" dirty="0">
                <a:solidFill>
                  <a:srgbClr val="000000"/>
                </a:solidFill>
                <a:latin typeface="Microsoft YaHei"/>
              </a:rPr>
              <a:t> </a:t>
            </a:r>
            <a:r>
              <a:rPr sz="1370" b="0" dirty="0" err="1">
                <a:solidFill>
                  <a:srgbClr val="000000"/>
                </a:solidFill>
                <a:latin typeface="Microsoft YaHei"/>
              </a:rPr>
              <a:t>r及资源权重</a:t>
            </a:r>
            <a:r>
              <a:rPr sz="1370" b="0" dirty="0">
                <a:solidFill>
                  <a:srgbClr val="000000"/>
                </a:solidFill>
                <a:latin typeface="Microsoft YaHei"/>
              </a:rPr>
              <a:t> ν </a:t>
            </a:r>
          </a:p>
        </p:txBody>
      </p:sp>
      <p:sp>
        <p:nvSpPr>
          <p:cNvPr id="20" name="Rounded Rectangle 19"/>
          <p:cNvSpPr/>
          <p:nvPr/>
        </p:nvSpPr>
        <p:spPr>
          <a:xfrm>
            <a:off x="9683497" y="1847088"/>
            <a:ext cx="2317160" cy="1490472"/>
          </a:xfrm>
          <a:prstGeom prst="roundRect">
            <a:avLst/>
          </a:prstGeom>
          <a:solidFill>
            <a:srgbClr val="F4F9FD"/>
          </a:solidFill>
          <a:ln w="10160">
            <a:solidFill>
              <a:srgbClr val="B12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683496" y="1847088"/>
            <a:ext cx="2317160" cy="402336"/>
          </a:xfrm>
          <a:prstGeom prst="roundRect">
            <a:avLst/>
          </a:prstGeom>
          <a:solidFill>
            <a:srgbClr val="B12A30"/>
          </a:solidFill>
          <a:ln w="10160">
            <a:solidFill>
              <a:srgbClr val="B12A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756648" y="1905132"/>
            <a:ext cx="2244008" cy="270896"/>
          </a:xfrm>
          <a:prstGeom prst="rect">
            <a:avLst/>
          </a:prstGeom>
          <a:noFill/>
        </p:spPr>
        <p:txBody>
          <a:bodyPr wrap="square" lIns="27432" tIns="13716" rIns="27432" bIns="13716" anchor="ctr">
            <a:spAutoFit/>
          </a:bodyPr>
          <a:lstStyle/>
          <a:p>
            <a:pPr algn="ctr"/>
            <a:r>
              <a:rPr sz="1540" b="1">
                <a:solidFill>
                  <a:srgbClr val="FFFFFF"/>
                </a:solidFill>
                <a:latin typeface="Microsoft YaHei"/>
              </a:rPr>
              <a:t>⑤ 优化</a:t>
            </a:r>
          </a:p>
        </p:txBody>
      </p:sp>
      <p:sp>
        <p:nvSpPr>
          <p:cNvPr id="23" name="TextBox 22"/>
          <p:cNvSpPr txBox="1"/>
          <p:nvPr/>
        </p:nvSpPr>
        <p:spPr>
          <a:xfrm>
            <a:off x="9709435" y="2308422"/>
            <a:ext cx="2291221" cy="884858"/>
          </a:xfrm>
          <a:prstGeom prst="rect">
            <a:avLst/>
          </a:prstGeom>
          <a:noFill/>
        </p:spPr>
        <p:txBody>
          <a:bodyPr wrap="square" lIns="27432" tIns="13716" rIns="27432" bIns="13716" anchor="ctr">
            <a:spAutoFit/>
          </a:bodyPr>
          <a:lstStyle/>
          <a:p>
            <a:r>
              <a:rPr lang="zh-CN" altLang="zh-CN" sz="1400" dirty="0"/>
              <a:t>WMMSE 更新接收器与权重</a:t>
            </a:r>
            <a:endParaRPr lang="en-US" altLang="zh-CN" sz="1400" dirty="0"/>
          </a:p>
          <a:p>
            <a:r>
              <a:rPr lang="zh-CN" altLang="zh-CN" sz="1400" dirty="0"/>
              <a:t>ADMM 求解受功率约束的预编码子问题</a:t>
            </a:r>
            <a:endParaRPr lang="en-US" altLang="zh-CN" sz="1400" dirty="0"/>
          </a:p>
          <a:p>
            <a:r>
              <a:rPr lang="en-US" altLang="zh-CN" sz="1370" dirty="0">
                <a:solidFill>
                  <a:srgbClr val="000000"/>
                </a:solidFill>
                <a:latin typeface="Microsoft YaHei"/>
              </a:rPr>
              <a:t>(Ĥ</a:t>
            </a:r>
            <a:r>
              <a:rPr lang="zh-CN" altLang="en-US" sz="1370" dirty="0">
                <a:solidFill>
                  <a:srgbClr val="000000"/>
                </a:solidFill>
                <a:latin typeface="Microsoft YaHei"/>
              </a:rPr>
              <a:t>，</a:t>
            </a:r>
            <a:r>
              <a:rPr lang="en-US" altLang="zh-CN" sz="1370" dirty="0">
                <a:solidFill>
                  <a:srgbClr val="000000"/>
                </a:solidFill>
                <a:latin typeface="Microsoft YaHei"/>
              </a:rPr>
              <a:t>C</a:t>
            </a:r>
            <a:r>
              <a:rPr lang="zh-CN" altLang="en-US" sz="1370" dirty="0">
                <a:solidFill>
                  <a:srgbClr val="000000"/>
                </a:solidFill>
                <a:latin typeface="Microsoft YaHei"/>
              </a:rPr>
              <a:t>，</a:t>
            </a:r>
            <a:r>
              <a:rPr lang="en-US" altLang="zh-CN" sz="1370" dirty="0">
                <a:solidFill>
                  <a:srgbClr val="000000"/>
                </a:solidFill>
                <a:latin typeface="Microsoft YaHei"/>
              </a:rPr>
              <a:t>b</a:t>
            </a:r>
            <a:r>
              <a:rPr lang="zh-CN" altLang="en-US" sz="1370" dirty="0">
                <a:solidFill>
                  <a:srgbClr val="000000"/>
                </a:solidFill>
                <a:latin typeface="Microsoft YaHei"/>
              </a:rPr>
              <a:t>，</a:t>
            </a:r>
            <a:r>
              <a:rPr lang="el-GR" altLang="zh-CN" sz="1370" dirty="0">
                <a:solidFill>
                  <a:srgbClr val="000000"/>
                </a:solidFill>
                <a:latin typeface="Microsoft YaHei"/>
              </a:rPr>
              <a:t> χ</a:t>
            </a:r>
            <a:r>
              <a:rPr lang="zh-CN" altLang="en-US" sz="1370" dirty="0">
                <a:solidFill>
                  <a:srgbClr val="000000"/>
                </a:solidFill>
                <a:latin typeface="Microsoft YaHei"/>
              </a:rPr>
              <a:t>，</a:t>
            </a:r>
            <a:r>
              <a:rPr lang="en-US" altLang="zh-CN" sz="1370" dirty="0">
                <a:solidFill>
                  <a:srgbClr val="000000"/>
                </a:solidFill>
                <a:latin typeface="Microsoft YaHei"/>
              </a:rPr>
              <a:t>r</a:t>
            </a:r>
            <a:r>
              <a:rPr lang="zh-CN" altLang="en-US" sz="1370" dirty="0">
                <a:solidFill>
                  <a:srgbClr val="000000"/>
                </a:solidFill>
                <a:latin typeface="Microsoft YaHei"/>
              </a:rPr>
              <a:t>，</a:t>
            </a:r>
            <a:r>
              <a:rPr lang="el-GR" altLang="zh-CN" sz="1370" dirty="0">
                <a:solidFill>
                  <a:srgbClr val="000000"/>
                </a:solidFill>
                <a:latin typeface="Microsoft YaHei"/>
              </a:rPr>
              <a:t> ν</a:t>
            </a:r>
            <a:r>
              <a:rPr lang="en-US" altLang="zh-CN" sz="1370" dirty="0">
                <a:solidFill>
                  <a:srgbClr val="000000"/>
                </a:solidFill>
                <a:latin typeface="Microsoft YaHei"/>
              </a:rPr>
              <a:t>)</a:t>
            </a:r>
            <a:r>
              <a:rPr lang="zh-CN" altLang="en-US" sz="1370" dirty="0">
                <a:solidFill>
                  <a:srgbClr val="000000"/>
                </a:solidFill>
                <a:latin typeface="Microsoft YaHei"/>
              </a:rPr>
              <a:t>→</a:t>
            </a:r>
            <a:r>
              <a:rPr lang="en-US" altLang="zh-CN" sz="1370" dirty="0">
                <a:solidFill>
                  <a:srgbClr val="000000"/>
                </a:solidFill>
                <a:latin typeface="Microsoft YaHei"/>
              </a:rPr>
              <a:t>w</a:t>
            </a:r>
            <a:endParaRPr sz="1370" b="0" dirty="0">
              <a:solidFill>
                <a:srgbClr val="000000"/>
              </a:solidFill>
              <a:latin typeface="Microsoft YaHei"/>
            </a:endParaRPr>
          </a:p>
        </p:txBody>
      </p:sp>
      <p:cxnSp>
        <p:nvCxnSpPr>
          <p:cNvPr id="24" name="Connector 23"/>
          <p:cNvCxnSpPr/>
          <p:nvPr/>
        </p:nvCxnSpPr>
        <p:spPr>
          <a:xfrm>
            <a:off x="2624328" y="2596896"/>
            <a:ext cx="219456" cy="0"/>
          </a:xfrm>
          <a:prstGeom prst="line">
            <a:avLst/>
          </a:prstGeom>
          <a:ln w="30480">
            <a:solidFill>
              <a:srgbClr val="092B5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92040" y="2596896"/>
            <a:ext cx="219456"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159752" y="2596896"/>
            <a:ext cx="219456" cy="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427464" y="2596896"/>
            <a:ext cx="219456" cy="0"/>
          </a:xfrm>
          <a:prstGeom prst="line">
            <a:avLst/>
          </a:prstGeom>
          <a:ln w="30480">
            <a:solidFill>
              <a:srgbClr val="DF7B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953768" y="4489705"/>
            <a:ext cx="8284464" cy="996696"/>
          </a:xfrm>
          <a:prstGeom prst="roundRect">
            <a:avLst/>
          </a:prstGeom>
          <a:solidFill>
            <a:srgbClr val="E0ECF6"/>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191512" y="4558928"/>
            <a:ext cx="7808975" cy="812530"/>
          </a:xfrm>
          <a:prstGeom prst="rect">
            <a:avLst/>
          </a:prstGeom>
          <a:noFill/>
        </p:spPr>
        <p:txBody>
          <a:bodyPr wrap="square" lIns="27432" tIns="13716" rIns="27432" bIns="13716" anchor="ctr">
            <a:spAutoFit/>
          </a:bodyPr>
          <a:lstStyle/>
          <a:p>
            <a:pPr algn="ctr"/>
            <a:r>
              <a:rPr sz="1700" b="1" dirty="0">
                <a:solidFill>
                  <a:srgbClr val="092B56"/>
                </a:solidFill>
                <a:latin typeface="Microsoft YaHei"/>
              </a:rPr>
              <a:t>⑥</a:t>
            </a:r>
            <a:r>
              <a:rPr lang="zh-CN" altLang="en-US" sz="1700" b="1" dirty="0">
                <a:solidFill>
                  <a:srgbClr val="092B56"/>
                </a:solidFill>
                <a:latin typeface="Microsoft YaHei"/>
              </a:rPr>
              <a:t>用真实信道检验传输效果（</a:t>
            </a:r>
            <a:r>
              <a:rPr sz="1700" b="1" dirty="0" err="1">
                <a:solidFill>
                  <a:srgbClr val="092B56"/>
                </a:solidFill>
                <a:latin typeface="Microsoft YaHei"/>
              </a:rPr>
              <a:t>用同一预编码</a:t>
            </a:r>
            <a:r>
              <a:rPr sz="1700" b="1" dirty="0">
                <a:solidFill>
                  <a:srgbClr val="092B56"/>
                </a:solidFill>
                <a:latin typeface="Microsoft YaHei"/>
              </a:rPr>
              <a:t> w 在 </a:t>
            </a:r>
            <a:r>
              <a:rPr sz="1700" b="1" dirty="0" err="1">
                <a:solidFill>
                  <a:srgbClr val="092B56"/>
                </a:solidFill>
                <a:latin typeface="Microsoft YaHei"/>
              </a:rPr>
              <a:t>Hᵗʳ</a:t>
            </a:r>
            <a:r>
              <a:rPr sz="1700" b="1" dirty="0">
                <a:solidFill>
                  <a:srgbClr val="092B56"/>
                </a:solidFill>
                <a:latin typeface="Microsoft YaHei"/>
              </a:rPr>
              <a:t>ᵘᵉ </a:t>
            </a:r>
            <a:r>
              <a:rPr sz="1700" b="1" dirty="0" err="1">
                <a:solidFill>
                  <a:srgbClr val="092B56"/>
                </a:solidFill>
                <a:latin typeface="Microsoft YaHei"/>
              </a:rPr>
              <a:t>上重算下行速率</a:t>
            </a:r>
            <a:r>
              <a:rPr lang="zh-CN" altLang="en-US" sz="1700" b="1" dirty="0">
                <a:solidFill>
                  <a:srgbClr val="092B56"/>
                </a:solidFill>
                <a:latin typeface="Microsoft YaHei"/>
              </a:rPr>
              <a:t>）</a:t>
            </a:r>
            <a:r>
              <a:rPr sz="1700" b="1" dirty="0">
                <a:solidFill>
                  <a:srgbClr val="092B56"/>
                </a:solidFill>
                <a:latin typeface="Microsoft YaHei"/>
              </a:rPr>
              <a:t> → </a:t>
            </a:r>
            <a:r>
              <a:rPr lang="zh-CN" altLang="en-US" sz="1700" b="1" dirty="0">
                <a:solidFill>
                  <a:srgbClr val="092B56"/>
                </a:solidFill>
                <a:latin typeface="Microsoft YaHei"/>
              </a:rPr>
              <a:t>结合</a:t>
            </a:r>
            <a:r>
              <a:rPr sz="1700" b="1" dirty="0" err="1">
                <a:solidFill>
                  <a:srgbClr val="092B56"/>
                </a:solidFill>
                <a:latin typeface="Microsoft YaHei"/>
              </a:rPr>
              <a:t>业务交付量、体验分位与功率</a:t>
            </a:r>
            <a:endParaRPr lang="en-US" sz="1700" b="1" dirty="0">
              <a:solidFill>
                <a:srgbClr val="092B56"/>
              </a:solidFill>
              <a:latin typeface="Microsoft YaHei"/>
            </a:endParaRPr>
          </a:p>
          <a:p>
            <a:pPr algn="ctr"/>
            <a:r>
              <a:rPr lang="zh-CN" altLang="en-US" sz="1700" b="1" dirty="0">
                <a:solidFill>
                  <a:srgbClr val="092B56"/>
                </a:solidFill>
                <a:latin typeface="Microsoft YaHei"/>
              </a:rPr>
              <a:t>（</a:t>
            </a:r>
            <a:r>
              <a:rPr lang="en-US" sz="1700" b="1" dirty="0" err="1">
                <a:solidFill>
                  <a:srgbClr val="092B56"/>
                </a:solidFill>
                <a:latin typeface="Microsoft YaHei"/>
              </a:rPr>
              <a:t>Hᵗʳ</a:t>
            </a:r>
            <a:r>
              <a:rPr lang="en-US" sz="1700" b="1" dirty="0">
                <a:solidFill>
                  <a:srgbClr val="092B56"/>
                </a:solidFill>
                <a:latin typeface="Microsoft YaHei"/>
              </a:rPr>
              <a:t>ᵘᵉ</a:t>
            </a:r>
            <a:r>
              <a:rPr lang="zh-CN" altLang="en-US" sz="1700" b="1" dirty="0">
                <a:solidFill>
                  <a:srgbClr val="092B56"/>
                </a:solidFill>
                <a:latin typeface="Microsoft YaHei"/>
              </a:rPr>
              <a:t>，</a:t>
            </a:r>
            <a:r>
              <a:rPr lang="en-US" altLang="zh-CN" sz="1700" b="1" dirty="0">
                <a:solidFill>
                  <a:srgbClr val="092B56"/>
                </a:solidFill>
                <a:latin typeface="Microsoft YaHei"/>
              </a:rPr>
              <a:t>w</a:t>
            </a:r>
            <a:r>
              <a:rPr lang="zh-CN" altLang="en-US" sz="1700" b="1" dirty="0">
                <a:solidFill>
                  <a:srgbClr val="092B56"/>
                </a:solidFill>
                <a:latin typeface="Microsoft YaHei"/>
              </a:rPr>
              <a:t>，业务信息）→速率、体验、功率</a:t>
            </a:r>
            <a:endParaRPr sz="1700" b="1" dirty="0">
              <a:solidFill>
                <a:srgbClr val="092B56"/>
              </a:solidFill>
              <a:latin typeface="Microsoft YaHei"/>
            </a:endParaRPr>
          </a:p>
        </p:txBody>
      </p:sp>
      <p:sp>
        <p:nvSpPr>
          <p:cNvPr id="52" name="文本框 51">
            <a:extLst>
              <a:ext uri="{FF2B5EF4-FFF2-40B4-BE49-F238E27FC236}">
                <a16:creationId xmlns:a16="http://schemas.microsoft.com/office/drawing/2014/main" id="{AF57DC20-A356-43F1-F4B5-E21EC339DC05}"/>
              </a:ext>
            </a:extLst>
          </p:cNvPr>
          <p:cNvSpPr txBox="1"/>
          <p:nvPr/>
        </p:nvSpPr>
        <p:spPr>
          <a:xfrm>
            <a:off x="2734056" y="3724015"/>
            <a:ext cx="1210588" cy="338554"/>
          </a:xfrm>
          <a:prstGeom prst="rect">
            <a:avLst/>
          </a:prstGeom>
          <a:noFill/>
        </p:spPr>
        <p:txBody>
          <a:bodyPr wrap="none" rtlCol="0">
            <a:spAutoFit/>
          </a:bodyPr>
          <a:lstStyle/>
          <a:p>
            <a:r>
              <a:rPr lang="zh-CN" altLang="zh-CN" sz="1600" dirty="0"/>
              <a:t>评价用信道</a:t>
            </a:r>
            <a:endParaRPr lang="zh-CN" altLang="en-US" sz="1600" dirty="0"/>
          </a:p>
        </p:txBody>
      </p:sp>
      <p:sp>
        <p:nvSpPr>
          <p:cNvPr id="56" name="文本框 55">
            <a:extLst>
              <a:ext uri="{FF2B5EF4-FFF2-40B4-BE49-F238E27FC236}">
                <a16:creationId xmlns:a16="http://schemas.microsoft.com/office/drawing/2014/main" id="{37328763-02E4-60B9-29BA-B62F519CF672}"/>
              </a:ext>
            </a:extLst>
          </p:cNvPr>
          <p:cNvSpPr txBox="1"/>
          <p:nvPr/>
        </p:nvSpPr>
        <p:spPr>
          <a:xfrm>
            <a:off x="911424" y="6093296"/>
            <a:ext cx="10161756" cy="369332"/>
          </a:xfrm>
          <a:prstGeom prst="rect">
            <a:avLst/>
          </a:prstGeom>
          <a:noFill/>
        </p:spPr>
        <p:txBody>
          <a:bodyPr wrap="none" rtlCol="0">
            <a:spAutoFit/>
          </a:bodyPr>
          <a:lstStyle/>
          <a:p>
            <a:pPr algn="ctr"/>
            <a:r>
              <a:rPr lang="zh-CN" altLang="zh-CN" dirty="0"/>
              <a:t>仿真器利用真实信道生成观测并评价性能；非理想 CSI 分支依据估计信道与误差统计设计预编码。</a:t>
            </a:r>
            <a:endParaRPr lang="zh-CN" altLang="en-US" dirty="0"/>
          </a:p>
        </p:txBody>
      </p:sp>
      <p:cxnSp>
        <p:nvCxnSpPr>
          <p:cNvPr id="62" name="直接箭头连接符 61">
            <a:extLst>
              <a:ext uri="{FF2B5EF4-FFF2-40B4-BE49-F238E27FC236}">
                <a16:creationId xmlns:a16="http://schemas.microsoft.com/office/drawing/2014/main" id="{5242135E-CAF4-7E95-DE2E-C8E72515A3E1}"/>
              </a:ext>
            </a:extLst>
          </p:cNvPr>
          <p:cNvCxnSpPr>
            <a:stCxn id="8" idx="2"/>
          </p:cNvCxnSpPr>
          <p:nvPr/>
        </p:nvCxnSpPr>
        <p:spPr>
          <a:xfrm flipH="1">
            <a:off x="3863752" y="3337560"/>
            <a:ext cx="13304" cy="11521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0C50DA10-FFFF-34A7-257C-4D4EACE7E4DB}"/>
              </a:ext>
            </a:extLst>
          </p:cNvPr>
          <p:cNvCxnSpPr>
            <a:stCxn id="4" idx="2"/>
            <a:endCxn id="28" idx="1"/>
          </p:cNvCxnSpPr>
          <p:nvPr/>
        </p:nvCxnSpPr>
        <p:spPr>
          <a:xfrm rot="16200000" flipH="1">
            <a:off x="956310" y="3990594"/>
            <a:ext cx="1650493" cy="34442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6" name="文本框 65">
            <a:extLst>
              <a:ext uri="{FF2B5EF4-FFF2-40B4-BE49-F238E27FC236}">
                <a16:creationId xmlns:a16="http://schemas.microsoft.com/office/drawing/2014/main" id="{CCF74FC1-8A23-51A4-A919-9BECEB246B05}"/>
              </a:ext>
            </a:extLst>
          </p:cNvPr>
          <p:cNvSpPr txBox="1"/>
          <p:nvPr/>
        </p:nvSpPr>
        <p:spPr>
          <a:xfrm>
            <a:off x="263353" y="3907878"/>
            <a:ext cx="1199688" cy="584775"/>
          </a:xfrm>
          <a:prstGeom prst="rect">
            <a:avLst/>
          </a:prstGeom>
          <a:noFill/>
        </p:spPr>
        <p:txBody>
          <a:bodyPr wrap="square" rtlCol="0">
            <a:spAutoFit/>
          </a:bodyPr>
          <a:lstStyle/>
          <a:p>
            <a:r>
              <a:rPr lang="zh-CN" altLang="zh-CN" sz="1600" dirty="0"/>
              <a:t>业务到达与活跃信息</a:t>
            </a:r>
            <a:endParaRPr lang="zh-CN" altLang="en-US" sz="1600" dirty="0">
              <a:solidFill>
                <a:schemeClr val="accent5"/>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7309" y="362097"/>
            <a:ext cx="5262979" cy="590931"/>
          </a:xfrm>
        </p:spPr>
        <p:txBody>
          <a:bodyPr wrap="none"/>
          <a:lstStyle/>
          <a:p>
            <a:r>
              <a:rPr lang="zh-CN" altLang="en-US" b="1" dirty="0">
                <a:solidFill>
                  <a:srgbClr val="092B56"/>
                </a:solidFill>
                <a:latin typeface="Microsoft YaHei"/>
              </a:rPr>
              <a:t>参考信号观测与信道估计</a:t>
            </a:r>
            <a:endParaRPr b="1" dirty="0">
              <a:solidFill>
                <a:srgbClr val="092B56"/>
              </a:solidFill>
              <a:latin typeface="Microsoft YaHei"/>
            </a:endParaRPr>
          </a:p>
        </p:txBody>
      </p:sp>
      <p:sp>
        <p:nvSpPr>
          <p:cNvPr id="3" name="Rounded Rectangle 2"/>
          <p:cNvSpPr/>
          <p:nvPr/>
        </p:nvSpPr>
        <p:spPr>
          <a:xfrm>
            <a:off x="594360" y="1298448"/>
            <a:ext cx="3218688" cy="4498848"/>
          </a:xfrm>
          <a:prstGeom prst="roundRect">
            <a:avLst/>
          </a:prstGeom>
          <a:solidFill>
            <a:srgbClr val="F7FAFC"/>
          </a:solidFill>
          <a:ln w="10160">
            <a:solidFill>
              <a:srgbClr val="E0E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594360" y="1298448"/>
            <a:ext cx="3218688" cy="457200"/>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76656" y="1344168"/>
            <a:ext cx="3054096" cy="347472"/>
          </a:xfrm>
          <a:prstGeom prst="rect">
            <a:avLst/>
          </a:prstGeom>
          <a:noFill/>
        </p:spPr>
        <p:txBody>
          <a:bodyPr wrap="square" lIns="27432" tIns="13716" rIns="27432" bIns="13716" anchor="ctr">
            <a:spAutoFit/>
          </a:bodyPr>
          <a:lstStyle/>
          <a:p>
            <a:pPr algn="ctr"/>
            <a:r>
              <a:rPr lang="en-US" sz="1800" b="1" dirty="0">
                <a:solidFill>
                  <a:srgbClr val="FFFFFF"/>
                </a:solidFill>
                <a:latin typeface="Microsoft YaHei"/>
              </a:rPr>
              <a:t>真实信道</a:t>
            </a:r>
          </a:p>
        </p:txBody>
      </p:sp>
      <p:sp>
        <p:nvSpPr>
          <p:cNvPr id="6" name="TextBox 5"/>
          <p:cNvSpPr txBox="1"/>
          <p:nvPr/>
        </p:nvSpPr>
        <p:spPr>
          <a:xfrm>
            <a:off x="722376" y="1856232"/>
            <a:ext cx="2962656" cy="310896"/>
          </a:xfrm>
          <a:prstGeom prst="rect">
            <a:avLst/>
          </a:prstGeom>
          <a:noFill/>
        </p:spPr>
        <p:txBody>
          <a:bodyPr wrap="square" lIns="27432" tIns="13716" rIns="27432" bIns="13716" anchor="ctr">
            <a:spAutoFit/>
          </a:bodyPr>
          <a:lstStyle/>
          <a:p>
            <a:pPr algn="ctr"/>
            <a:r>
              <a:rPr sz="1450" b="1">
                <a:solidFill>
                  <a:srgbClr val="092B56"/>
                </a:solidFill>
                <a:latin typeface="Microsoft YaHei"/>
              </a:rPr>
              <a:t>传播映射</a:t>
            </a:r>
          </a:p>
        </p:txBody>
      </p:sp>
      <p:sp>
        <p:nvSpPr>
          <p:cNvPr id="7" name="Rounded Rectangle 6"/>
          <p:cNvSpPr/>
          <p:nvPr/>
        </p:nvSpPr>
        <p:spPr>
          <a:xfrm>
            <a:off x="3995928" y="1298448"/>
            <a:ext cx="3429000" cy="4498848"/>
          </a:xfrm>
          <a:prstGeom prst="roundRect">
            <a:avLst/>
          </a:prstGeom>
          <a:solidFill>
            <a:srgbClr val="F7FAFC"/>
          </a:solidFill>
          <a:ln w="10160">
            <a:solidFill>
              <a:srgbClr val="E0E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995928" y="1298448"/>
            <a:ext cx="3429000" cy="457200"/>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078224" y="1344168"/>
            <a:ext cx="3264408" cy="347472"/>
          </a:xfrm>
          <a:prstGeom prst="rect">
            <a:avLst/>
          </a:prstGeom>
          <a:noFill/>
        </p:spPr>
        <p:txBody>
          <a:bodyPr wrap="square" lIns="27432" tIns="13716" rIns="27432" bIns="13716" anchor="ctr">
            <a:spAutoFit/>
          </a:bodyPr>
          <a:lstStyle/>
          <a:p>
            <a:pPr algn="ctr"/>
            <a:r>
              <a:rPr sz="1800" b="1">
                <a:solidFill>
                  <a:srgbClr val="FFFFFF"/>
                </a:solidFill>
                <a:latin typeface="Microsoft YaHei"/>
              </a:rPr>
              <a:t>参考信号观测</a:t>
            </a:r>
          </a:p>
        </p:txBody>
      </p:sp>
      <p:sp>
        <p:nvSpPr>
          <p:cNvPr id="10" name="TextBox 9"/>
          <p:cNvSpPr txBox="1"/>
          <p:nvPr/>
        </p:nvSpPr>
        <p:spPr>
          <a:xfrm>
            <a:off x="4123944" y="1856232"/>
            <a:ext cx="3172968" cy="310896"/>
          </a:xfrm>
          <a:prstGeom prst="rect">
            <a:avLst/>
          </a:prstGeom>
          <a:noFill/>
        </p:spPr>
        <p:txBody>
          <a:bodyPr wrap="square" lIns="27432" tIns="13716" rIns="27432" bIns="13716" anchor="ctr">
            <a:spAutoFit/>
          </a:bodyPr>
          <a:lstStyle/>
          <a:p>
            <a:pPr algn="ctr"/>
            <a:r>
              <a:rPr sz="1450" b="1">
                <a:solidFill>
                  <a:srgbClr val="092B56"/>
                </a:solidFill>
                <a:latin typeface="Microsoft YaHei"/>
              </a:rPr>
              <a:t>物理方向与测量</a:t>
            </a:r>
          </a:p>
        </p:txBody>
      </p:sp>
      <p:sp>
        <p:nvSpPr>
          <p:cNvPr id="11" name="Rounded Rectangle 10"/>
          <p:cNvSpPr/>
          <p:nvPr/>
        </p:nvSpPr>
        <p:spPr>
          <a:xfrm>
            <a:off x="7598664" y="1298448"/>
            <a:ext cx="4041648" cy="4498848"/>
          </a:xfrm>
          <a:prstGeom prst="roundRect">
            <a:avLst/>
          </a:prstGeom>
          <a:solidFill>
            <a:srgbClr val="F7FAFC"/>
          </a:solidFill>
          <a:ln w="10160">
            <a:solidFill>
              <a:srgbClr val="E0E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598664" y="1298448"/>
            <a:ext cx="4041648" cy="457200"/>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80960" y="1344168"/>
            <a:ext cx="3877056" cy="347472"/>
          </a:xfrm>
          <a:prstGeom prst="rect">
            <a:avLst/>
          </a:prstGeom>
          <a:noFill/>
        </p:spPr>
        <p:txBody>
          <a:bodyPr wrap="square" lIns="27432" tIns="13716" rIns="27432" bIns="13716" anchor="ctr">
            <a:spAutoFit/>
          </a:bodyPr>
          <a:lstStyle/>
          <a:p>
            <a:pPr algn="ctr"/>
            <a:r>
              <a:rPr sz="1800" b="1">
                <a:solidFill>
                  <a:srgbClr val="FFFFFF"/>
                </a:solidFill>
                <a:latin typeface="Microsoft YaHei"/>
              </a:rPr>
              <a:t>后验输出</a:t>
            </a:r>
          </a:p>
        </p:txBody>
      </p:sp>
      <p:sp>
        <p:nvSpPr>
          <p:cNvPr id="14" name="TextBox 13"/>
          <p:cNvSpPr txBox="1"/>
          <p:nvPr/>
        </p:nvSpPr>
        <p:spPr>
          <a:xfrm>
            <a:off x="7726679" y="1856232"/>
            <a:ext cx="3785615" cy="310896"/>
          </a:xfrm>
          <a:prstGeom prst="rect">
            <a:avLst/>
          </a:prstGeom>
          <a:noFill/>
        </p:spPr>
        <p:txBody>
          <a:bodyPr wrap="square" lIns="27432" tIns="13716" rIns="27432" bIns="13716" anchor="ctr">
            <a:spAutoFit/>
          </a:bodyPr>
          <a:lstStyle/>
          <a:p>
            <a:pPr algn="ctr"/>
            <a:r>
              <a:rPr sz="1450" b="1">
                <a:solidFill>
                  <a:srgbClr val="092B56"/>
                </a:solidFill>
                <a:latin typeface="Microsoft YaHei"/>
              </a:rPr>
              <a:t>估计与不确定性</a:t>
            </a:r>
          </a:p>
        </p:txBody>
      </p:sp>
      <p:sp>
        <p:nvSpPr>
          <p:cNvPr id="15" name="Rounded Rectangle 14"/>
          <p:cNvSpPr/>
          <p:nvPr/>
        </p:nvSpPr>
        <p:spPr>
          <a:xfrm>
            <a:off x="813816" y="2322576"/>
            <a:ext cx="2724912" cy="105156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13816" y="2322576"/>
            <a:ext cx="2724912"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86968" y="2385289"/>
            <a:ext cx="2578608" cy="267766"/>
          </a:xfrm>
          <a:prstGeom prst="rect">
            <a:avLst/>
          </a:prstGeom>
          <a:noFill/>
        </p:spPr>
        <p:txBody>
          <a:bodyPr wrap="square" lIns="27432" tIns="13716" rIns="27432" bIns="13716" anchor="ctr">
            <a:spAutoFit/>
          </a:bodyPr>
          <a:lstStyle/>
          <a:p>
            <a:pPr algn="ctr"/>
            <a:r>
              <a:rPr sz="1560" b="1" dirty="0">
                <a:solidFill>
                  <a:srgbClr val="FFFFFF"/>
                </a:solidFill>
                <a:latin typeface="Microsoft YaHei"/>
              </a:rPr>
              <a:t>① 真信道</a:t>
            </a:r>
            <a:endParaRPr sz="1560" b="1" dirty="0">
              <a:solidFill>
                <a:srgbClr val="FFFFFF"/>
              </a:solidFill>
              <a:latin typeface="Microsoft YaHei"/>
            </a:endParaRPr>
          </a:p>
        </p:txBody>
      </p:sp>
      <p:sp>
        <p:nvSpPr>
          <p:cNvPr id="18" name="TextBox 17"/>
          <p:cNvSpPr txBox="1"/>
          <p:nvPr/>
        </p:nvSpPr>
        <p:spPr>
          <a:xfrm>
            <a:off x="932688" y="2761488"/>
            <a:ext cx="2487168" cy="521208"/>
          </a:xfrm>
          <a:prstGeom prst="rect">
            <a:avLst/>
          </a:prstGeom>
          <a:noFill/>
        </p:spPr>
        <p:txBody>
          <a:bodyPr wrap="square" lIns="27432" tIns="13716" rIns="27432" bIns="13716" anchor="ctr">
            <a:spAutoFit/>
          </a:bodyPr>
          <a:lstStyle/>
          <a:p>
            <a:pPr algn="l"/>
            <a:r>
              <a:rPr sz="1400" b="0">
                <a:solidFill>
                  <a:srgbClr val="000000"/>
                </a:solidFill>
                <a:latin typeface="Microsoft YaHei"/>
              </a:rPr>
              <a:t>Hᵗʳᵘᵉₖₗg ∈ ℂ⁴×⁶⁴</a:t>
            </a:r>
          </a:p>
        </p:txBody>
      </p:sp>
      <p:cxnSp>
        <p:nvCxnSpPr>
          <p:cNvPr id="19" name="Connector 18"/>
          <p:cNvCxnSpPr/>
          <p:nvPr/>
        </p:nvCxnSpPr>
        <p:spPr>
          <a:xfrm>
            <a:off x="3557015" y="2724912"/>
            <a:ext cx="612648"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87952" y="2322576"/>
            <a:ext cx="2980944" cy="105156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4187952" y="2322576"/>
            <a:ext cx="2980944"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261104" y="2345436"/>
            <a:ext cx="2834639" cy="347472"/>
          </a:xfrm>
          <a:prstGeom prst="rect">
            <a:avLst/>
          </a:prstGeom>
          <a:noFill/>
        </p:spPr>
        <p:txBody>
          <a:bodyPr wrap="square" lIns="27432" tIns="13716" rIns="27432" bIns="13716" anchor="ctr">
            <a:spAutoFit/>
          </a:bodyPr>
          <a:lstStyle/>
          <a:p>
            <a:pPr algn="ctr"/>
            <a:r>
              <a:rPr sz="1560" b="1">
                <a:solidFill>
                  <a:srgbClr val="FFFFFF"/>
                </a:solidFill>
                <a:latin typeface="Microsoft YaHei"/>
              </a:rPr>
              <a:t>② 参考信号观测</a:t>
            </a:r>
          </a:p>
        </p:txBody>
      </p:sp>
      <p:sp>
        <p:nvSpPr>
          <p:cNvPr id="23" name="TextBox 22"/>
          <p:cNvSpPr txBox="1"/>
          <p:nvPr/>
        </p:nvSpPr>
        <p:spPr>
          <a:xfrm>
            <a:off x="4306824" y="2761488"/>
            <a:ext cx="2743200" cy="521208"/>
          </a:xfrm>
          <a:prstGeom prst="rect">
            <a:avLst/>
          </a:prstGeom>
          <a:noFill/>
        </p:spPr>
        <p:txBody>
          <a:bodyPr wrap="square" lIns="27432" tIns="13716" rIns="27432" bIns="13716" anchor="ctr">
            <a:spAutoFit/>
          </a:bodyPr>
          <a:lstStyle/>
          <a:p>
            <a:pPr algn="l"/>
            <a:r>
              <a:rPr sz="1200" b="0">
                <a:solidFill>
                  <a:srgbClr val="000000"/>
                </a:solidFill>
                <a:latin typeface="Microsoft YaHei"/>
              </a:rPr>
              <a:t>UE 发 SRS → TRP 接收</a:t>
            </a:r>
          </a:p>
          <a:p>
            <a:pPr algn="l"/>
            <a:r>
              <a:rPr sz="1200" b="0">
                <a:solidFill>
                  <a:srgbClr val="000000"/>
                </a:solidFill>
                <a:latin typeface="Microsoft YaHei"/>
              </a:rPr>
              <a:t>TRP 发 CSI-RS → UE 观测</a:t>
            </a:r>
          </a:p>
        </p:txBody>
      </p:sp>
      <p:cxnSp>
        <p:nvCxnSpPr>
          <p:cNvPr id="24" name="Connector 23"/>
          <p:cNvCxnSpPr/>
          <p:nvPr/>
        </p:nvCxnSpPr>
        <p:spPr>
          <a:xfrm>
            <a:off x="7196328" y="2724912"/>
            <a:ext cx="576072" cy="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836408" y="2322576"/>
            <a:ext cx="3520440" cy="105156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7836408" y="2322576"/>
            <a:ext cx="3520440"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909560" y="2345436"/>
            <a:ext cx="3374136" cy="347472"/>
          </a:xfrm>
          <a:prstGeom prst="rect">
            <a:avLst/>
          </a:prstGeom>
          <a:noFill/>
        </p:spPr>
        <p:txBody>
          <a:bodyPr wrap="square" lIns="27432" tIns="13716" rIns="27432" bIns="13716" anchor="ctr">
            <a:spAutoFit/>
          </a:bodyPr>
          <a:lstStyle/>
          <a:p>
            <a:pPr algn="ctr"/>
            <a:r>
              <a:rPr sz="1560" b="1">
                <a:solidFill>
                  <a:srgbClr val="FFFFFF"/>
                </a:solidFill>
                <a:latin typeface="Microsoft YaHei"/>
              </a:rPr>
              <a:t>③ 后验估计</a:t>
            </a:r>
          </a:p>
        </p:txBody>
      </p:sp>
      <p:sp>
        <p:nvSpPr>
          <p:cNvPr id="28" name="TextBox 27"/>
          <p:cNvSpPr txBox="1"/>
          <p:nvPr/>
        </p:nvSpPr>
        <p:spPr>
          <a:xfrm>
            <a:off x="7955280" y="2761488"/>
            <a:ext cx="3282696" cy="521208"/>
          </a:xfrm>
          <a:prstGeom prst="rect">
            <a:avLst/>
          </a:prstGeom>
          <a:noFill/>
        </p:spPr>
        <p:txBody>
          <a:bodyPr wrap="square" lIns="27432" tIns="13716" rIns="27432" bIns="13716" anchor="ctr">
            <a:spAutoFit/>
          </a:bodyPr>
          <a:lstStyle/>
          <a:p>
            <a:pPr algn="l"/>
            <a:r>
              <a:rPr sz="1400" b="0">
                <a:solidFill>
                  <a:srgbClr val="000000"/>
                </a:solidFill>
                <a:latin typeface="Microsoft YaHei"/>
              </a:rPr>
              <a:t>Ĥₖₗg ∈ ℂ⁴×⁶⁴</a:t>
            </a:r>
          </a:p>
          <a:p>
            <a:pPr algn="l"/>
            <a:r>
              <a:rPr sz="1400" b="0">
                <a:solidFill>
                  <a:srgbClr val="000000"/>
                </a:solidFill>
                <a:latin typeface="Microsoft YaHei"/>
              </a:rPr>
              <a:t>Cₖₗg ∈ ℂ⁴×⁴</a:t>
            </a:r>
          </a:p>
        </p:txBody>
      </p:sp>
      <p:sp>
        <p:nvSpPr>
          <p:cNvPr id="29" name="Rounded Rectangle 28"/>
          <p:cNvSpPr/>
          <p:nvPr/>
        </p:nvSpPr>
        <p:spPr>
          <a:xfrm>
            <a:off x="7836408" y="3483864"/>
            <a:ext cx="3520440" cy="832104"/>
          </a:xfrm>
          <a:prstGeom prst="roundRect">
            <a:avLst/>
          </a:prstGeom>
          <a:solidFill>
            <a:srgbClr val="E0ECF6"/>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7836408" y="3483864"/>
            <a:ext cx="3520440"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909560" y="3506724"/>
            <a:ext cx="3374136" cy="347472"/>
          </a:xfrm>
          <a:prstGeom prst="rect">
            <a:avLst/>
          </a:prstGeom>
          <a:noFill/>
        </p:spPr>
        <p:txBody>
          <a:bodyPr wrap="square" lIns="27432" tIns="13716" rIns="27432" bIns="13716" anchor="ctr">
            <a:spAutoFit/>
          </a:bodyPr>
          <a:lstStyle/>
          <a:p>
            <a:pPr algn="ctr"/>
            <a:r>
              <a:rPr sz="1560" b="1">
                <a:solidFill>
                  <a:srgbClr val="FFFFFF"/>
                </a:solidFill>
                <a:latin typeface="Microsoft YaHei"/>
              </a:rPr>
              <a:t>SRS 等效观测</a:t>
            </a:r>
          </a:p>
        </p:txBody>
      </p:sp>
      <p:sp>
        <p:nvSpPr>
          <p:cNvPr id="32" name="TextBox 31"/>
          <p:cNvSpPr txBox="1"/>
          <p:nvPr/>
        </p:nvSpPr>
        <p:spPr>
          <a:xfrm>
            <a:off x="7955280" y="3950208"/>
            <a:ext cx="3282696" cy="329184"/>
          </a:xfrm>
          <a:prstGeom prst="rect">
            <a:avLst/>
          </a:prstGeom>
          <a:noFill/>
        </p:spPr>
        <p:txBody>
          <a:bodyPr wrap="square" lIns="27432" tIns="13716" rIns="27432" bIns="13716" anchor="ctr">
            <a:spAutoFit/>
          </a:bodyPr>
          <a:lstStyle/>
          <a:p>
            <a:pPr algn="l"/>
            <a:r>
              <a:rPr sz="1400" b="0">
                <a:solidFill>
                  <a:srgbClr val="000000"/>
                </a:solidFill>
                <a:latin typeface="Microsoft YaHei"/>
              </a:rPr>
              <a:t>Yₛ = S Hᵗʳᵘᵉ + Nₛ</a:t>
            </a:r>
          </a:p>
        </p:txBody>
      </p:sp>
      <p:sp>
        <p:nvSpPr>
          <p:cNvPr id="35" name="Rounded Rectangle 34"/>
          <p:cNvSpPr/>
          <p:nvPr/>
        </p:nvSpPr>
        <p:spPr>
          <a:xfrm>
            <a:off x="4187952" y="3483864"/>
            <a:ext cx="2980944" cy="832104"/>
          </a:xfrm>
          <a:prstGeom prst="roundRect">
            <a:avLst/>
          </a:prstGeom>
          <a:solidFill>
            <a:srgbClr val="E0ECF6"/>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4187952" y="3483864"/>
            <a:ext cx="2980944"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261104" y="3506724"/>
            <a:ext cx="2834639" cy="347472"/>
          </a:xfrm>
          <a:prstGeom prst="rect">
            <a:avLst/>
          </a:prstGeom>
          <a:noFill/>
        </p:spPr>
        <p:txBody>
          <a:bodyPr wrap="square" lIns="27432" tIns="13716" rIns="27432" bIns="13716" anchor="ctr">
            <a:spAutoFit/>
          </a:bodyPr>
          <a:lstStyle/>
          <a:p>
            <a:pPr algn="ctr"/>
            <a:r>
              <a:rPr sz="1560" b="1">
                <a:solidFill>
                  <a:srgbClr val="FFFFFF"/>
                </a:solidFill>
                <a:latin typeface="Microsoft YaHei"/>
              </a:rPr>
              <a:t>CSI-RS 等效观测</a:t>
            </a:r>
          </a:p>
        </p:txBody>
      </p:sp>
      <p:sp>
        <p:nvSpPr>
          <p:cNvPr id="38" name="TextBox 37"/>
          <p:cNvSpPr txBox="1"/>
          <p:nvPr/>
        </p:nvSpPr>
        <p:spPr>
          <a:xfrm>
            <a:off x="4306824" y="3950208"/>
            <a:ext cx="2743200" cy="329184"/>
          </a:xfrm>
          <a:prstGeom prst="rect">
            <a:avLst/>
          </a:prstGeom>
          <a:noFill/>
        </p:spPr>
        <p:txBody>
          <a:bodyPr wrap="square" lIns="27432" tIns="13716" rIns="27432" bIns="13716" anchor="ctr">
            <a:spAutoFit/>
          </a:bodyPr>
          <a:lstStyle/>
          <a:p>
            <a:pPr algn="l"/>
            <a:r>
              <a:rPr sz="1400" b="0">
                <a:solidFill>
                  <a:srgbClr val="000000"/>
                </a:solidFill>
                <a:latin typeface="Microsoft YaHei"/>
              </a:rPr>
              <a:t>Y꜀ = Hᵗʳᵘᵉ + N꜀</a:t>
            </a:r>
          </a:p>
        </p:txBody>
      </p:sp>
      <p:sp>
        <p:nvSpPr>
          <p:cNvPr id="40" name="Rounded Rectangle 39"/>
          <p:cNvSpPr/>
          <p:nvPr/>
        </p:nvSpPr>
        <p:spPr>
          <a:xfrm>
            <a:off x="813816" y="3483864"/>
            <a:ext cx="2724912" cy="832104"/>
          </a:xfrm>
          <a:prstGeom prst="roundRect">
            <a:avLst/>
          </a:prstGeom>
          <a:solidFill>
            <a:srgbClr val="E0ECF6"/>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813816" y="3483864"/>
            <a:ext cx="2724912"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968" y="3506724"/>
            <a:ext cx="2578608" cy="347472"/>
          </a:xfrm>
          <a:prstGeom prst="rect">
            <a:avLst/>
          </a:prstGeom>
          <a:noFill/>
        </p:spPr>
        <p:txBody>
          <a:bodyPr wrap="square" lIns="27432" tIns="13716" rIns="27432" bIns="13716" anchor="ctr">
            <a:spAutoFit/>
          </a:bodyPr>
          <a:lstStyle/>
          <a:p>
            <a:pPr algn="ctr"/>
            <a:r>
              <a:rPr sz="1560" b="1">
                <a:solidFill>
                  <a:srgbClr val="FFFFFF"/>
                </a:solidFill>
                <a:latin typeface="Microsoft YaHei"/>
              </a:rPr>
              <a:t>当前等效观测模型</a:t>
            </a:r>
          </a:p>
        </p:txBody>
      </p:sp>
      <p:sp>
        <p:nvSpPr>
          <p:cNvPr id="43" name="TextBox 42"/>
          <p:cNvSpPr txBox="1"/>
          <p:nvPr/>
        </p:nvSpPr>
        <p:spPr>
          <a:xfrm>
            <a:off x="932688" y="3950208"/>
            <a:ext cx="2487168" cy="329184"/>
          </a:xfrm>
          <a:prstGeom prst="rect">
            <a:avLst/>
          </a:prstGeom>
          <a:noFill/>
        </p:spPr>
        <p:txBody>
          <a:bodyPr wrap="square" lIns="27432" tIns="13716" rIns="27432" bIns="13716" anchor="ctr">
            <a:spAutoFit/>
          </a:bodyPr>
          <a:lstStyle/>
          <a:p>
            <a:pPr algn="l"/>
            <a:r>
              <a:rPr sz="1400" b="0">
                <a:solidFill>
                  <a:srgbClr val="000000"/>
                </a:solidFill>
                <a:latin typeface="Microsoft YaHei"/>
              </a:rPr>
              <a:t>先验：P₀ = βRᵣₓ</a:t>
            </a:r>
          </a:p>
        </p:txBody>
      </p:sp>
      <p:sp>
        <p:nvSpPr>
          <p:cNvPr id="44" name="Rounded Rectangle 43"/>
          <p:cNvSpPr/>
          <p:nvPr/>
        </p:nvSpPr>
        <p:spPr>
          <a:xfrm>
            <a:off x="768096" y="4700016"/>
            <a:ext cx="10497312" cy="713232"/>
          </a:xfrm>
          <a:prstGeom prst="roundRect">
            <a:avLst/>
          </a:prstGeom>
          <a:solidFill>
            <a:srgbClr val="FFF7EB"/>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941832" y="4764024"/>
            <a:ext cx="10168128" cy="566928"/>
          </a:xfrm>
          <a:prstGeom prst="rect">
            <a:avLst/>
          </a:prstGeom>
          <a:noFill/>
        </p:spPr>
        <p:txBody>
          <a:bodyPr wrap="square" lIns="27432" tIns="13716" rIns="27432" bIns="13716" anchor="ctr">
            <a:spAutoFit/>
          </a:bodyPr>
          <a:lstStyle/>
          <a:p>
            <a:pPr algn="l"/>
            <a:r>
              <a:rPr sz="1550" b="1">
                <a:solidFill>
                  <a:srgbClr val="000000"/>
                </a:solidFill>
                <a:latin typeface="Microsoft YaHei"/>
              </a:rPr>
              <a:t>信道估计描述传播映射，误差协方差描述估计的不确定性。</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多流下行发送与接收</a:t>
            </a:r>
          </a:p>
        </p:txBody>
      </p:sp>
      <p:sp>
        <p:nvSpPr>
          <p:cNvPr id="3" name="Rounded Rectangle 2"/>
          <p:cNvSpPr/>
          <p:nvPr/>
        </p:nvSpPr>
        <p:spPr>
          <a:xfrm>
            <a:off x="649224" y="1408176"/>
            <a:ext cx="1847088" cy="1078992"/>
          </a:xfrm>
          <a:prstGeom prst="roundRect">
            <a:avLst/>
          </a:prstGeom>
          <a:solidFill>
            <a:srgbClr val="092B56"/>
          </a:solidFill>
          <a:ln w="10160">
            <a:solidFill>
              <a:srgbClr val="092B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49808" y="1554480"/>
            <a:ext cx="1645920" cy="758952"/>
          </a:xfrm>
          <a:prstGeom prst="rect">
            <a:avLst/>
          </a:prstGeom>
          <a:noFill/>
        </p:spPr>
        <p:txBody>
          <a:bodyPr wrap="square" lIns="27432" tIns="13716" rIns="27432" bIns="13716" anchor="ctr">
            <a:spAutoFit/>
          </a:bodyPr>
          <a:lstStyle/>
          <a:p>
            <a:pPr algn="ctr"/>
            <a:r>
              <a:rPr sz="1650" b="1">
                <a:solidFill>
                  <a:srgbClr val="FFFFFF"/>
                </a:solidFill>
                <a:latin typeface="Microsoft YaHei"/>
              </a:rPr>
              <a:t>① 数据流</a:t>
            </a:r>
          </a:p>
          <a:p>
            <a:pPr algn="ctr"/>
            <a:r>
              <a:rPr sz="1650" b="1">
                <a:solidFill>
                  <a:srgbClr val="FFFFFF"/>
                </a:solidFill>
                <a:latin typeface="Microsoft YaHei"/>
              </a:rPr>
              <a:t>sₖ：r×1</a:t>
            </a:r>
          </a:p>
        </p:txBody>
      </p:sp>
      <p:sp>
        <p:nvSpPr>
          <p:cNvPr id="5" name="Rounded Rectangle 4"/>
          <p:cNvSpPr/>
          <p:nvPr/>
        </p:nvSpPr>
        <p:spPr>
          <a:xfrm>
            <a:off x="649224" y="2834640"/>
            <a:ext cx="1847088" cy="1078992"/>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2980944"/>
            <a:ext cx="1645920" cy="758952"/>
          </a:xfrm>
          <a:prstGeom prst="rect">
            <a:avLst/>
          </a:prstGeom>
          <a:noFill/>
        </p:spPr>
        <p:txBody>
          <a:bodyPr wrap="square" lIns="27432" tIns="13716" rIns="27432" bIns="13716" anchor="ctr">
            <a:spAutoFit/>
          </a:bodyPr>
          <a:lstStyle/>
          <a:p>
            <a:pPr algn="ctr"/>
            <a:r>
              <a:rPr sz="1800" b="1">
                <a:solidFill>
                  <a:srgbClr val="FFFFFF"/>
                </a:solidFill>
                <a:latin typeface="Microsoft YaHei"/>
              </a:rPr>
              <a:t>矩阵维度</a:t>
            </a:r>
          </a:p>
        </p:txBody>
      </p:sp>
      <p:sp>
        <p:nvSpPr>
          <p:cNvPr id="7" name="Rounded Rectangle 6"/>
          <p:cNvSpPr/>
          <p:nvPr/>
        </p:nvSpPr>
        <p:spPr>
          <a:xfrm>
            <a:off x="649224" y="4261104"/>
            <a:ext cx="1847088" cy="1078992"/>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4407408"/>
            <a:ext cx="1645920" cy="758952"/>
          </a:xfrm>
          <a:prstGeom prst="rect">
            <a:avLst/>
          </a:prstGeom>
          <a:noFill/>
        </p:spPr>
        <p:txBody>
          <a:bodyPr wrap="square" lIns="27432" tIns="13716" rIns="27432" bIns="13716" anchor="ctr">
            <a:spAutoFit/>
          </a:bodyPr>
          <a:lstStyle/>
          <a:p>
            <a:pPr algn="ctr"/>
            <a:r>
              <a:rPr sz="1800" b="1">
                <a:solidFill>
                  <a:srgbClr val="FFFFFF"/>
                </a:solidFill>
                <a:latin typeface="Microsoft YaHei"/>
              </a:rPr>
              <a:t>接收分解</a:t>
            </a:r>
          </a:p>
        </p:txBody>
      </p:sp>
      <p:sp>
        <p:nvSpPr>
          <p:cNvPr id="9" name="Rounded Rectangle 8"/>
          <p:cNvSpPr/>
          <p:nvPr/>
        </p:nvSpPr>
        <p:spPr>
          <a:xfrm>
            <a:off x="2770632" y="1435608"/>
            <a:ext cx="2423160" cy="100584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770632" y="1435608"/>
            <a:ext cx="2423160"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43784" y="1499090"/>
            <a:ext cx="2276856" cy="266227"/>
          </a:xfrm>
          <a:prstGeom prst="rect">
            <a:avLst/>
          </a:prstGeom>
          <a:noFill/>
        </p:spPr>
        <p:txBody>
          <a:bodyPr wrap="square" lIns="27432" tIns="13716" rIns="27432" bIns="13716" anchor="ctr">
            <a:spAutoFit/>
          </a:bodyPr>
          <a:lstStyle/>
          <a:p>
            <a:pPr algn="ctr"/>
            <a:r>
              <a:rPr lang="en-US" sz="1450" b="1" dirty="0" err="1">
                <a:solidFill>
                  <a:srgbClr val="FFFFFF"/>
                </a:solidFill>
                <a:latin typeface="Microsoft YaHei"/>
              </a:rPr>
              <a:t>② 预编码与发射</a:t>
            </a:r>
            <a:endParaRPr sz="1550" b="1" dirty="0">
              <a:solidFill>
                <a:srgbClr val="FFFFFF"/>
              </a:solidFill>
              <a:latin typeface="Microsoft YaHei"/>
            </a:endParaRPr>
          </a:p>
        </p:txBody>
      </p:sp>
      <p:sp>
        <p:nvSpPr>
          <p:cNvPr id="12" name="TextBox 11"/>
          <p:cNvSpPr txBox="1"/>
          <p:nvPr/>
        </p:nvSpPr>
        <p:spPr>
          <a:xfrm>
            <a:off x="2889504" y="1901952"/>
            <a:ext cx="2185415" cy="502920"/>
          </a:xfrm>
          <a:prstGeom prst="rect">
            <a:avLst/>
          </a:prstGeom>
          <a:noFill/>
        </p:spPr>
        <p:txBody>
          <a:bodyPr wrap="square" lIns="27432" tIns="13716" rIns="27432" bIns="13716" anchor="ctr">
            <a:spAutoFit/>
          </a:bodyPr>
          <a:lstStyle/>
          <a:p>
            <a:pPr algn="l"/>
            <a:r>
              <a:rPr sz="1250" b="0">
                <a:solidFill>
                  <a:srgbClr val="000000"/>
                </a:solidFill>
                <a:latin typeface="Microsoft YaHei"/>
              </a:rPr>
              <a:t>xₗ = ∑ⱼ wₗⱼ sⱼ</a:t>
            </a:r>
          </a:p>
          <a:p>
            <a:pPr algn="l"/>
            <a:r>
              <a:rPr sz="1250" b="0">
                <a:solidFill>
                  <a:srgbClr val="000000"/>
                </a:solidFill>
                <a:latin typeface="Microsoft YaHei"/>
              </a:rPr>
              <a:t>xₗ：64×1</a:t>
            </a:r>
          </a:p>
        </p:txBody>
      </p:sp>
      <p:sp>
        <p:nvSpPr>
          <p:cNvPr id="13" name="Rounded Rectangle 12"/>
          <p:cNvSpPr/>
          <p:nvPr/>
        </p:nvSpPr>
        <p:spPr>
          <a:xfrm>
            <a:off x="5513832" y="1435608"/>
            <a:ext cx="2423160" cy="100584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513832" y="1435608"/>
            <a:ext cx="2423160"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586984" y="1458468"/>
            <a:ext cx="2276856" cy="347472"/>
          </a:xfrm>
          <a:prstGeom prst="rect">
            <a:avLst/>
          </a:prstGeom>
          <a:noFill/>
        </p:spPr>
        <p:txBody>
          <a:bodyPr wrap="square" lIns="27432" tIns="13716" rIns="27432" bIns="13716" anchor="ctr">
            <a:spAutoFit/>
          </a:bodyPr>
          <a:lstStyle/>
          <a:p>
            <a:pPr algn="ctr"/>
            <a:r>
              <a:rPr sz="1450" b="1">
                <a:solidFill>
                  <a:srgbClr val="FFFFFF"/>
                </a:solidFill>
                <a:latin typeface="Microsoft YaHei"/>
              </a:rPr>
              <a:t>③ 信道与接收</a:t>
            </a:r>
          </a:p>
        </p:txBody>
      </p:sp>
      <p:sp>
        <p:nvSpPr>
          <p:cNvPr id="16" name="TextBox 15"/>
          <p:cNvSpPr txBox="1"/>
          <p:nvPr/>
        </p:nvSpPr>
        <p:spPr>
          <a:xfrm>
            <a:off x="5632704" y="1901952"/>
            <a:ext cx="2185415" cy="502920"/>
          </a:xfrm>
          <a:prstGeom prst="rect">
            <a:avLst/>
          </a:prstGeom>
          <a:noFill/>
        </p:spPr>
        <p:txBody>
          <a:bodyPr wrap="square" lIns="27432" tIns="13716" rIns="27432" bIns="13716" anchor="ctr">
            <a:spAutoFit/>
          </a:bodyPr>
          <a:lstStyle/>
          <a:p>
            <a:pPr algn="l"/>
            <a:r>
              <a:rPr sz="1180" b="0">
                <a:solidFill>
                  <a:srgbClr val="000000"/>
                </a:solidFill>
                <a:latin typeface="Microsoft YaHei"/>
              </a:rPr>
              <a:t>yₖ = ∑ₗ Hᵗʳᵘᵉₖₗ xₗ + nₖ</a:t>
            </a:r>
          </a:p>
          <a:p>
            <a:pPr algn="l"/>
            <a:r>
              <a:rPr sz="1180" b="0">
                <a:solidFill>
                  <a:srgbClr val="000000"/>
                </a:solidFill>
                <a:latin typeface="Microsoft YaHei"/>
              </a:rPr>
              <a:t>yₖ：4×1</a:t>
            </a:r>
          </a:p>
        </p:txBody>
      </p:sp>
      <p:sp>
        <p:nvSpPr>
          <p:cNvPr id="17" name="Rounded Rectangle 16"/>
          <p:cNvSpPr/>
          <p:nvPr/>
        </p:nvSpPr>
        <p:spPr>
          <a:xfrm>
            <a:off x="8275320" y="1435608"/>
            <a:ext cx="3026664" cy="100584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275320" y="1435608"/>
            <a:ext cx="3026664"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48472" y="1458468"/>
            <a:ext cx="2880360" cy="347472"/>
          </a:xfrm>
          <a:prstGeom prst="rect">
            <a:avLst/>
          </a:prstGeom>
          <a:noFill/>
        </p:spPr>
        <p:txBody>
          <a:bodyPr wrap="square" lIns="27432" tIns="13716" rIns="27432" bIns="13716" anchor="ctr">
            <a:spAutoFit/>
          </a:bodyPr>
          <a:lstStyle/>
          <a:p>
            <a:pPr algn="ctr"/>
            <a:r>
              <a:rPr sz="1450" b="1">
                <a:solidFill>
                  <a:srgbClr val="FFFFFF"/>
                </a:solidFill>
                <a:latin typeface="Microsoft YaHei"/>
              </a:rPr>
              <a:t>④ 接收合并</a:t>
            </a:r>
          </a:p>
        </p:txBody>
      </p:sp>
      <p:sp>
        <p:nvSpPr>
          <p:cNvPr id="20" name="TextBox 19"/>
          <p:cNvSpPr txBox="1"/>
          <p:nvPr/>
        </p:nvSpPr>
        <p:spPr>
          <a:xfrm>
            <a:off x="8394192" y="1901952"/>
            <a:ext cx="2788920" cy="502920"/>
          </a:xfrm>
          <a:prstGeom prst="rect">
            <a:avLst/>
          </a:prstGeom>
          <a:noFill/>
        </p:spPr>
        <p:txBody>
          <a:bodyPr wrap="square" lIns="27432" tIns="13716" rIns="27432" bIns="13716" anchor="ctr">
            <a:spAutoFit/>
          </a:bodyPr>
          <a:lstStyle/>
          <a:p>
            <a:pPr algn="l"/>
            <a:r>
              <a:rPr sz="1250" b="0">
                <a:solidFill>
                  <a:srgbClr val="000000"/>
                </a:solidFill>
                <a:latin typeface="Microsoft YaHei"/>
              </a:rPr>
              <a:t>ŝₖ = Aₖᴴ yₖ</a:t>
            </a:r>
          </a:p>
          <a:p>
            <a:pPr algn="l"/>
            <a:r>
              <a:rPr sz="1250" b="0">
                <a:solidFill>
                  <a:srgbClr val="000000"/>
                </a:solidFill>
                <a:latin typeface="Microsoft YaHei"/>
              </a:rPr>
              <a:t>ŝₖ：r×1</a:t>
            </a:r>
          </a:p>
        </p:txBody>
      </p:sp>
      <p:cxnSp>
        <p:nvCxnSpPr>
          <p:cNvPr id="60" name="Connector 59"/>
          <p:cNvCxnSpPr/>
          <p:nvPr/>
        </p:nvCxnSpPr>
        <p:spPr>
          <a:xfrm>
            <a:off x="2514600" y="1938528"/>
            <a:ext cx="219456"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02936" y="1938528"/>
            <a:ext cx="274320"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946136" y="1938528"/>
            <a:ext cx="292608"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70632" y="2852928"/>
            <a:ext cx="2423160" cy="100584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2770632" y="2852928"/>
            <a:ext cx="2423160"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843784" y="2875788"/>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预编码矩阵</a:t>
            </a:r>
          </a:p>
        </p:txBody>
      </p:sp>
      <p:sp>
        <p:nvSpPr>
          <p:cNvPr id="26" name="TextBox 25"/>
          <p:cNvSpPr txBox="1"/>
          <p:nvPr/>
        </p:nvSpPr>
        <p:spPr>
          <a:xfrm>
            <a:off x="2889504" y="3319272"/>
            <a:ext cx="2185415" cy="502920"/>
          </a:xfrm>
          <a:prstGeom prst="rect">
            <a:avLst/>
          </a:prstGeom>
          <a:noFill/>
        </p:spPr>
        <p:txBody>
          <a:bodyPr wrap="square" lIns="27432" tIns="13716" rIns="27432" bIns="13716" anchor="ctr">
            <a:spAutoFit/>
          </a:bodyPr>
          <a:lstStyle/>
          <a:p>
            <a:pPr algn="l"/>
            <a:r>
              <a:rPr sz="1250" b="0">
                <a:solidFill>
                  <a:srgbClr val="000000"/>
                </a:solidFill>
                <a:latin typeface="Microsoft YaHei"/>
              </a:rPr>
              <a:t>wₗⱼ：64×r</a:t>
            </a:r>
          </a:p>
          <a:p>
            <a:pPr algn="l"/>
            <a:r>
              <a:rPr sz="1250" b="0">
                <a:solidFill>
                  <a:srgbClr val="000000"/>
                </a:solidFill>
                <a:latin typeface="Microsoft YaHei"/>
              </a:rPr>
              <a:t>r 条流 → 64 个端口</a:t>
            </a:r>
          </a:p>
        </p:txBody>
      </p:sp>
      <p:sp>
        <p:nvSpPr>
          <p:cNvPr id="27" name="Rounded Rectangle 26"/>
          <p:cNvSpPr/>
          <p:nvPr/>
        </p:nvSpPr>
        <p:spPr>
          <a:xfrm>
            <a:off x="5513832" y="2852928"/>
            <a:ext cx="2423160" cy="100584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13832" y="2852928"/>
            <a:ext cx="2423160"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86984" y="2875788"/>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真实信道</a:t>
            </a:r>
          </a:p>
        </p:txBody>
      </p:sp>
      <p:sp>
        <p:nvSpPr>
          <p:cNvPr id="30" name="TextBox 29"/>
          <p:cNvSpPr txBox="1"/>
          <p:nvPr/>
        </p:nvSpPr>
        <p:spPr>
          <a:xfrm>
            <a:off x="5632704" y="3319272"/>
            <a:ext cx="2185415" cy="502920"/>
          </a:xfrm>
          <a:prstGeom prst="rect">
            <a:avLst/>
          </a:prstGeom>
          <a:noFill/>
        </p:spPr>
        <p:txBody>
          <a:bodyPr wrap="square" lIns="27432" tIns="13716" rIns="27432" bIns="13716" anchor="ctr">
            <a:spAutoFit/>
          </a:bodyPr>
          <a:lstStyle/>
          <a:p>
            <a:pPr algn="l"/>
            <a:r>
              <a:rPr sz="1250" b="0">
                <a:solidFill>
                  <a:srgbClr val="000000"/>
                </a:solidFill>
                <a:latin typeface="Microsoft YaHei"/>
              </a:rPr>
              <a:t>Hᵗʳᵘᵉₖₗ：4×64</a:t>
            </a:r>
          </a:p>
          <a:p>
            <a:pPr algn="l"/>
            <a:r>
              <a:rPr sz="1250" b="0">
                <a:solidFill>
                  <a:srgbClr val="000000"/>
                </a:solidFill>
                <a:latin typeface="Microsoft YaHei"/>
              </a:rPr>
              <a:t>nₖ：4×1</a:t>
            </a:r>
          </a:p>
        </p:txBody>
      </p:sp>
      <p:sp>
        <p:nvSpPr>
          <p:cNvPr id="31" name="Rounded Rectangle 30"/>
          <p:cNvSpPr/>
          <p:nvPr/>
        </p:nvSpPr>
        <p:spPr>
          <a:xfrm>
            <a:off x="8275320" y="2852928"/>
            <a:ext cx="3026664" cy="100584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275320" y="2852928"/>
            <a:ext cx="3026664"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348472" y="2875788"/>
            <a:ext cx="2880360"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接收合并矩阵</a:t>
            </a:r>
          </a:p>
        </p:txBody>
      </p:sp>
      <p:sp>
        <p:nvSpPr>
          <p:cNvPr id="34" name="TextBox 33"/>
          <p:cNvSpPr txBox="1"/>
          <p:nvPr/>
        </p:nvSpPr>
        <p:spPr>
          <a:xfrm>
            <a:off x="8394192" y="3319272"/>
            <a:ext cx="2788920" cy="502920"/>
          </a:xfrm>
          <a:prstGeom prst="rect">
            <a:avLst/>
          </a:prstGeom>
          <a:noFill/>
        </p:spPr>
        <p:txBody>
          <a:bodyPr wrap="square" lIns="27432" tIns="13716" rIns="27432" bIns="13716" anchor="ctr">
            <a:spAutoFit/>
          </a:bodyPr>
          <a:lstStyle/>
          <a:p>
            <a:pPr algn="l"/>
            <a:r>
              <a:rPr sz="1250" b="0">
                <a:solidFill>
                  <a:srgbClr val="000000"/>
                </a:solidFill>
                <a:latin typeface="Microsoft YaHei"/>
              </a:rPr>
              <a:t>Aₖ：4×r</a:t>
            </a:r>
          </a:p>
          <a:p>
            <a:pPr algn="l"/>
            <a:r>
              <a:rPr sz="1250" b="0">
                <a:solidFill>
                  <a:srgbClr val="000000"/>
                </a:solidFill>
                <a:latin typeface="Microsoft YaHei"/>
              </a:rPr>
              <a:t>Aₖᴴ：r×4</a:t>
            </a:r>
          </a:p>
        </p:txBody>
      </p:sp>
      <p:sp>
        <p:nvSpPr>
          <p:cNvPr id="38" name="Rounded Rectangle 37"/>
          <p:cNvSpPr/>
          <p:nvPr/>
        </p:nvSpPr>
        <p:spPr>
          <a:xfrm>
            <a:off x="2770632" y="4279392"/>
            <a:ext cx="2423160" cy="100584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2770632" y="4279392"/>
            <a:ext cx="2423160"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843784" y="4302252"/>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有用信号</a:t>
            </a:r>
          </a:p>
        </p:txBody>
      </p:sp>
      <p:sp>
        <p:nvSpPr>
          <p:cNvPr id="41" name="TextBox 40"/>
          <p:cNvSpPr txBox="1"/>
          <p:nvPr/>
        </p:nvSpPr>
        <p:spPr>
          <a:xfrm>
            <a:off x="2889504" y="4745736"/>
            <a:ext cx="2185415" cy="502920"/>
          </a:xfrm>
          <a:prstGeom prst="rect">
            <a:avLst/>
          </a:prstGeom>
          <a:noFill/>
        </p:spPr>
        <p:txBody>
          <a:bodyPr wrap="square" lIns="27432" tIns="13716" rIns="27432" bIns="13716" anchor="ctr">
            <a:spAutoFit/>
          </a:bodyPr>
          <a:lstStyle/>
          <a:p>
            <a:pPr algn="l"/>
            <a:r>
              <a:rPr sz="1160" b="0">
                <a:solidFill>
                  <a:srgbClr val="000000"/>
                </a:solidFill>
                <a:latin typeface="Microsoft YaHei"/>
              </a:rPr>
              <a:t>Gₖₖsₖ</a:t>
            </a:r>
          </a:p>
          <a:p>
            <a:pPr algn="l"/>
            <a:r>
              <a:rPr sz="1160" b="0">
                <a:solidFill>
                  <a:srgbClr val="000000"/>
                </a:solidFill>
                <a:latin typeface="Microsoft YaHei"/>
              </a:rPr>
              <a:t>Gₖⱼ = ∑ₗHᵗʳᵘᵉₖₗwₗⱼ</a:t>
            </a:r>
          </a:p>
        </p:txBody>
      </p:sp>
      <p:sp>
        <p:nvSpPr>
          <p:cNvPr id="42" name="Rounded Rectangle 41"/>
          <p:cNvSpPr/>
          <p:nvPr/>
        </p:nvSpPr>
        <p:spPr>
          <a:xfrm>
            <a:off x="5513832" y="4279392"/>
            <a:ext cx="2423160" cy="100584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513832" y="4279392"/>
            <a:ext cx="2423160"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586984" y="4302252"/>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其他 UE 干扰</a:t>
            </a:r>
          </a:p>
        </p:txBody>
      </p:sp>
      <p:sp>
        <p:nvSpPr>
          <p:cNvPr id="45" name="TextBox 44"/>
          <p:cNvSpPr txBox="1"/>
          <p:nvPr/>
        </p:nvSpPr>
        <p:spPr>
          <a:xfrm>
            <a:off x="5632704" y="4745736"/>
            <a:ext cx="2185415" cy="502920"/>
          </a:xfrm>
          <a:prstGeom prst="rect">
            <a:avLst/>
          </a:prstGeom>
          <a:noFill/>
        </p:spPr>
        <p:txBody>
          <a:bodyPr wrap="square" lIns="27432" tIns="13716" rIns="27432" bIns="13716" anchor="ctr">
            <a:spAutoFit/>
          </a:bodyPr>
          <a:lstStyle/>
          <a:p>
            <a:pPr algn="l"/>
            <a:r>
              <a:rPr sz="1190" b="0">
                <a:solidFill>
                  <a:srgbClr val="000000"/>
                </a:solidFill>
                <a:latin typeface="Microsoft YaHei"/>
              </a:rPr>
              <a:t>∑ⱼ≠ₖ Gₖⱼsⱼ</a:t>
            </a:r>
          </a:p>
          <a:p>
            <a:pPr algn="l"/>
            <a:r>
              <a:rPr sz="1190" b="0">
                <a:solidFill>
                  <a:srgbClr val="000000"/>
                </a:solidFill>
                <a:latin typeface="Microsoft YaHei"/>
              </a:rPr>
              <a:t>同资源组叠加</a:t>
            </a:r>
          </a:p>
        </p:txBody>
      </p:sp>
      <p:sp>
        <p:nvSpPr>
          <p:cNvPr id="46" name="Rounded Rectangle 45"/>
          <p:cNvSpPr/>
          <p:nvPr/>
        </p:nvSpPr>
        <p:spPr>
          <a:xfrm>
            <a:off x="8275320" y="4279392"/>
            <a:ext cx="3026664" cy="100584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8275320" y="4279392"/>
            <a:ext cx="3026664"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348472" y="4302252"/>
            <a:ext cx="2880360"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接收噪声</a:t>
            </a:r>
          </a:p>
        </p:txBody>
      </p:sp>
      <p:sp>
        <p:nvSpPr>
          <p:cNvPr id="49" name="TextBox 48"/>
          <p:cNvSpPr txBox="1"/>
          <p:nvPr/>
        </p:nvSpPr>
        <p:spPr>
          <a:xfrm>
            <a:off x="8394192" y="4745736"/>
            <a:ext cx="2788920" cy="502920"/>
          </a:xfrm>
          <a:prstGeom prst="rect">
            <a:avLst/>
          </a:prstGeom>
          <a:noFill/>
        </p:spPr>
        <p:txBody>
          <a:bodyPr wrap="square" lIns="27432" tIns="13716" rIns="27432" bIns="13716" anchor="ctr">
            <a:spAutoFit/>
          </a:bodyPr>
          <a:lstStyle/>
          <a:p>
            <a:pPr algn="l"/>
            <a:r>
              <a:rPr sz="1160" b="0">
                <a:solidFill>
                  <a:srgbClr val="000000"/>
                </a:solidFill>
                <a:latin typeface="Microsoft YaHei"/>
              </a:rPr>
              <a:t>nₖ：4×1</a:t>
            </a:r>
          </a:p>
          <a:p>
            <a:pPr algn="l"/>
            <a:r>
              <a:rPr sz="1160" b="0">
                <a:solidFill>
                  <a:srgbClr val="000000"/>
                </a:solidFill>
                <a:latin typeface="Microsoft YaHei"/>
              </a:rPr>
              <a:t>与有用信号、干扰共同进入 yₖ</a:t>
            </a:r>
          </a:p>
        </p:txBody>
      </p:sp>
      <p:sp>
        <p:nvSpPr>
          <p:cNvPr id="53" name="TextBox 52"/>
          <p:cNvSpPr txBox="1"/>
          <p:nvPr/>
        </p:nvSpPr>
        <p:spPr>
          <a:xfrm>
            <a:off x="758952" y="5596128"/>
            <a:ext cx="10607040" cy="475488"/>
          </a:xfrm>
          <a:prstGeom prst="rect">
            <a:avLst/>
          </a:prstGeom>
          <a:noFill/>
        </p:spPr>
        <p:txBody>
          <a:bodyPr wrap="square" lIns="27432" tIns="13716" rIns="27432" bIns="13716" anchor="ctr">
            <a:spAutoFit/>
          </a:bodyPr>
          <a:lstStyle/>
          <a:p>
            <a:pPr algn="ctr"/>
            <a:r>
              <a:rPr sz="1450" b="1">
                <a:solidFill>
                  <a:srgbClr val="092B56"/>
                </a:solidFill>
                <a:latin typeface="Microsoft YaHei"/>
              </a:rPr>
              <a:t>当前快层：给定调度 b、服务关联 χ、流数 r 和资源权重 ν，优化预编码 w。</a:t>
            </a:r>
          </a:p>
        </p:txBody>
      </p:sp>
      <p:sp>
        <p:nvSpPr>
          <p:cNvPr id="61" name="Resource-group scope"/>
          <p:cNvSpPr txBox="1"/>
          <p:nvPr/>
        </p:nvSpPr>
        <p:spPr>
          <a:xfrm>
            <a:off x="7059168" y="1069848"/>
            <a:ext cx="4297680" cy="228600"/>
          </a:xfrm>
          <a:prstGeom prst="rect">
            <a:avLst/>
          </a:prstGeom>
          <a:noFill/>
        </p:spPr>
        <p:txBody>
          <a:bodyPr wrap="square" lIns="27432" tIns="13716" rIns="27432" bIns="13716" anchor="ctr">
            <a:spAutoFit/>
          </a:bodyPr>
          <a:lstStyle/>
          <a:p>
            <a:pPr algn="r"/>
            <a:r>
              <a:rPr sz="1100" b="1">
                <a:solidFill>
                  <a:srgbClr val="092B56"/>
                </a:solidFill>
                <a:latin typeface="Microsoft YaHei"/>
              </a:rPr>
              <a:t>本页固定一个资源组，省略下标 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物理速率与业务体验评价</a:t>
            </a:r>
          </a:p>
        </p:txBody>
      </p:sp>
      <p:sp>
        <p:nvSpPr>
          <p:cNvPr id="3" name="Rounded Rectangle 2"/>
          <p:cNvSpPr/>
          <p:nvPr/>
        </p:nvSpPr>
        <p:spPr>
          <a:xfrm>
            <a:off x="649224" y="1408176"/>
            <a:ext cx="1847088" cy="1078992"/>
          </a:xfrm>
          <a:prstGeom prst="roundRect">
            <a:avLst/>
          </a:prstGeom>
          <a:solidFill>
            <a:srgbClr val="092B56"/>
          </a:solidFill>
          <a:ln w="10160">
            <a:solidFill>
              <a:srgbClr val="092B5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49808" y="1554480"/>
            <a:ext cx="1645920" cy="758952"/>
          </a:xfrm>
          <a:prstGeom prst="rect">
            <a:avLst/>
          </a:prstGeom>
          <a:noFill/>
        </p:spPr>
        <p:txBody>
          <a:bodyPr wrap="square" lIns="27432" tIns="13716" rIns="27432" bIns="13716" anchor="ctr">
            <a:spAutoFit/>
          </a:bodyPr>
          <a:lstStyle/>
          <a:p>
            <a:pPr algn="ctr"/>
            <a:r>
              <a:rPr sz="1800" b="1">
                <a:solidFill>
                  <a:srgbClr val="FFFFFF"/>
                </a:solidFill>
                <a:latin typeface="Microsoft YaHei"/>
              </a:rPr>
              <a:t>物理速率</a:t>
            </a:r>
          </a:p>
        </p:txBody>
      </p:sp>
      <p:sp>
        <p:nvSpPr>
          <p:cNvPr id="5" name="Rounded Rectangle 4"/>
          <p:cNvSpPr/>
          <p:nvPr/>
        </p:nvSpPr>
        <p:spPr>
          <a:xfrm>
            <a:off x="649224" y="2834640"/>
            <a:ext cx="1847088" cy="1078992"/>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2980944"/>
            <a:ext cx="1645920" cy="758952"/>
          </a:xfrm>
          <a:prstGeom prst="rect">
            <a:avLst/>
          </a:prstGeom>
          <a:noFill/>
        </p:spPr>
        <p:txBody>
          <a:bodyPr wrap="square" lIns="27432" tIns="13716" rIns="27432" bIns="13716" anchor="ctr">
            <a:spAutoFit/>
          </a:bodyPr>
          <a:lstStyle/>
          <a:p>
            <a:pPr algn="ctr"/>
            <a:r>
              <a:rPr sz="1650" b="1">
                <a:solidFill>
                  <a:srgbClr val="FFFFFF"/>
                </a:solidFill>
                <a:latin typeface="Microsoft YaHei"/>
              </a:rPr>
              <a:t>静态体验代理</a:t>
            </a:r>
          </a:p>
        </p:txBody>
      </p:sp>
      <p:sp>
        <p:nvSpPr>
          <p:cNvPr id="7" name="Rounded Rectangle 6"/>
          <p:cNvSpPr/>
          <p:nvPr/>
        </p:nvSpPr>
        <p:spPr>
          <a:xfrm>
            <a:off x="649224" y="4261104"/>
            <a:ext cx="1847088" cy="1078992"/>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49808" y="4407408"/>
            <a:ext cx="1645920" cy="758952"/>
          </a:xfrm>
          <a:prstGeom prst="rect">
            <a:avLst/>
          </a:prstGeom>
          <a:noFill/>
        </p:spPr>
        <p:txBody>
          <a:bodyPr wrap="square" lIns="27432" tIns="13716" rIns="27432" bIns="13716" anchor="ctr">
            <a:spAutoFit/>
          </a:bodyPr>
          <a:lstStyle/>
          <a:p>
            <a:pPr algn="ctr"/>
            <a:r>
              <a:rPr sz="1800" b="1">
                <a:solidFill>
                  <a:srgbClr val="FFFFFF"/>
                </a:solidFill>
                <a:latin typeface="Microsoft YaHei"/>
              </a:rPr>
              <a:t>功率评价</a:t>
            </a:r>
          </a:p>
        </p:txBody>
      </p:sp>
      <p:sp>
        <p:nvSpPr>
          <p:cNvPr id="9" name="Rounded Rectangle 8"/>
          <p:cNvSpPr/>
          <p:nvPr/>
        </p:nvSpPr>
        <p:spPr>
          <a:xfrm>
            <a:off x="2770632" y="1435608"/>
            <a:ext cx="2423160" cy="100584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770632" y="1435608"/>
            <a:ext cx="2423160"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43784" y="1499090"/>
            <a:ext cx="2276856" cy="266227"/>
          </a:xfrm>
          <a:prstGeom prst="rect">
            <a:avLst/>
          </a:prstGeom>
          <a:noFill/>
        </p:spPr>
        <p:txBody>
          <a:bodyPr wrap="square" lIns="27432" tIns="13716" rIns="27432" bIns="13716" anchor="ctr">
            <a:spAutoFit/>
          </a:bodyPr>
          <a:lstStyle/>
          <a:p>
            <a:pPr algn="ctr"/>
            <a:r>
              <a:rPr lang="en-US" sz="1430" b="1" dirty="0" err="1">
                <a:solidFill>
                  <a:srgbClr val="FFFFFF"/>
                </a:solidFill>
                <a:latin typeface="Microsoft YaHei"/>
              </a:rPr>
              <a:t>真实信道 + 预编码</a:t>
            </a:r>
            <a:endParaRPr sz="1550" b="1" dirty="0">
              <a:solidFill>
                <a:srgbClr val="FFFFFF"/>
              </a:solidFill>
              <a:latin typeface="Microsoft YaHei"/>
            </a:endParaRPr>
          </a:p>
        </p:txBody>
      </p:sp>
      <p:sp>
        <p:nvSpPr>
          <p:cNvPr id="12" name="TextBox 11"/>
          <p:cNvSpPr txBox="1"/>
          <p:nvPr/>
        </p:nvSpPr>
        <p:spPr>
          <a:xfrm>
            <a:off x="2889504" y="1901952"/>
            <a:ext cx="2185415" cy="502920"/>
          </a:xfrm>
          <a:prstGeom prst="rect">
            <a:avLst/>
          </a:prstGeom>
          <a:noFill/>
        </p:spPr>
        <p:txBody>
          <a:bodyPr wrap="square" lIns="27432" tIns="13716" rIns="27432" bIns="13716" anchor="ctr">
            <a:spAutoFit/>
          </a:bodyPr>
          <a:lstStyle/>
          <a:p>
            <a:pPr algn="l"/>
            <a:r>
              <a:rPr sz="1120" b="0">
                <a:solidFill>
                  <a:srgbClr val="000000"/>
                </a:solidFill>
                <a:latin typeface="Microsoft YaHei"/>
              </a:rPr>
              <a:t>Gₖⱼg = ∑ₗ Hᵗʳᵘᵉₖₗg wₗⱼg</a:t>
            </a:r>
          </a:p>
          <a:p>
            <a:pPr algn="l"/>
            <a:r>
              <a:rPr sz="1120" b="0">
                <a:solidFill>
                  <a:srgbClr val="000000"/>
                </a:solidFill>
                <a:latin typeface="Microsoft YaHei"/>
              </a:rPr>
              <a:t>同一 UE 跨 TRP 相干求和</a:t>
            </a:r>
          </a:p>
        </p:txBody>
      </p:sp>
      <p:sp>
        <p:nvSpPr>
          <p:cNvPr id="13" name="Rounded Rectangle 12"/>
          <p:cNvSpPr/>
          <p:nvPr/>
        </p:nvSpPr>
        <p:spPr>
          <a:xfrm>
            <a:off x="5513832" y="1435608"/>
            <a:ext cx="2423160" cy="100584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5513832" y="1435608"/>
            <a:ext cx="2423160"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586984" y="1458468"/>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频谱效率</a:t>
            </a:r>
          </a:p>
        </p:txBody>
      </p:sp>
      <p:sp>
        <p:nvSpPr>
          <p:cNvPr id="16" name="TextBox 15"/>
          <p:cNvSpPr txBox="1"/>
          <p:nvPr/>
        </p:nvSpPr>
        <p:spPr>
          <a:xfrm>
            <a:off x="5632704" y="1901952"/>
            <a:ext cx="2185415" cy="502920"/>
          </a:xfrm>
          <a:prstGeom prst="rect">
            <a:avLst/>
          </a:prstGeom>
          <a:noFill/>
        </p:spPr>
        <p:txBody>
          <a:bodyPr wrap="square" lIns="27432" tIns="13716" rIns="27432" bIns="13716" anchor="ctr">
            <a:spAutoFit/>
          </a:bodyPr>
          <a:lstStyle/>
          <a:p>
            <a:pPr algn="l"/>
            <a:r>
              <a:rPr sz="1090" b="0">
                <a:solidFill>
                  <a:srgbClr val="000000"/>
                </a:solidFill>
                <a:latin typeface="Microsoft YaHei"/>
              </a:rPr>
              <a:t>SEₖg = log₂det(R总) − log₂det(R扰)</a:t>
            </a:r>
          </a:p>
          <a:p>
            <a:pPr algn="l"/>
            <a:r>
              <a:rPr sz="1090" b="0">
                <a:solidFill>
                  <a:srgbClr val="000000"/>
                </a:solidFill>
                <a:latin typeface="Microsoft YaHei"/>
              </a:rPr>
              <a:t>bit/s/Hz</a:t>
            </a:r>
          </a:p>
        </p:txBody>
      </p:sp>
      <p:sp>
        <p:nvSpPr>
          <p:cNvPr id="17" name="Rounded Rectangle 16"/>
          <p:cNvSpPr/>
          <p:nvPr/>
        </p:nvSpPr>
        <p:spPr>
          <a:xfrm>
            <a:off x="8275320" y="1435608"/>
            <a:ext cx="3026664" cy="1005840"/>
          </a:xfrm>
          <a:prstGeom prst="roundRect">
            <a:avLst/>
          </a:prstGeom>
          <a:solidFill>
            <a:srgbClr val="F4F9FD"/>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8275320" y="1435608"/>
            <a:ext cx="3026664" cy="402336"/>
          </a:xfrm>
          <a:prstGeom prst="roundRect">
            <a:avLst/>
          </a:prstGeom>
          <a:solidFill>
            <a:srgbClr val="124A8F"/>
          </a:solidFill>
          <a:ln w="10160">
            <a:solidFill>
              <a:srgbClr val="124A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48472" y="1458468"/>
            <a:ext cx="2880360" cy="347472"/>
          </a:xfrm>
          <a:prstGeom prst="rect">
            <a:avLst/>
          </a:prstGeom>
          <a:noFill/>
        </p:spPr>
        <p:txBody>
          <a:bodyPr wrap="square" lIns="27432" tIns="13716" rIns="27432" bIns="13716" anchor="ctr">
            <a:spAutoFit/>
          </a:bodyPr>
          <a:lstStyle/>
          <a:p>
            <a:pPr algn="ctr"/>
            <a:r>
              <a:rPr sz="1430" b="1">
                <a:solidFill>
                  <a:srgbClr val="FFFFFF"/>
                </a:solidFill>
                <a:latin typeface="Microsoft YaHei"/>
              </a:rPr>
              <a:t>可传比特 / TTI</a:t>
            </a:r>
          </a:p>
        </p:txBody>
      </p:sp>
      <p:sp>
        <p:nvSpPr>
          <p:cNvPr id="20" name="TextBox 19"/>
          <p:cNvSpPr txBox="1"/>
          <p:nvPr/>
        </p:nvSpPr>
        <p:spPr>
          <a:xfrm>
            <a:off x="8394192" y="1901952"/>
            <a:ext cx="2788920" cy="502920"/>
          </a:xfrm>
          <a:prstGeom prst="rect">
            <a:avLst/>
          </a:prstGeom>
          <a:noFill/>
        </p:spPr>
        <p:txBody>
          <a:bodyPr wrap="square" lIns="27432" tIns="13716" rIns="27432" bIns="13716" anchor="ctr">
            <a:spAutoFit/>
          </a:bodyPr>
          <a:lstStyle/>
          <a:p>
            <a:pPr algn="l"/>
            <a:r>
              <a:rPr sz="1180" b="0">
                <a:solidFill>
                  <a:srgbClr val="000000"/>
                </a:solidFill>
                <a:latin typeface="Microsoft YaHei"/>
              </a:rPr>
              <a:t>Bₖg = SEₖg·273νg·12Δf·Δt</a:t>
            </a:r>
          </a:p>
          <a:p>
            <a:pPr algn="l"/>
            <a:r>
              <a:rPr sz="1180" b="0">
                <a:solidFill>
                  <a:srgbClr val="000000"/>
                </a:solidFill>
                <a:latin typeface="Microsoft YaHei"/>
              </a:rPr>
              <a:t>bit/TTI</a:t>
            </a:r>
          </a:p>
        </p:txBody>
      </p:sp>
      <p:cxnSp>
        <p:nvCxnSpPr>
          <p:cNvPr id="21" name="Connector 20"/>
          <p:cNvCxnSpPr/>
          <p:nvPr/>
        </p:nvCxnSpPr>
        <p:spPr>
          <a:xfrm>
            <a:off x="5202936" y="1938528"/>
            <a:ext cx="274320"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946136" y="1938528"/>
            <a:ext cx="292608" cy="0"/>
          </a:xfrm>
          <a:prstGeom prst="line">
            <a:avLst/>
          </a:prstGeom>
          <a:ln w="30480">
            <a:solidFill>
              <a:srgbClr val="124A8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70632" y="2852928"/>
            <a:ext cx="2423160" cy="100584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2770632" y="2852928"/>
            <a:ext cx="2423160"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843784" y="2875788"/>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用户体验</a:t>
            </a:r>
          </a:p>
        </p:txBody>
      </p:sp>
      <p:sp>
        <p:nvSpPr>
          <p:cNvPr id="26" name="TextBox 25"/>
          <p:cNvSpPr txBox="1"/>
          <p:nvPr/>
        </p:nvSpPr>
        <p:spPr>
          <a:xfrm>
            <a:off x="2889504" y="3319272"/>
            <a:ext cx="2185415" cy="502920"/>
          </a:xfrm>
          <a:prstGeom prst="rect">
            <a:avLst/>
          </a:prstGeom>
          <a:noFill/>
        </p:spPr>
        <p:txBody>
          <a:bodyPr wrap="square" lIns="27432" tIns="13716" rIns="27432" bIns="13716" anchor="ctr">
            <a:spAutoFit/>
          </a:bodyPr>
          <a:lstStyle/>
          <a:p>
            <a:pPr algn="l"/>
            <a:r>
              <a:rPr sz="1220" b="0">
                <a:solidFill>
                  <a:srgbClr val="000000"/>
                </a:solidFill>
                <a:latin typeface="Microsoft YaHei"/>
              </a:rPr>
              <a:t>Eₖ = Vₖ/(N有效·Δt)</a:t>
            </a:r>
          </a:p>
          <a:p>
            <a:pPr algn="l"/>
            <a:r>
              <a:rPr sz="1220" b="0">
                <a:solidFill>
                  <a:srgbClr val="000000"/>
                </a:solidFill>
                <a:latin typeface="Microsoft YaHei"/>
              </a:rPr>
              <a:t>Mbps：再除以 10⁶</a:t>
            </a:r>
          </a:p>
        </p:txBody>
      </p:sp>
      <p:sp>
        <p:nvSpPr>
          <p:cNvPr id="27" name="Rounded Rectangle 26"/>
          <p:cNvSpPr/>
          <p:nvPr/>
        </p:nvSpPr>
        <p:spPr>
          <a:xfrm>
            <a:off x="5513832" y="2852928"/>
            <a:ext cx="2423160" cy="100584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513832" y="2852928"/>
            <a:ext cx="2423160"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586984" y="2875788"/>
            <a:ext cx="2276856" cy="347472"/>
          </a:xfrm>
          <a:prstGeom prst="rect">
            <a:avLst/>
          </a:prstGeom>
          <a:noFill/>
        </p:spPr>
        <p:txBody>
          <a:bodyPr wrap="square" lIns="27432" tIns="13716" rIns="27432" bIns="13716" anchor="ctr">
            <a:spAutoFit/>
          </a:bodyPr>
          <a:lstStyle/>
          <a:p>
            <a:pPr algn="ctr"/>
            <a:r>
              <a:rPr sz="1430" b="1">
                <a:solidFill>
                  <a:srgbClr val="FFFFFF"/>
                </a:solidFill>
                <a:latin typeface="Microsoft YaHei"/>
              </a:rPr>
              <a:t>容量代理比特量</a:t>
            </a:r>
          </a:p>
        </p:txBody>
      </p:sp>
      <p:sp>
        <p:nvSpPr>
          <p:cNvPr id="30" name="TextBox 29"/>
          <p:cNvSpPr txBox="1"/>
          <p:nvPr/>
        </p:nvSpPr>
        <p:spPr>
          <a:xfrm>
            <a:off x="5632704" y="3319272"/>
            <a:ext cx="2185415" cy="502920"/>
          </a:xfrm>
          <a:prstGeom prst="rect">
            <a:avLst/>
          </a:prstGeom>
          <a:noFill/>
        </p:spPr>
        <p:txBody>
          <a:bodyPr wrap="square" lIns="27432" tIns="13716" rIns="27432" bIns="13716" anchor="ctr">
            <a:spAutoFit/>
          </a:bodyPr>
          <a:lstStyle/>
          <a:p>
            <a:pPr algn="l"/>
            <a:r>
              <a:rPr sz="1170" b="0">
                <a:solidFill>
                  <a:srgbClr val="000000"/>
                </a:solidFill>
                <a:latin typeface="Microsoft YaHei"/>
              </a:rPr>
              <a:t>Vₖ = ∑g,t Mₖt Dₖt Bₖg</a:t>
            </a:r>
          </a:p>
          <a:p>
            <a:pPr algn="l"/>
            <a:r>
              <a:rPr sz="1170" b="0">
                <a:solidFill>
                  <a:srgbClr val="000000"/>
                </a:solidFill>
                <a:latin typeface="Microsoft YaHei"/>
              </a:rPr>
              <a:t>不是队列实际交付量</a:t>
            </a:r>
          </a:p>
        </p:txBody>
      </p:sp>
      <p:sp>
        <p:nvSpPr>
          <p:cNvPr id="31" name="Rounded Rectangle 30"/>
          <p:cNvSpPr/>
          <p:nvPr/>
        </p:nvSpPr>
        <p:spPr>
          <a:xfrm>
            <a:off x="8275320" y="2852928"/>
            <a:ext cx="3026664" cy="1005840"/>
          </a:xfrm>
          <a:prstGeom prst="roundRect">
            <a:avLst/>
          </a:prstGeom>
          <a:solidFill>
            <a:srgbClr val="F4F9FD"/>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8275320" y="2852928"/>
            <a:ext cx="3026664" cy="402336"/>
          </a:xfrm>
          <a:prstGeom prst="roundRect">
            <a:avLst/>
          </a:prstGeom>
          <a:solidFill>
            <a:srgbClr val="1C7663"/>
          </a:solidFill>
          <a:ln w="10160">
            <a:solidFill>
              <a:srgbClr val="1C766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348472" y="2875788"/>
            <a:ext cx="2880360"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业务掩码</a:t>
            </a:r>
          </a:p>
        </p:txBody>
      </p:sp>
      <p:sp>
        <p:nvSpPr>
          <p:cNvPr id="34" name="TextBox 33"/>
          <p:cNvSpPr txBox="1"/>
          <p:nvPr/>
        </p:nvSpPr>
        <p:spPr>
          <a:xfrm>
            <a:off x="8394192" y="3319272"/>
            <a:ext cx="2788920" cy="502920"/>
          </a:xfrm>
          <a:prstGeom prst="rect">
            <a:avLst/>
          </a:prstGeom>
          <a:noFill/>
        </p:spPr>
        <p:txBody>
          <a:bodyPr wrap="square" lIns="27432" tIns="13716" rIns="27432" bIns="13716" anchor="ctr">
            <a:spAutoFit/>
          </a:bodyPr>
          <a:lstStyle/>
          <a:p>
            <a:pPr algn="l"/>
            <a:r>
              <a:rPr sz="1180" b="0">
                <a:solidFill>
                  <a:srgbClr val="000000"/>
                </a:solidFill>
                <a:latin typeface="Microsoft YaHei"/>
              </a:rPr>
              <a:t>Mₖt：忙且非末 TTI</a:t>
            </a:r>
          </a:p>
          <a:p>
            <a:pPr algn="l"/>
            <a:r>
              <a:rPr sz="1180" b="0">
                <a:solidFill>
                  <a:srgbClr val="000000"/>
                </a:solidFill>
                <a:latin typeface="Microsoft YaHei"/>
              </a:rPr>
              <a:t>Dₖt：常规 1，尾段 2/7</a:t>
            </a:r>
          </a:p>
        </p:txBody>
      </p:sp>
      <p:cxnSp>
        <p:nvCxnSpPr>
          <p:cNvPr id="35" name="Connector 34"/>
          <p:cNvCxnSpPr/>
          <p:nvPr/>
        </p:nvCxnSpPr>
        <p:spPr>
          <a:xfrm>
            <a:off x="9784080" y="2478024"/>
            <a:ext cx="0" cy="32004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7973568" y="3355848"/>
            <a:ext cx="265176" cy="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230368" y="3355848"/>
            <a:ext cx="246888" cy="0"/>
          </a:xfrm>
          <a:prstGeom prst="line">
            <a:avLst/>
          </a:prstGeom>
          <a:ln w="30480">
            <a:solidFill>
              <a:srgbClr val="1C766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2770632" y="4279392"/>
            <a:ext cx="2423160" cy="100584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2770632" y="4279392"/>
            <a:ext cx="2423160"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2843784" y="4302252"/>
            <a:ext cx="2276856"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资源组功率</a:t>
            </a:r>
          </a:p>
        </p:txBody>
      </p:sp>
      <p:sp>
        <p:nvSpPr>
          <p:cNvPr id="41" name="TextBox 40"/>
          <p:cNvSpPr txBox="1"/>
          <p:nvPr/>
        </p:nvSpPr>
        <p:spPr>
          <a:xfrm>
            <a:off x="2889504" y="4745736"/>
            <a:ext cx="2185415" cy="502920"/>
          </a:xfrm>
          <a:prstGeom prst="rect">
            <a:avLst/>
          </a:prstGeom>
          <a:noFill/>
        </p:spPr>
        <p:txBody>
          <a:bodyPr wrap="square" lIns="27432" tIns="13716" rIns="27432" bIns="13716" anchor="ctr">
            <a:spAutoFit/>
          </a:bodyPr>
          <a:lstStyle/>
          <a:p>
            <a:pPr algn="l"/>
            <a:r>
              <a:rPr sz="1230" b="0">
                <a:solidFill>
                  <a:srgbClr val="000000"/>
                </a:solidFill>
                <a:latin typeface="Microsoft YaHei"/>
              </a:rPr>
              <a:t>pₗg = ∑ⱼ ‖wₗⱼg‖²F</a:t>
            </a:r>
          </a:p>
          <a:p>
            <a:pPr algn="l"/>
            <a:r>
              <a:rPr sz="1230" b="0">
                <a:solidFill>
                  <a:srgbClr val="000000"/>
                </a:solidFill>
                <a:latin typeface="Microsoft YaHei"/>
              </a:rPr>
              <a:t>组内预编码平方和</a:t>
            </a:r>
          </a:p>
        </p:txBody>
      </p:sp>
      <p:sp>
        <p:nvSpPr>
          <p:cNvPr id="42" name="Rounded Rectangle 41"/>
          <p:cNvSpPr/>
          <p:nvPr/>
        </p:nvSpPr>
        <p:spPr>
          <a:xfrm>
            <a:off x="5513832" y="4279392"/>
            <a:ext cx="2423160" cy="100584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5513832" y="4279392"/>
            <a:ext cx="2423160"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586984" y="4302252"/>
            <a:ext cx="2276856" cy="347472"/>
          </a:xfrm>
          <a:prstGeom prst="rect">
            <a:avLst/>
          </a:prstGeom>
          <a:noFill/>
        </p:spPr>
        <p:txBody>
          <a:bodyPr wrap="square" lIns="27432" tIns="13716" rIns="27432" bIns="13716" anchor="ctr">
            <a:spAutoFit/>
          </a:bodyPr>
          <a:lstStyle/>
          <a:p>
            <a:pPr algn="ctr"/>
            <a:r>
              <a:rPr sz="1390" b="1">
                <a:solidFill>
                  <a:srgbClr val="FFFFFF"/>
                </a:solidFill>
                <a:latin typeface="Microsoft YaHei"/>
              </a:rPr>
              <a:t>跨组加权总功率</a:t>
            </a:r>
          </a:p>
        </p:txBody>
      </p:sp>
      <p:sp>
        <p:nvSpPr>
          <p:cNvPr id="45" name="TextBox 44"/>
          <p:cNvSpPr txBox="1"/>
          <p:nvPr/>
        </p:nvSpPr>
        <p:spPr>
          <a:xfrm>
            <a:off x="5632704" y="4745736"/>
            <a:ext cx="2185415" cy="502920"/>
          </a:xfrm>
          <a:prstGeom prst="rect">
            <a:avLst/>
          </a:prstGeom>
          <a:noFill/>
        </p:spPr>
        <p:txBody>
          <a:bodyPr wrap="square" lIns="27432" tIns="13716" rIns="27432" bIns="13716" anchor="ctr">
            <a:spAutoFit/>
          </a:bodyPr>
          <a:lstStyle/>
          <a:p>
            <a:pPr algn="l"/>
            <a:r>
              <a:rPr sz="1250" b="0">
                <a:solidFill>
                  <a:srgbClr val="000000"/>
                </a:solidFill>
                <a:latin typeface="Microsoft YaHei"/>
              </a:rPr>
              <a:t>Pₗ = ∑g νg pₗg</a:t>
            </a:r>
          </a:p>
          <a:p>
            <a:pPr algn="l"/>
            <a:r>
              <a:rPr sz="1250" b="0">
                <a:solidFill>
                  <a:srgbClr val="000000"/>
                </a:solidFill>
                <a:latin typeface="Microsoft YaHei"/>
              </a:rPr>
              <a:t>每 TRP 共用预算</a:t>
            </a:r>
          </a:p>
        </p:txBody>
      </p:sp>
      <p:sp>
        <p:nvSpPr>
          <p:cNvPr id="46" name="Rounded Rectangle 45"/>
          <p:cNvSpPr/>
          <p:nvPr/>
        </p:nvSpPr>
        <p:spPr>
          <a:xfrm>
            <a:off x="8275320" y="4279392"/>
            <a:ext cx="3026664" cy="1005840"/>
          </a:xfrm>
          <a:prstGeom prst="roundRect">
            <a:avLst/>
          </a:prstGeom>
          <a:solidFill>
            <a:srgbClr val="F4F9FD"/>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8275320" y="4279392"/>
            <a:ext cx="3026664" cy="402336"/>
          </a:xfrm>
          <a:prstGeom prst="roundRect">
            <a:avLst/>
          </a:prstGeom>
          <a:solidFill>
            <a:srgbClr val="DF7B27"/>
          </a:solidFill>
          <a:ln w="10160">
            <a:solidFill>
              <a:srgbClr val="DF7B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348472" y="4302252"/>
            <a:ext cx="2880360" cy="347472"/>
          </a:xfrm>
          <a:prstGeom prst="rect">
            <a:avLst/>
          </a:prstGeom>
          <a:noFill/>
        </p:spPr>
        <p:txBody>
          <a:bodyPr wrap="square" lIns="27432" tIns="13716" rIns="27432" bIns="13716" anchor="ctr">
            <a:spAutoFit/>
          </a:bodyPr>
          <a:lstStyle/>
          <a:p>
            <a:pPr algn="ctr"/>
            <a:r>
              <a:rPr sz="1550" b="1">
                <a:solidFill>
                  <a:srgbClr val="FFFFFF"/>
                </a:solidFill>
                <a:latin typeface="Microsoft YaHei"/>
              </a:rPr>
              <a:t>评价报告</a:t>
            </a:r>
          </a:p>
        </p:txBody>
      </p:sp>
      <p:sp>
        <p:nvSpPr>
          <p:cNvPr id="49" name="TextBox 48"/>
          <p:cNvSpPr txBox="1"/>
          <p:nvPr/>
        </p:nvSpPr>
        <p:spPr>
          <a:xfrm>
            <a:off x="8394192" y="4745736"/>
            <a:ext cx="2788920" cy="502920"/>
          </a:xfrm>
          <a:prstGeom prst="rect">
            <a:avLst/>
          </a:prstGeom>
          <a:noFill/>
        </p:spPr>
        <p:txBody>
          <a:bodyPr wrap="square" lIns="27432" tIns="13716" rIns="27432" bIns="13716" anchor="ctr">
            <a:spAutoFit/>
          </a:bodyPr>
          <a:lstStyle/>
          <a:p>
            <a:pPr algn="l"/>
            <a:r>
              <a:rPr sz="1210" b="0">
                <a:solidFill>
                  <a:srgbClr val="000000"/>
                </a:solidFill>
                <a:latin typeface="Microsoft YaHei"/>
              </a:rPr>
              <a:t>体验均值、低 5% 分位</a:t>
            </a:r>
          </a:p>
          <a:p>
            <a:pPr algn="l"/>
            <a:r>
              <a:rPr sz="1210" b="0">
                <a:solidFill>
                  <a:srgbClr val="000000"/>
                </a:solidFill>
                <a:latin typeface="Microsoft YaHei"/>
              </a:rPr>
              <a:t>TRP 平均/最大功率</a:t>
            </a:r>
          </a:p>
        </p:txBody>
      </p:sp>
      <p:cxnSp>
        <p:nvCxnSpPr>
          <p:cNvPr id="50" name="Connector 49"/>
          <p:cNvCxnSpPr/>
          <p:nvPr/>
        </p:nvCxnSpPr>
        <p:spPr>
          <a:xfrm>
            <a:off x="3977639" y="3895344"/>
            <a:ext cx="0" cy="347472"/>
          </a:xfrm>
          <a:prstGeom prst="line">
            <a:avLst/>
          </a:prstGeom>
          <a:ln w="30480">
            <a:solidFill>
              <a:srgbClr val="DF7B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202936" y="4782312"/>
            <a:ext cx="274320" cy="0"/>
          </a:xfrm>
          <a:prstGeom prst="line">
            <a:avLst/>
          </a:prstGeom>
          <a:ln w="30480">
            <a:solidFill>
              <a:srgbClr val="DF7B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946136" y="4782312"/>
            <a:ext cx="292608" cy="0"/>
          </a:xfrm>
          <a:prstGeom prst="line">
            <a:avLst/>
          </a:prstGeom>
          <a:ln w="30480">
            <a:solidFill>
              <a:srgbClr val="DF7B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758952" y="5641848"/>
            <a:ext cx="10607040" cy="365760"/>
          </a:xfrm>
          <a:prstGeom prst="rect">
            <a:avLst/>
          </a:prstGeom>
          <a:noFill/>
        </p:spPr>
        <p:txBody>
          <a:bodyPr wrap="square" lIns="27432" tIns="13716" rIns="27432" bIns="13716" anchor="ctr">
            <a:spAutoFit/>
          </a:bodyPr>
          <a:lstStyle/>
          <a:p>
            <a:pPr algn="ctr"/>
            <a:r>
              <a:rPr sz="1500" b="1">
                <a:solidFill>
                  <a:srgbClr val="092B56"/>
                </a:solidFill>
                <a:latin typeface="Microsoft YaHei"/>
              </a:rPr>
              <a:t>默认静态评价采用容量代理和业务掩码；未模拟队列实际出队。</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优化目标、变量与约束</a:t>
            </a:r>
          </a:p>
        </p:txBody>
      </p:sp>
      <p:sp>
        <p:nvSpPr>
          <p:cNvPr id="100" name="Objective panel"/>
          <p:cNvSpPr/>
          <p:nvPr/>
        </p:nvSpPr>
        <p:spPr>
          <a:xfrm>
            <a:off x="610000" y="1320000"/>
            <a:ext cx="10980000" cy="2450000"/>
          </a:xfrm>
          <a:prstGeom prst="roundRect">
            <a:avLst/>
          </a:prstGeom>
          <a:solidFill>
            <a:srgbClr val="EDF3FB"/>
          </a:solidFill>
          <a:ln w="14000">
            <a:solidFill>
              <a:srgbClr val="145394"/>
            </a:solidFill>
          </a:ln>
        </p:spPr>
        <p:txBody>
          <a:bodyPr anchor="ctr" lIns="100000" rIns="100000" tIns="35000" bIns="35000"/>
          <a:lstStyle/>
          <a:p>
            <a:pPr algn="l"/>
          </a:p>
        </p:txBody>
      </p:sp>
      <p:sp>
        <p:nvSpPr>
          <p:cNvPr id="101" name="Objective heading"/>
          <p:cNvSpPr/>
          <p:nvPr/>
        </p:nvSpPr>
        <p:spPr>
          <a:xfrm>
            <a:off x="840000" y="1470000"/>
            <a:ext cx="10500000" cy="330000"/>
          </a:xfrm>
          <a:prstGeom prst="roundRect">
            <a:avLst/>
          </a:prstGeom>
          <a:noFill/>
          <a:ln w="0"/>
        </p:spPr>
        <p:txBody>
          <a:bodyPr anchor="ctr" lIns="100000" rIns="100000" tIns="35000" bIns="35000"/>
          <a:lstStyle/>
          <a:p>
            <a:pPr algn="l"/>
            <a:r>
              <a:rPr lang="zh-CN" sz="2150" b="1">
                <a:solidFill>
                  <a:srgbClr val="17365D"/>
                </a:solidFill>
                <a:latin typeface="Microsoft YaHei"/>
                <a:ea typeface="Microsoft YaHei"/>
              </a:rPr>
              <a:t>当前默认目标：统计误差感知的加权总频谱效率</a:t>
            </a:r>
          </a:p>
        </p:txBody>
      </p:sp>
      <p:sp>
        <p:nvSpPr>
          <p:cNvPr id="102" name="Objective formula"/>
          <p:cNvSpPr/>
          <p:nvPr/>
        </p:nvSpPr>
        <p:spPr>
          <a:xfrm>
            <a:off x="900000" y="1930000"/>
            <a:ext cx="10200000" cy="565000"/>
          </a:xfrm>
          <a:prstGeom prst="roundRect">
            <a:avLst/>
          </a:prstGeom>
          <a:noFill/>
          <a:ln w="0"/>
        </p:spPr>
        <p:txBody>
          <a:bodyPr anchor="ctr" lIns="100000" rIns="100000" tIns="35000" bIns="35000"/>
          <a:lstStyle/>
          <a:p>
            <a:pPr algn="ctr"/>
            <a:r>
              <a:rPr lang="zh-CN" sz="2800" b="1">
                <a:solidFill>
                  <a:srgbClr val="0A3C77"/>
                </a:solidFill>
                <a:latin typeface="Microsoft YaHei"/>
                <a:ea typeface="Microsoft YaHei"/>
              </a:rPr>
              <a:t>max</a:t>
            </a:r>
            <a:r>
              <a:rPr lang="zh-CN" sz="2016" b="1" baseline="-25000">
                <a:solidFill>
                  <a:srgbClr val="0A3C77"/>
                </a:solidFill>
                <a:latin typeface="Microsoft YaHei"/>
                <a:ea typeface="Microsoft YaHei"/>
              </a:rPr>
              <a:t>w</a:t>
            </a:r>
            <a:r>
              <a:rPr lang="zh-CN" sz="2800" b="1">
                <a:solidFill>
                  <a:srgbClr val="0A3C77"/>
                </a:solidFill>
                <a:latin typeface="Microsoft YaHei"/>
                <a:ea typeface="Microsoft YaHei"/>
              </a:rPr>
              <a:t>  Σ</a:t>
            </a:r>
            <a:r>
              <a:rPr lang="zh-CN" sz="2016" b="1" baseline="-25000">
                <a:solidFill>
                  <a:srgbClr val="0A3C77"/>
                </a:solidFill>
                <a:latin typeface="Microsoft YaHei"/>
                <a:ea typeface="Microsoft YaHei"/>
              </a:rPr>
              <a:t>g</a:t>
            </a:r>
            <a:r>
              <a:rPr lang="zh-CN" sz="2800" b="1">
                <a:solidFill>
                  <a:srgbClr val="0A3C77"/>
                </a:solidFill>
                <a:latin typeface="Microsoft YaHei"/>
                <a:ea typeface="Microsoft YaHei"/>
              </a:rPr>
              <a:t> ν</a:t>
            </a:r>
            <a:r>
              <a:rPr lang="zh-CN" sz="2016" b="1" baseline="-25000">
                <a:solidFill>
                  <a:srgbClr val="0A3C77"/>
                </a:solidFill>
                <a:latin typeface="Microsoft YaHei"/>
                <a:ea typeface="Microsoft YaHei"/>
              </a:rPr>
              <a:t>g</a:t>
            </a:r>
            <a:r>
              <a:rPr lang="zh-CN" sz="2800" b="1">
                <a:solidFill>
                  <a:srgbClr val="0A3C77"/>
                </a:solidFill>
                <a:latin typeface="Microsoft YaHei"/>
                <a:ea typeface="Microsoft YaHei"/>
              </a:rPr>
              <a:t> Σ</a:t>
            </a:r>
            <a:r>
              <a:rPr lang="zh-CN" sz="2016" b="1" baseline="-25000">
                <a:solidFill>
                  <a:srgbClr val="0A3C77"/>
                </a:solidFill>
                <a:latin typeface="Microsoft YaHei"/>
                <a:ea typeface="Microsoft YaHei"/>
              </a:rPr>
              <a:t>k</a:t>
            </a:r>
            <a:r>
              <a:rPr lang="zh-CN" sz="2800" b="1">
                <a:solidFill>
                  <a:srgbClr val="0A3C77"/>
                </a:solidFill>
                <a:latin typeface="Microsoft YaHei"/>
                <a:ea typeface="Microsoft YaHei"/>
              </a:rPr>
              <a:t> b</a:t>
            </a:r>
            <a:r>
              <a:rPr lang="zh-CN" sz="2016" b="1" baseline="-25000">
                <a:solidFill>
                  <a:srgbClr val="0A3C77"/>
                </a:solidFill>
                <a:latin typeface="Microsoft YaHei"/>
                <a:ea typeface="Microsoft YaHei"/>
              </a:rPr>
              <a:t>kg</a:t>
            </a:r>
            <a:r>
              <a:rPr lang="zh-CN" sz="2800" b="1">
                <a:solidFill>
                  <a:srgbClr val="0A3C77"/>
                </a:solidFill>
                <a:latin typeface="Microsoft YaHei"/>
                <a:ea typeface="Microsoft YaHei"/>
              </a:rPr>
              <a:t> Rᵉˢᵗ</a:t>
            </a:r>
            <a:r>
              <a:rPr lang="zh-CN" sz="2016" b="1" baseline="-25000">
                <a:solidFill>
                  <a:srgbClr val="0A3C77"/>
                </a:solidFill>
                <a:latin typeface="Microsoft YaHei"/>
                <a:ea typeface="Microsoft YaHei"/>
              </a:rPr>
              <a:t>kg</a:t>
            </a:r>
            <a:r>
              <a:rPr lang="zh-CN" sz="2800" b="1">
                <a:solidFill>
                  <a:srgbClr val="0A3C77"/>
                </a:solidFill>
                <a:latin typeface="Microsoft YaHei"/>
                <a:ea typeface="Microsoft YaHei"/>
              </a:rPr>
              <a:t>(w)</a:t>
            </a:r>
          </a:p>
        </p:txBody>
      </p:sp>
      <p:sp>
        <p:nvSpPr>
          <p:cNvPr id="103" name="Rate formula"/>
          <p:cNvSpPr/>
          <p:nvPr/>
        </p:nvSpPr>
        <p:spPr>
          <a:xfrm>
            <a:off x="900000" y="2580000"/>
            <a:ext cx="10200000" cy="460000"/>
          </a:xfrm>
          <a:prstGeom prst="roundRect">
            <a:avLst/>
          </a:prstGeom>
          <a:noFill/>
          <a:ln w="0"/>
        </p:spPr>
        <p:txBody>
          <a:bodyPr anchor="ctr" lIns="100000" rIns="100000" tIns="35000" bIns="35000"/>
          <a:lstStyle/>
          <a:p>
            <a:pPr algn="ctr"/>
            <a:r>
              <a:rPr lang="zh-CN" sz="2350" b="0">
                <a:solidFill>
                  <a:srgbClr val="0A3C77"/>
                </a:solidFill>
                <a:latin typeface="Microsoft YaHei"/>
                <a:ea typeface="Microsoft YaHei"/>
              </a:rPr>
              <a:t>Rᵉˢᵗ</a:t>
            </a:r>
            <a:r>
              <a:rPr lang="zh-CN" sz="1692" b="0" baseline="-25000">
                <a:solidFill>
                  <a:srgbClr val="0A3C77"/>
                </a:solidFill>
                <a:latin typeface="Microsoft YaHei"/>
                <a:ea typeface="Microsoft YaHei"/>
              </a:rPr>
              <a:t>kg</a:t>
            </a:r>
            <a:r>
              <a:rPr lang="zh-CN" sz="2350" b="0">
                <a:solidFill>
                  <a:srgbClr val="0A3C77"/>
                </a:solidFill>
                <a:latin typeface="Microsoft YaHei"/>
                <a:ea typeface="Microsoft YaHei"/>
              </a:rPr>
              <a:t>(w) = −log₂ det E</a:t>
            </a:r>
            <a:r>
              <a:rPr lang="zh-CN" sz="1692" b="0" baseline="-25000">
                <a:solidFill>
                  <a:srgbClr val="0A3C77"/>
                </a:solidFill>
                <a:latin typeface="Microsoft YaHei"/>
                <a:ea typeface="Microsoft YaHei"/>
              </a:rPr>
              <a:t>kg</a:t>
            </a:r>
            <a:r>
              <a:rPr lang="zh-CN" sz="2350" b="0">
                <a:solidFill>
                  <a:srgbClr val="0A3C77"/>
                </a:solidFill>
                <a:latin typeface="Microsoft YaHei"/>
                <a:ea typeface="Microsoft YaHei"/>
              </a:rPr>
              <a:t>(w)     [bit/s/Hz]</a:t>
            </a:r>
          </a:p>
        </p:txBody>
      </p:sp>
      <p:sp>
        <p:nvSpPr>
          <p:cNvPr id="104" name="Objective meaning"/>
          <p:cNvSpPr/>
          <p:nvPr/>
        </p:nvSpPr>
        <p:spPr>
          <a:xfrm>
            <a:off x="900000" y="3210000"/>
            <a:ext cx="10200000" cy="310000"/>
          </a:xfrm>
          <a:prstGeom prst="roundRect">
            <a:avLst/>
          </a:prstGeom>
          <a:noFill/>
          <a:ln w="0"/>
        </p:spPr>
        <p:txBody>
          <a:bodyPr anchor="ctr" lIns="100000" rIns="100000" tIns="35000" bIns="35000"/>
          <a:lstStyle/>
          <a:p>
            <a:pPr algn="ctr"/>
            <a:r>
              <a:rPr lang="zh-CN" sz="1800" b="0">
                <a:solidFill>
                  <a:srgbClr val="334E6F"/>
                </a:solidFill>
                <a:latin typeface="Microsoft YaHei"/>
                <a:ea typeface="Microsoft YaHei"/>
              </a:rPr>
              <a:t>ν</a:t>
            </a:r>
            <a:r>
              <a:rPr lang="zh-CN" sz="1296" b="0" baseline="-25000">
                <a:solidFill>
                  <a:srgbClr val="334E6F"/>
                </a:solidFill>
                <a:latin typeface="Microsoft YaHei"/>
                <a:ea typeface="Microsoft YaHei"/>
              </a:rPr>
              <a:t>g</a:t>
            </a:r>
            <a:r>
              <a:rPr lang="zh-CN" sz="1800" b="0">
                <a:solidFill>
                  <a:srgbClr val="334E6F"/>
                </a:solidFill>
                <a:latin typeface="Microsoft YaHei"/>
                <a:ea typeface="Microsoft YaHei"/>
              </a:rPr>
              <a:t> 为资源组权重；默认分支的用户权重 η</a:t>
            </a:r>
            <a:r>
              <a:rPr lang="zh-CN" sz="1296" b="0" baseline="-25000">
                <a:solidFill>
                  <a:srgbClr val="334E6F"/>
                </a:solidFill>
                <a:latin typeface="Microsoft YaHei"/>
                <a:ea typeface="Microsoft YaHei"/>
              </a:rPr>
              <a:t>kg</a:t>
            </a:r>
            <a:r>
              <a:rPr lang="zh-CN" sz="1800" b="0">
                <a:solidFill>
                  <a:srgbClr val="334E6F"/>
                </a:solidFill>
                <a:latin typeface="Microsoft YaHei"/>
                <a:ea typeface="Microsoft YaHei"/>
              </a:rPr>
              <a:t>=1。</a:t>
            </a:r>
          </a:p>
        </p:txBody>
      </p:sp>
      <p:sp>
        <p:nvSpPr>
          <p:cNvPr id="105" name="Power panel"/>
          <p:cNvSpPr/>
          <p:nvPr/>
        </p:nvSpPr>
        <p:spPr>
          <a:xfrm>
            <a:off x="610000" y="3960000"/>
            <a:ext cx="5350000" cy="1370000"/>
          </a:xfrm>
          <a:prstGeom prst="roundRect">
            <a:avLst/>
          </a:prstGeom>
          <a:solidFill>
            <a:srgbClr val="F0F6FC"/>
          </a:solidFill>
          <a:ln w="14000">
            <a:solidFill>
              <a:srgbClr val="145394"/>
            </a:solidFill>
          </a:ln>
        </p:spPr>
        <p:txBody>
          <a:bodyPr anchor="ctr" lIns="100000" rIns="100000" tIns="35000" bIns="35000"/>
          <a:lstStyle/>
          <a:p>
            <a:pPr algn="l"/>
          </a:p>
        </p:txBody>
      </p:sp>
      <p:sp>
        <p:nvSpPr>
          <p:cNvPr id="106" name="Power heading"/>
          <p:cNvSpPr/>
          <p:nvPr/>
        </p:nvSpPr>
        <p:spPr>
          <a:xfrm>
            <a:off x="820000" y="4060000"/>
            <a:ext cx="4940000" cy="320000"/>
          </a:xfrm>
          <a:prstGeom prst="roundRect">
            <a:avLst/>
          </a:prstGeom>
          <a:noFill/>
          <a:ln w="0"/>
        </p:spPr>
        <p:txBody>
          <a:bodyPr anchor="ctr" lIns="100000" rIns="100000" tIns="35000" bIns="35000"/>
          <a:lstStyle/>
          <a:p>
            <a:pPr algn="l"/>
            <a:r>
              <a:rPr lang="zh-CN" sz="2000" b="1">
                <a:solidFill>
                  <a:srgbClr val="17365D"/>
                </a:solidFill>
                <a:latin typeface="Microsoft YaHei"/>
                <a:ea typeface="Microsoft YaHei"/>
              </a:rPr>
              <a:t>① 每个 TRP 的跨组功率预算</a:t>
            </a:r>
          </a:p>
        </p:txBody>
      </p:sp>
      <p:sp>
        <p:nvSpPr>
          <p:cNvPr id="107" name="Power formula"/>
          <p:cNvSpPr/>
          <p:nvPr/>
        </p:nvSpPr>
        <p:spPr>
          <a:xfrm>
            <a:off x="810000" y="4510000"/>
            <a:ext cx="5000000" cy="440000"/>
          </a:xfrm>
          <a:prstGeom prst="roundRect">
            <a:avLst/>
          </a:prstGeom>
          <a:noFill/>
          <a:ln w="0"/>
        </p:spPr>
        <p:txBody>
          <a:bodyPr anchor="ctr" lIns="100000" rIns="100000" tIns="35000" bIns="35000"/>
          <a:lstStyle/>
          <a:p>
            <a:pPr algn="ctr"/>
            <a:r>
              <a:rPr lang="zh-CN" sz="2150" b="1">
                <a:solidFill>
                  <a:srgbClr val="0A3C77"/>
                </a:solidFill>
                <a:latin typeface="Microsoft YaHei"/>
                <a:ea typeface="Microsoft YaHei"/>
              </a:rPr>
              <a:t>Σ</a:t>
            </a:r>
            <a:r>
              <a:rPr lang="zh-CN" sz="1548" b="1" baseline="-25000">
                <a:solidFill>
                  <a:srgbClr val="0A3C77"/>
                </a:solidFill>
                <a:latin typeface="Microsoft YaHei"/>
                <a:ea typeface="Microsoft YaHei"/>
              </a:rPr>
              <a:t>g</a:t>
            </a:r>
            <a:r>
              <a:rPr lang="zh-CN" sz="2150" b="1">
                <a:solidFill>
                  <a:srgbClr val="0A3C77"/>
                </a:solidFill>
                <a:latin typeface="Microsoft YaHei"/>
                <a:ea typeface="Microsoft YaHei"/>
              </a:rPr>
              <a:t> ν</a:t>
            </a:r>
            <a:r>
              <a:rPr lang="zh-CN" sz="1548" b="1" baseline="-25000">
                <a:solidFill>
                  <a:srgbClr val="0A3C77"/>
                </a:solidFill>
                <a:latin typeface="Microsoft YaHei"/>
                <a:ea typeface="Microsoft YaHei"/>
              </a:rPr>
              <a:t>g</a:t>
            </a:r>
            <a:r>
              <a:rPr lang="zh-CN" sz="2150" b="1">
                <a:solidFill>
                  <a:srgbClr val="0A3C77"/>
                </a:solidFill>
                <a:latin typeface="Microsoft YaHei"/>
                <a:ea typeface="Microsoft YaHei"/>
              </a:rPr>
              <a:t> Σ</a:t>
            </a:r>
            <a:r>
              <a:rPr lang="zh-CN" sz="1548" b="1" baseline="-25000">
                <a:solidFill>
                  <a:srgbClr val="0A3C77"/>
                </a:solidFill>
                <a:latin typeface="Microsoft YaHei"/>
                <a:ea typeface="Microsoft YaHei"/>
              </a:rPr>
              <a:t>k</a:t>
            </a:r>
            <a:r>
              <a:rPr lang="zh-CN" sz="2150" b="1">
                <a:solidFill>
                  <a:srgbClr val="0A3C77"/>
                </a:solidFill>
                <a:latin typeface="Microsoft YaHei"/>
                <a:ea typeface="Microsoft YaHei"/>
              </a:rPr>
              <a:t> ‖w</a:t>
            </a:r>
            <a:r>
              <a:rPr lang="zh-CN" sz="1548" b="1" baseline="-25000">
                <a:solidFill>
                  <a:srgbClr val="0A3C77"/>
                </a:solidFill>
                <a:latin typeface="Microsoft YaHei"/>
                <a:ea typeface="Microsoft YaHei"/>
              </a:rPr>
              <a:t>lkg</a:t>
            </a:r>
            <a:r>
              <a:rPr lang="zh-CN" sz="2150" b="1">
                <a:solidFill>
                  <a:srgbClr val="0A3C77"/>
                </a:solidFill>
                <a:latin typeface="Microsoft YaHei"/>
                <a:ea typeface="Microsoft YaHei"/>
              </a:rPr>
              <a:t>‖²</a:t>
            </a:r>
            <a:r>
              <a:rPr lang="zh-CN" sz="1548" b="1" baseline="-25000">
                <a:solidFill>
                  <a:srgbClr val="0A3C77"/>
                </a:solidFill>
                <a:latin typeface="Microsoft YaHei"/>
                <a:ea typeface="Microsoft YaHei"/>
              </a:rPr>
              <a:t>F</a:t>
            </a:r>
            <a:r>
              <a:rPr lang="zh-CN" sz="2150" b="1">
                <a:solidFill>
                  <a:srgbClr val="0A3C77"/>
                </a:solidFill>
                <a:latin typeface="Microsoft YaHei"/>
                <a:ea typeface="Microsoft YaHei"/>
              </a:rPr>
              <a:t> ≤ P</a:t>
            </a:r>
            <a:r>
              <a:rPr lang="zh-CN" sz="1548" b="1" baseline="-25000">
                <a:solidFill>
                  <a:srgbClr val="0A3C77"/>
                </a:solidFill>
                <a:latin typeface="Microsoft YaHei"/>
                <a:ea typeface="Microsoft YaHei"/>
              </a:rPr>
              <a:t>l</a:t>
            </a:r>
          </a:p>
        </p:txBody>
      </p:sp>
      <p:sp>
        <p:nvSpPr>
          <p:cNvPr id="108" name="Power meaning"/>
          <p:cNvSpPr/>
          <p:nvPr/>
        </p:nvSpPr>
        <p:spPr>
          <a:xfrm>
            <a:off x="830000" y="4950000"/>
            <a:ext cx="4920000" cy="270000"/>
          </a:xfrm>
          <a:prstGeom prst="roundRect">
            <a:avLst/>
          </a:prstGeom>
          <a:noFill/>
          <a:ln w="0"/>
        </p:spPr>
        <p:txBody>
          <a:bodyPr anchor="ctr" lIns="100000" rIns="100000" tIns="35000" bIns="35000"/>
          <a:lstStyle/>
          <a:p>
            <a:pPr algn="ctr"/>
            <a:r>
              <a:rPr lang="zh-CN" sz="1600" b="0">
                <a:solidFill>
                  <a:srgbClr val="334E6F"/>
                </a:solidFill>
                <a:latin typeface="Microsoft YaHei"/>
                <a:ea typeface="Microsoft YaHei"/>
              </a:rPr>
              <a:t>ν</a:t>
            </a:r>
            <a:r>
              <a:rPr lang="zh-CN" sz="1152" b="0" baseline="-25000">
                <a:solidFill>
                  <a:srgbClr val="334E6F"/>
                </a:solidFill>
                <a:latin typeface="Microsoft YaHei"/>
                <a:ea typeface="Microsoft YaHei"/>
              </a:rPr>
              <a:t>g</a:t>
            </a:r>
            <a:r>
              <a:rPr lang="zh-CN" sz="1600" b="0">
                <a:solidFill>
                  <a:srgbClr val="334E6F"/>
                </a:solidFill>
                <a:latin typeface="Microsoft YaHei"/>
                <a:ea typeface="Microsoft YaHei"/>
              </a:rPr>
              <a:t> = 该组传输 RB 数 / 总 RB 数</a:t>
            </a:r>
          </a:p>
        </p:txBody>
      </p:sp>
      <p:sp>
        <p:nvSpPr>
          <p:cNvPr id="109" name="Mask panel"/>
          <p:cNvSpPr/>
          <p:nvPr/>
        </p:nvSpPr>
        <p:spPr>
          <a:xfrm>
            <a:off x="6250000" y="3960000"/>
            <a:ext cx="5330000" cy="1370000"/>
          </a:xfrm>
          <a:prstGeom prst="roundRect">
            <a:avLst/>
          </a:prstGeom>
          <a:solidFill>
            <a:srgbClr val="FFF4E9"/>
          </a:solidFill>
          <a:ln w="14000">
            <a:solidFill>
              <a:srgbClr val="E77C20"/>
            </a:solidFill>
          </a:ln>
        </p:spPr>
        <p:txBody>
          <a:bodyPr anchor="ctr" lIns="100000" rIns="100000" tIns="35000" bIns="35000"/>
          <a:lstStyle/>
          <a:p>
            <a:pPr algn="l"/>
          </a:p>
        </p:txBody>
      </p:sp>
      <p:sp>
        <p:nvSpPr>
          <p:cNvPr id="110" name="Mask heading"/>
          <p:cNvSpPr/>
          <p:nvPr/>
        </p:nvSpPr>
        <p:spPr>
          <a:xfrm>
            <a:off x="6460000" y="4060000"/>
            <a:ext cx="4900000" cy="320000"/>
          </a:xfrm>
          <a:prstGeom prst="roundRect">
            <a:avLst/>
          </a:prstGeom>
          <a:noFill/>
          <a:ln w="0"/>
        </p:spPr>
        <p:txBody>
          <a:bodyPr anchor="ctr" lIns="100000" rIns="100000" tIns="35000" bIns="35000"/>
          <a:lstStyle/>
          <a:p>
            <a:pPr algn="l"/>
            <a:r>
              <a:rPr lang="zh-CN" sz="2000" b="1">
                <a:solidFill>
                  <a:srgbClr val="17365D"/>
                </a:solidFill>
                <a:latin typeface="Microsoft YaHei"/>
                <a:ea typeface="Microsoft YaHei"/>
              </a:rPr>
              <a:t>② 调度与服务关联约束</a:t>
            </a:r>
          </a:p>
        </p:txBody>
      </p:sp>
      <p:sp>
        <p:nvSpPr>
          <p:cNvPr id="111" name="Mask formula"/>
          <p:cNvSpPr/>
          <p:nvPr/>
        </p:nvSpPr>
        <p:spPr>
          <a:xfrm>
            <a:off x="6440000" y="4510000"/>
            <a:ext cx="4930000" cy="440000"/>
          </a:xfrm>
          <a:prstGeom prst="roundRect">
            <a:avLst/>
          </a:prstGeom>
          <a:noFill/>
          <a:ln w="0"/>
        </p:spPr>
        <p:txBody>
          <a:bodyPr anchor="ctr" lIns="100000" rIns="100000" tIns="35000" bIns="35000"/>
          <a:lstStyle/>
          <a:p>
            <a:pPr algn="ctr"/>
            <a:r>
              <a:rPr lang="zh-CN" sz="2030" b="1">
                <a:solidFill>
                  <a:srgbClr val="9B4A0D"/>
                </a:solidFill>
                <a:latin typeface="Microsoft YaHei"/>
                <a:ea typeface="Microsoft YaHei"/>
              </a:rPr>
              <a:t>b</a:t>
            </a:r>
            <a:r>
              <a:rPr lang="zh-CN" sz="1462" b="1" baseline="-25000">
                <a:solidFill>
                  <a:srgbClr val="9B4A0D"/>
                </a:solidFill>
                <a:latin typeface="Microsoft YaHei"/>
                <a:ea typeface="Microsoft YaHei"/>
              </a:rPr>
              <a:t>kg</a:t>
            </a:r>
            <a:r>
              <a:rPr lang="zh-CN" sz="2030" b="1">
                <a:solidFill>
                  <a:srgbClr val="9B4A0D"/>
                </a:solidFill>
                <a:latin typeface="Microsoft YaHei"/>
                <a:ea typeface="Microsoft YaHei"/>
              </a:rPr>
              <a:t>=0 或 χ</a:t>
            </a:r>
            <a:r>
              <a:rPr lang="zh-CN" sz="1462" b="1" baseline="-25000">
                <a:solidFill>
                  <a:srgbClr val="9B4A0D"/>
                </a:solidFill>
                <a:latin typeface="Microsoft YaHei"/>
                <a:ea typeface="Microsoft YaHei"/>
              </a:rPr>
              <a:t>lkg</a:t>
            </a:r>
            <a:r>
              <a:rPr lang="zh-CN" sz="2030" b="1">
                <a:solidFill>
                  <a:srgbClr val="9B4A0D"/>
                </a:solidFill>
                <a:latin typeface="Microsoft YaHei"/>
                <a:ea typeface="Microsoft YaHei"/>
              </a:rPr>
              <a:t>=0 ⇒ w</a:t>
            </a:r>
            <a:r>
              <a:rPr lang="zh-CN" sz="1462" b="1" baseline="-25000">
                <a:solidFill>
                  <a:srgbClr val="9B4A0D"/>
                </a:solidFill>
                <a:latin typeface="Microsoft YaHei"/>
                <a:ea typeface="Microsoft YaHei"/>
              </a:rPr>
              <a:t>lkg</a:t>
            </a:r>
            <a:r>
              <a:rPr lang="zh-CN" sz="2030" b="1">
                <a:solidFill>
                  <a:srgbClr val="9B4A0D"/>
                </a:solidFill>
                <a:latin typeface="Microsoft YaHei"/>
                <a:ea typeface="Microsoft YaHei"/>
              </a:rPr>
              <a:t>=0</a:t>
            </a:r>
          </a:p>
        </p:txBody>
      </p:sp>
      <p:sp>
        <p:nvSpPr>
          <p:cNvPr id="112" name="Mask meaning"/>
          <p:cNvSpPr/>
          <p:nvPr/>
        </p:nvSpPr>
        <p:spPr>
          <a:xfrm>
            <a:off x="6490000" y="4950000"/>
            <a:ext cx="4800000" cy="270000"/>
          </a:xfrm>
          <a:prstGeom prst="roundRect">
            <a:avLst/>
          </a:prstGeom>
          <a:noFill/>
          <a:ln w="0"/>
        </p:spPr>
        <p:txBody>
          <a:bodyPr anchor="ctr" lIns="100000" rIns="100000" tIns="35000" bIns="35000"/>
          <a:lstStyle/>
          <a:p>
            <a:pPr algn="ctr"/>
            <a:r>
              <a:rPr lang="zh-CN" sz="1550" b="0">
                <a:solidFill>
                  <a:srgbClr val="78461F"/>
                </a:solidFill>
                <a:latin typeface="Microsoft YaHei"/>
                <a:ea typeface="Microsoft YaHei"/>
              </a:rPr>
              <a:t>只为已调度且由该 TRP 服务的 UE 置权重</a:t>
            </a:r>
          </a:p>
        </p:txBody>
      </p:sp>
      <p:sp>
        <p:nvSpPr>
          <p:cNvPr id="113" name="Objective footer"/>
          <p:cNvSpPr/>
          <p:nvPr/>
        </p:nvSpPr>
        <p:spPr>
          <a:xfrm>
            <a:off x="710000" y="5620000"/>
            <a:ext cx="10800000" cy="780000"/>
          </a:xfrm>
          <a:prstGeom prst="roundRect">
            <a:avLst/>
          </a:prstGeom>
          <a:solidFill>
            <a:srgbClr val="DCEAF7"/>
          </a:solidFill>
          <a:ln w="14000">
            <a:solidFill>
              <a:srgbClr val="145394"/>
            </a:solidFill>
          </a:ln>
        </p:spPr>
        <p:txBody>
          <a:bodyPr anchor="ctr" lIns="100000" rIns="100000" tIns="35000" bIns="35000"/>
          <a:lstStyle/>
          <a:p>
            <a:pPr algn="ctr"/>
            <a:r>
              <a:rPr lang="zh-CN" sz="1740" b="1">
                <a:solidFill>
                  <a:srgbClr val="102D50"/>
                </a:solidFill>
                <a:latin typeface="Microsoft YaHei"/>
                <a:ea typeface="Microsoft YaHei"/>
              </a:rPr>
              <a:t>优化时最大化估计的总频谱效率；最终边缘体验用真实信道与业务样本另行评价。</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ADMM 预编码子问题求解</a:t>
            </a:r>
          </a:p>
        </p:txBody>
      </p:sp>
      <p:sp>
        <p:nvSpPr>
          <p:cNvPr id="100" name="Introduction"/>
          <p:cNvSpPr/>
          <p:nvPr/>
        </p:nvSpPr>
        <p:spPr>
          <a:xfrm>
            <a:off x="670000" y="1340000"/>
            <a:ext cx="10900000" cy="500000"/>
          </a:xfrm>
          <a:prstGeom prst="roundRect">
            <a:avLst/>
          </a:prstGeom>
          <a:solidFill>
            <a:srgbClr val="E7F0F9"/>
          </a:solidFill>
          <a:ln w="14000">
            <a:solidFill>
              <a:srgbClr val="145394"/>
            </a:solidFill>
          </a:ln>
        </p:spPr>
        <p:txBody>
          <a:bodyPr anchor="ctr" lIns="80000" rIns="80000" tIns="20000" bIns="20000"/>
          <a:lstStyle/>
          <a:p>
            <a:pPr algn="ctr"/>
            <a:r>
              <a:rPr lang="zh-CN" sz="2000" b="1">
                <a:solidFill>
                  <a:srgbClr val="17365D"/>
                </a:solidFill>
                <a:latin typeface="Microsoft YaHei"/>
                <a:ea typeface="Microsoft YaHei"/>
              </a:rPr>
              <a:t>固定 A、Ω、η 后，预编码子问题为受约束的凸二次问题。</a:t>
            </a:r>
          </a:p>
        </p:txBody>
      </p:sp>
      <p:sp>
        <p:nvSpPr>
          <p:cNvPr id="110" name="Step panel 1"/>
          <p:cNvSpPr/>
          <p:nvPr/>
        </p:nvSpPr>
        <p:spPr>
          <a:xfrm>
            <a:off x="650000" y="1990000"/>
            <a:ext cx="11000000" cy="1210000"/>
          </a:xfrm>
          <a:prstGeom prst="roundRect">
            <a:avLst/>
          </a:prstGeom>
          <a:solidFill>
            <a:srgbClr val="F0F6FC"/>
          </a:solidFill>
          <a:ln w="14000">
            <a:solidFill>
              <a:srgbClr val="145394"/>
            </a:solidFill>
          </a:ln>
        </p:spPr>
        <p:txBody>
          <a:bodyPr anchor="ctr" lIns="80000" rIns="80000" tIns="20000" bIns="20000"/>
          <a:lstStyle/>
          <a:p>
            <a:pPr algn="l"/>
          </a:p>
        </p:txBody>
      </p:sp>
      <p:sp>
        <p:nvSpPr>
          <p:cNvPr id="111" name="Step label 1"/>
          <p:cNvSpPr/>
          <p:nvPr/>
        </p:nvSpPr>
        <p:spPr>
          <a:xfrm>
            <a:off x="830000" y="2100000"/>
            <a:ext cx="3000000" cy="365000"/>
          </a:xfrm>
          <a:prstGeom prst="roundRect">
            <a:avLst/>
          </a:prstGeom>
          <a:noFill/>
          <a:ln w="0"/>
        </p:spPr>
        <p:txBody>
          <a:bodyPr anchor="ctr" lIns="80000" rIns="80000" tIns="20000" bIns="20000"/>
          <a:lstStyle/>
          <a:p>
            <a:pPr algn="l"/>
            <a:r>
              <a:rPr lang="zh-CN" sz="1900" b="1">
                <a:solidFill>
                  <a:srgbClr val="145394"/>
                </a:solidFill>
                <a:latin typeface="Microsoft YaHei"/>
                <a:ea typeface="Microsoft YaHei"/>
              </a:rPr>
              <a:t>① CG 更新目标变量</a:t>
            </a:r>
          </a:p>
        </p:txBody>
      </p:sp>
      <p:sp>
        <p:nvSpPr>
          <p:cNvPr id="112" name="Step formula 1"/>
          <p:cNvSpPr/>
          <p:nvPr/>
        </p:nvSpPr>
        <p:spPr>
          <a:xfrm>
            <a:off x="3740000" y="2090000"/>
            <a:ext cx="7560000" cy="490000"/>
          </a:xfrm>
          <a:prstGeom prst="roundRect">
            <a:avLst/>
          </a:prstGeom>
          <a:noFill/>
          <a:ln w="0"/>
        </p:spPr>
        <p:txBody>
          <a:bodyPr anchor="ctr" lIns="80000" rIns="80000" tIns="20000" bIns="20000"/>
          <a:lstStyle/>
          <a:p>
            <a:pPr algn="ctr"/>
            <a:r>
              <a:rPr lang="zh-CN" sz="2070" b="1">
                <a:solidFill>
                  <a:srgbClr val="145394"/>
                </a:solidFill>
                <a:latin typeface="Microsoft YaHei"/>
                <a:ea typeface="Microsoft YaHei"/>
              </a:rPr>
              <a:t>(ν</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 𝒬</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 + ρ/2 𝕀)x</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 = ν</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 B</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 + ρ/2(z</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−u</a:t>
            </a:r>
            <a:r>
              <a:rPr lang="zh-CN" sz="1490" b="1" baseline="-25000">
                <a:solidFill>
                  <a:srgbClr val="145394"/>
                </a:solidFill>
                <a:latin typeface="Microsoft YaHei"/>
                <a:ea typeface="Microsoft YaHei"/>
              </a:rPr>
              <a:t>g</a:t>
            </a:r>
            <a:r>
              <a:rPr lang="zh-CN" sz="2070" b="1">
                <a:solidFill>
                  <a:srgbClr val="145394"/>
                </a:solidFill>
                <a:latin typeface="Microsoft YaHei"/>
                <a:ea typeface="Microsoft YaHei"/>
              </a:rPr>
              <a:t>)</a:t>
            </a:r>
          </a:p>
        </p:txBody>
      </p:sp>
      <p:sp>
        <p:nvSpPr>
          <p:cNvPr id="113" name="Step explanation 1"/>
          <p:cNvSpPr/>
          <p:nvPr/>
        </p:nvSpPr>
        <p:spPr>
          <a:xfrm>
            <a:off x="1110000" y="2700000"/>
            <a:ext cx="10300000" cy="335000"/>
          </a:xfrm>
          <a:prstGeom prst="roundRect">
            <a:avLst/>
          </a:prstGeom>
          <a:noFill/>
          <a:ln w="0"/>
        </p:spPr>
        <p:txBody>
          <a:bodyPr anchor="ctr" lIns="80000" rIns="80000" tIns="20000" bIns="20000"/>
          <a:lstStyle/>
          <a:p>
            <a:pPr algn="ctr"/>
            <a:r>
              <a:rPr lang="zh-CN" sz="1720" b="0">
                <a:solidFill>
                  <a:srgbClr val="334E6F"/>
                </a:solidFill>
                <a:latin typeface="Microsoft YaHei"/>
                <a:ea typeface="Microsoft YaHei"/>
              </a:rPr>
              <a:t>隐式应用二次算子，用 CG 解每组线性系统。</a:t>
            </a:r>
          </a:p>
        </p:txBody>
      </p:sp>
      <p:sp>
        <p:nvSpPr>
          <p:cNvPr id="114" name="Step panel 2"/>
          <p:cNvSpPr/>
          <p:nvPr/>
        </p:nvSpPr>
        <p:spPr>
          <a:xfrm>
            <a:off x="650000" y="3370000"/>
            <a:ext cx="11000000" cy="1210000"/>
          </a:xfrm>
          <a:prstGeom prst="roundRect">
            <a:avLst/>
          </a:prstGeom>
          <a:solidFill>
            <a:srgbClr val="EDF8F6"/>
          </a:solidFill>
          <a:ln w="14000">
            <a:solidFill>
              <a:srgbClr val="1B7A68"/>
            </a:solidFill>
          </a:ln>
        </p:spPr>
        <p:txBody>
          <a:bodyPr anchor="ctr" lIns="80000" rIns="80000" tIns="20000" bIns="20000"/>
          <a:lstStyle/>
          <a:p>
            <a:pPr algn="l"/>
          </a:p>
        </p:txBody>
      </p:sp>
      <p:sp>
        <p:nvSpPr>
          <p:cNvPr id="115" name="Step label 2"/>
          <p:cNvSpPr/>
          <p:nvPr/>
        </p:nvSpPr>
        <p:spPr>
          <a:xfrm>
            <a:off x="830000" y="3480000"/>
            <a:ext cx="3000000" cy="365000"/>
          </a:xfrm>
          <a:prstGeom prst="roundRect">
            <a:avLst/>
          </a:prstGeom>
          <a:noFill/>
          <a:ln w="0"/>
        </p:spPr>
        <p:txBody>
          <a:bodyPr anchor="ctr" lIns="80000" rIns="80000" tIns="20000" bIns="20000"/>
          <a:lstStyle/>
          <a:p>
            <a:pPr algn="l"/>
            <a:r>
              <a:rPr lang="zh-CN" sz="1900" b="1">
                <a:solidFill>
                  <a:srgbClr val="1B7A68"/>
                </a:solidFill>
                <a:latin typeface="Microsoft YaHei"/>
                <a:ea typeface="Microsoft YaHei"/>
              </a:rPr>
              <a:t>② 联合功率投影</a:t>
            </a:r>
          </a:p>
        </p:txBody>
      </p:sp>
      <p:sp>
        <p:nvSpPr>
          <p:cNvPr id="116" name="Step formula 2"/>
          <p:cNvSpPr/>
          <p:nvPr/>
        </p:nvSpPr>
        <p:spPr>
          <a:xfrm>
            <a:off x="3740000" y="3470000"/>
            <a:ext cx="7560000" cy="490000"/>
          </a:xfrm>
          <a:prstGeom prst="roundRect">
            <a:avLst/>
          </a:prstGeom>
          <a:noFill/>
          <a:ln w="0"/>
        </p:spPr>
        <p:txBody>
          <a:bodyPr anchor="ctr" lIns="80000" rIns="80000" tIns="20000" bIns="20000"/>
          <a:lstStyle/>
          <a:p>
            <a:pPr algn="ctr"/>
            <a:r>
              <a:rPr lang="zh-CN" sz="2270" b="1">
                <a:solidFill>
                  <a:srgbClr val="1B7A68"/>
                </a:solidFill>
                <a:latin typeface="Microsoft YaHei"/>
                <a:ea typeface="Microsoft YaHei"/>
              </a:rPr>
              <a:t>z⁺ = Π</a:t>
            </a:r>
            <a:r>
              <a:rPr lang="zh-CN" sz="1634" b="1" baseline="-25000">
                <a:solidFill>
                  <a:srgbClr val="1B7A68"/>
                </a:solidFill>
                <a:latin typeface="Microsoft YaHei"/>
                <a:ea typeface="Microsoft YaHei"/>
              </a:rPr>
              <a:t>𝒞</a:t>
            </a:r>
            <a:r>
              <a:rPr lang="zh-CN" sz="2270" b="1">
                <a:solidFill>
                  <a:srgbClr val="1B7A68"/>
                </a:solidFill>
                <a:latin typeface="Microsoft YaHei"/>
                <a:ea typeface="Microsoft YaHei"/>
              </a:rPr>
              <a:t>(x⁺+u)</a:t>
            </a:r>
          </a:p>
        </p:txBody>
      </p:sp>
      <p:sp>
        <p:nvSpPr>
          <p:cNvPr id="117" name="Step explanation 2"/>
          <p:cNvSpPr/>
          <p:nvPr/>
        </p:nvSpPr>
        <p:spPr>
          <a:xfrm>
            <a:off x="1110000" y="4080000"/>
            <a:ext cx="10300000" cy="335000"/>
          </a:xfrm>
          <a:prstGeom prst="roundRect">
            <a:avLst/>
          </a:prstGeom>
          <a:noFill/>
          <a:ln w="0"/>
        </p:spPr>
        <p:txBody>
          <a:bodyPr anchor="ctr" lIns="80000" rIns="80000" tIns="20000" bIns="20000"/>
          <a:lstStyle/>
          <a:p>
            <a:pPr algn="ctr"/>
            <a:r>
              <a:rPr lang="zh-CN" sz="1720" b="0">
                <a:solidFill>
                  <a:srgbClr val="334E6F"/>
                </a:solidFill>
                <a:latin typeface="Microsoft YaHei"/>
                <a:ea typeface="Microsoft YaHei"/>
              </a:rPr>
              <a:t>Σ</a:t>
            </a:r>
            <a:r>
              <a:rPr lang="zh-CN" sz="1238" b="0" baseline="-25000">
                <a:solidFill>
                  <a:srgbClr val="334E6F"/>
                </a:solidFill>
                <a:latin typeface="Microsoft YaHei"/>
                <a:ea typeface="Microsoft YaHei"/>
              </a:rPr>
              <a:t>g</a:t>
            </a:r>
            <a:r>
              <a:rPr lang="zh-CN" sz="1720" b="0">
                <a:solidFill>
                  <a:srgbClr val="334E6F"/>
                </a:solidFill>
                <a:latin typeface="Microsoft YaHei"/>
                <a:ea typeface="Microsoft YaHei"/>
              </a:rPr>
              <a:t> ν</a:t>
            </a:r>
            <a:r>
              <a:rPr lang="zh-CN" sz="1238" b="0" baseline="-25000">
                <a:solidFill>
                  <a:srgbClr val="334E6F"/>
                </a:solidFill>
                <a:latin typeface="Microsoft YaHei"/>
                <a:ea typeface="Microsoft YaHei"/>
              </a:rPr>
              <a:t>g</a:t>
            </a:r>
            <a:r>
              <a:rPr lang="zh-CN" sz="1720" b="0">
                <a:solidFill>
                  <a:srgbClr val="334E6F"/>
                </a:solidFill>
                <a:latin typeface="Microsoft YaHei"/>
                <a:ea typeface="Microsoft YaHei"/>
              </a:rPr>
              <a:t> Σ</a:t>
            </a:r>
            <a:r>
              <a:rPr lang="zh-CN" sz="1238" b="0" baseline="-25000">
                <a:solidFill>
                  <a:srgbClr val="334E6F"/>
                </a:solidFill>
                <a:latin typeface="Microsoft YaHei"/>
                <a:ea typeface="Microsoft YaHei"/>
              </a:rPr>
              <a:t>j</a:t>
            </a:r>
            <a:r>
              <a:rPr lang="zh-CN" sz="1720" b="0">
                <a:solidFill>
                  <a:srgbClr val="334E6F"/>
                </a:solidFill>
                <a:latin typeface="Microsoft YaHei"/>
                <a:ea typeface="Microsoft YaHei"/>
              </a:rPr>
              <a:t> ‖w</a:t>
            </a:r>
            <a:r>
              <a:rPr lang="zh-CN" sz="1238" b="0" baseline="-25000">
                <a:solidFill>
                  <a:srgbClr val="334E6F"/>
                </a:solidFill>
                <a:latin typeface="Microsoft YaHei"/>
                <a:ea typeface="Microsoft YaHei"/>
              </a:rPr>
              <a:t>ljg</a:t>
            </a:r>
            <a:r>
              <a:rPr lang="zh-CN" sz="1720" b="0">
                <a:solidFill>
                  <a:srgbClr val="334E6F"/>
                </a:solidFill>
                <a:latin typeface="Microsoft YaHei"/>
                <a:ea typeface="Microsoft YaHei"/>
              </a:rPr>
              <a:t>‖²</a:t>
            </a:r>
            <a:r>
              <a:rPr lang="zh-CN" sz="1238" b="0" baseline="-25000">
                <a:solidFill>
                  <a:srgbClr val="334E6F"/>
                </a:solidFill>
                <a:latin typeface="Microsoft YaHei"/>
                <a:ea typeface="Microsoft YaHei"/>
              </a:rPr>
              <a:t>F</a:t>
            </a:r>
            <a:r>
              <a:rPr lang="zh-CN" sz="1720" b="0">
                <a:solidFill>
                  <a:srgbClr val="334E6F"/>
                </a:solidFill>
                <a:latin typeface="Microsoft YaHei"/>
                <a:ea typeface="Microsoft YaHei"/>
              </a:rPr>
              <a:t> ≤ P</a:t>
            </a:r>
            <a:r>
              <a:rPr lang="zh-CN" sz="1238" b="0" baseline="-25000">
                <a:solidFill>
                  <a:srgbClr val="334E6F"/>
                </a:solidFill>
                <a:latin typeface="Microsoft YaHei"/>
                <a:ea typeface="Microsoft YaHei"/>
              </a:rPr>
              <a:t>l</a:t>
            </a:r>
            <a:r>
              <a:rPr lang="zh-CN" sz="1720" b="0">
                <a:solidFill>
                  <a:srgbClr val="334E6F"/>
                </a:solidFill>
                <a:latin typeface="Microsoft YaHei"/>
                <a:ea typeface="Microsoft YaHei"/>
              </a:rPr>
              <a:t>  （每个 TRP）</a:t>
            </a:r>
          </a:p>
        </p:txBody>
      </p:sp>
      <p:sp>
        <p:nvSpPr>
          <p:cNvPr id="118" name="Step panel 3"/>
          <p:cNvSpPr/>
          <p:nvPr/>
        </p:nvSpPr>
        <p:spPr>
          <a:xfrm>
            <a:off x="650000" y="4750000"/>
            <a:ext cx="11000000" cy="1210000"/>
          </a:xfrm>
          <a:prstGeom prst="roundRect">
            <a:avLst/>
          </a:prstGeom>
          <a:solidFill>
            <a:srgbClr val="FFF4E9"/>
          </a:solidFill>
          <a:ln w="14000">
            <a:solidFill>
              <a:srgbClr val="E77C20"/>
            </a:solidFill>
          </a:ln>
        </p:spPr>
        <p:txBody>
          <a:bodyPr anchor="ctr" lIns="80000" rIns="80000" tIns="20000" bIns="20000"/>
          <a:lstStyle/>
          <a:p>
            <a:pPr algn="l"/>
          </a:p>
        </p:txBody>
      </p:sp>
      <p:sp>
        <p:nvSpPr>
          <p:cNvPr id="119" name="Step label 3"/>
          <p:cNvSpPr/>
          <p:nvPr/>
        </p:nvSpPr>
        <p:spPr>
          <a:xfrm>
            <a:off x="830000" y="4860000"/>
            <a:ext cx="3000000" cy="365000"/>
          </a:xfrm>
          <a:prstGeom prst="roundRect">
            <a:avLst/>
          </a:prstGeom>
          <a:noFill/>
          <a:ln w="0"/>
        </p:spPr>
        <p:txBody>
          <a:bodyPr anchor="ctr" lIns="80000" rIns="80000" tIns="20000" bIns="20000"/>
          <a:lstStyle/>
          <a:p>
            <a:pPr algn="l"/>
            <a:r>
              <a:rPr lang="zh-CN" sz="1900" b="1">
                <a:solidFill>
                  <a:srgbClr val="E77C20"/>
                </a:solidFill>
                <a:latin typeface="Microsoft YaHei"/>
                <a:ea typeface="Microsoft YaHei"/>
              </a:rPr>
              <a:t>③ 缩放对偶更新</a:t>
            </a:r>
          </a:p>
        </p:txBody>
      </p:sp>
      <p:sp>
        <p:nvSpPr>
          <p:cNvPr id="120" name="Step formula 3"/>
          <p:cNvSpPr/>
          <p:nvPr/>
        </p:nvSpPr>
        <p:spPr>
          <a:xfrm>
            <a:off x="3740000" y="4850000"/>
            <a:ext cx="7560000" cy="490000"/>
          </a:xfrm>
          <a:prstGeom prst="roundRect">
            <a:avLst/>
          </a:prstGeom>
          <a:noFill/>
          <a:ln w="0"/>
        </p:spPr>
        <p:txBody>
          <a:bodyPr anchor="ctr" lIns="80000" rIns="80000" tIns="20000" bIns="20000"/>
          <a:lstStyle/>
          <a:p>
            <a:pPr algn="ctr"/>
            <a:r>
              <a:rPr lang="zh-CN" sz="2270" b="1">
                <a:solidFill>
                  <a:srgbClr val="E77C20"/>
                </a:solidFill>
                <a:latin typeface="Microsoft YaHei"/>
                <a:ea typeface="Microsoft YaHei"/>
              </a:rPr>
              <a:t>u⁺ = u+x⁺−z⁺</a:t>
            </a:r>
          </a:p>
        </p:txBody>
      </p:sp>
      <p:sp>
        <p:nvSpPr>
          <p:cNvPr id="121" name="Step explanation 3"/>
          <p:cNvSpPr/>
          <p:nvPr/>
        </p:nvSpPr>
        <p:spPr>
          <a:xfrm>
            <a:off x="1110000" y="5460000"/>
            <a:ext cx="10300000" cy="335000"/>
          </a:xfrm>
          <a:prstGeom prst="roundRect">
            <a:avLst/>
          </a:prstGeom>
          <a:noFill/>
          <a:ln w="0"/>
        </p:spPr>
        <p:txBody>
          <a:bodyPr anchor="ctr" lIns="80000" rIns="80000" tIns="20000" bIns="20000"/>
          <a:lstStyle/>
          <a:p>
            <a:pPr algn="ctr"/>
            <a:r>
              <a:rPr lang="zh-CN" sz="1720" b="0">
                <a:solidFill>
                  <a:srgbClr val="334E6F"/>
                </a:solidFill>
                <a:latin typeface="Microsoft YaHei"/>
                <a:ea typeface="Microsoft YaHei"/>
              </a:rPr>
              <a:t>累积目标变量与功率可行副本的不一致。</a:t>
            </a:r>
          </a:p>
        </p:txBody>
      </p:sp>
      <p:sp>
        <p:nvSpPr>
          <p:cNvPr id="130" name="Residual strip"/>
          <p:cNvSpPr/>
          <p:nvPr/>
        </p:nvSpPr>
        <p:spPr>
          <a:xfrm>
            <a:off x="750000" y="6110000"/>
            <a:ext cx="10800000" cy="440000"/>
          </a:xfrm>
          <a:prstGeom prst="roundRect">
            <a:avLst/>
          </a:prstGeom>
          <a:solidFill>
            <a:srgbClr val="DCEAF7"/>
          </a:solidFill>
          <a:ln w="14000">
            <a:solidFill>
              <a:srgbClr val="145394"/>
            </a:solidFill>
          </a:ln>
        </p:spPr>
        <p:txBody>
          <a:bodyPr anchor="ctr" lIns="80000" rIns="80000" tIns="20000" bIns="20000"/>
          <a:lstStyle/>
          <a:p>
            <a:pPr algn="ctr"/>
            <a:r>
              <a:rPr lang="zh-CN" sz="1960" b="1">
                <a:solidFill>
                  <a:srgbClr val="17365D"/>
                </a:solidFill>
                <a:latin typeface="Microsoft YaHei"/>
                <a:ea typeface="Microsoft YaHei"/>
              </a:rPr>
              <a:t>r</a:t>
            </a:r>
            <a:r>
              <a:rPr lang="zh-CN" sz="1411" b="1" baseline="-25000">
                <a:solidFill>
                  <a:srgbClr val="17365D"/>
                </a:solidFill>
                <a:latin typeface="Microsoft YaHei"/>
                <a:ea typeface="Microsoft YaHei"/>
              </a:rPr>
              <a:t>pri</a:t>
            </a:r>
            <a:r>
              <a:rPr lang="zh-CN" sz="1960" b="1">
                <a:solidFill>
                  <a:srgbClr val="17365D"/>
                </a:solidFill>
                <a:latin typeface="Microsoft YaHei"/>
                <a:ea typeface="Microsoft YaHei"/>
              </a:rPr>
              <a:t>=‖x−z‖</a:t>
            </a:r>
            <a:r>
              <a:rPr lang="zh-CN" sz="1411" b="1" baseline="-25000">
                <a:solidFill>
                  <a:srgbClr val="17365D"/>
                </a:solidFill>
                <a:latin typeface="Microsoft YaHei"/>
                <a:ea typeface="Microsoft YaHei"/>
              </a:rPr>
              <a:t>F</a:t>
            </a:r>
            <a:r>
              <a:rPr lang="zh-CN" sz="1960" b="1">
                <a:solidFill>
                  <a:srgbClr val="17365D"/>
                </a:solidFill>
                <a:latin typeface="Microsoft YaHei"/>
                <a:ea typeface="Microsoft YaHei"/>
              </a:rPr>
              <a:t>                 r</a:t>
            </a:r>
            <a:r>
              <a:rPr lang="zh-CN" sz="1411" b="1" baseline="-25000">
                <a:solidFill>
                  <a:srgbClr val="17365D"/>
                </a:solidFill>
                <a:latin typeface="Microsoft YaHei"/>
                <a:ea typeface="Microsoft YaHei"/>
              </a:rPr>
              <a:t>dual</a:t>
            </a:r>
            <a:r>
              <a:rPr lang="zh-CN" sz="1960" b="1">
                <a:solidFill>
                  <a:srgbClr val="17365D"/>
                </a:solidFill>
                <a:latin typeface="Microsoft YaHei"/>
                <a:ea typeface="Microsoft YaHei"/>
              </a:rPr>
              <a:t>=ρ‖z⁺−z‖</a:t>
            </a:r>
            <a:r>
              <a:rPr lang="zh-CN" sz="1411" b="1" baseline="-25000">
                <a:solidFill>
                  <a:srgbClr val="17365D"/>
                </a:solidFill>
                <a:latin typeface="Microsoft YaHei"/>
                <a:ea typeface="Microsoft YaHei"/>
              </a:rPr>
              <a:t>F</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测量质量感知的误差建模</a:t>
            </a:r>
          </a:p>
        </p:txBody>
      </p:sp>
      <p:sp>
        <p:nvSpPr>
          <p:cNvPr id="200" name="Existing panel"/>
          <p:cNvSpPr/>
          <p:nvPr/>
        </p:nvSpPr>
        <p:spPr>
          <a:xfrm>
            <a:off x="610000" y="1310000"/>
            <a:ext cx="10980000" cy="2320000"/>
          </a:xfrm>
          <a:prstGeom prst="roundRect">
            <a:avLst/>
          </a:prstGeom>
          <a:solidFill>
            <a:srgbClr val="EDF3FB"/>
          </a:solidFill>
          <a:ln w="14000">
            <a:solidFill>
              <a:srgbClr val="145394"/>
            </a:solidFill>
          </a:ln>
        </p:spPr>
        <p:txBody>
          <a:bodyPr anchor="ctr" lIns="80000" rIns="80000" tIns="20000" bIns="20000"/>
          <a:lstStyle/>
          <a:p>
            <a:pPr algn="l"/>
          </a:p>
        </p:txBody>
      </p:sp>
      <p:sp>
        <p:nvSpPr>
          <p:cNvPr id="201" name="Existing heading"/>
          <p:cNvSpPr/>
          <p:nvPr/>
        </p:nvSpPr>
        <p:spPr>
          <a:xfrm>
            <a:off x="850000" y="1450000"/>
            <a:ext cx="10500000" cy="350000"/>
          </a:xfrm>
          <a:prstGeom prst="roundRect">
            <a:avLst/>
          </a:prstGeom>
          <a:noFill/>
          <a:ln w="0"/>
        </p:spPr>
        <p:txBody>
          <a:bodyPr anchor="ctr" lIns="80000" rIns="80000" tIns="20000" bIns="20000"/>
          <a:lstStyle/>
          <a:p>
            <a:pPr algn="l"/>
            <a:r>
              <a:rPr lang="zh-CN" sz="2080" b="1">
                <a:solidFill>
                  <a:srgbClr val="17365D"/>
                </a:solidFill>
                <a:latin typeface="Microsoft YaHei"/>
                <a:ea typeface="Microsoft YaHei"/>
              </a:rPr>
              <a:t>已有统计设计：条件协方差 C 进入两条计算路径</a:t>
            </a:r>
          </a:p>
        </p:txBody>
      </p:sp>
      <p:sp>
        <p:nvSpPr>
          <p:cNvPr id="202" name="Existing path one"/>
          <p:cNvSpPr/>
          <p:nvPr/>
        </p:nvSpPr>
        <p:spPr>
          <a:xfrm>
            <a:off x="900000" y="1940000"/>
            <a:ext cx="4900000" cy="475000"/>
          </a:xfrm>
          <a:prstGeom prst="roundRect">
            <a:avLst/>
          </a:prstGeom>
          <a:solidFill>
            <a:srgbClr val="145394"/>
          </a:solidFill>
          <a:ln w="0"/>
        </p:spPr>
        <p:txBody>
          <a:bodyPr anchor="ctr" lIns="80000" rIns="80000" tIns="20000" bIns="20000"/>
          <a:lstStyle/>
          <a:p>
            <a:pPr algn="ctr"/>
            <a:r>
              <a:rPr lang="zh-CN" sz="2240" b="1">
                <a:solidFill>
                  <a:srgbClr val="FFFFFF"/>
                </a:solidFill>
                <a:latin typeface="Microsoft YaHei"/>
                <a:ea typeface="Microsoft YaHei"/>
              </a:rPr>
              <a:t>C → Rʸʸ → A，E，Ω</a:t>
            </a:r>
          </a:p>
        </p:txBody>
      </p:sp>
      <p:sp>
        <p:nvSpPr>
          <p:cNvPr id="203" name="Existing path two"/>
          <p:cNvSpPr/>
          <p:nvPr/>
        </p:nvSpPr>
        <p:spPr>
          <a:xfrm>
            <a:off x="6300000" y="1940000"/>
            <a:ext cx="4900000" cy="475000"/>
          </a:xfrm>
          <a:prstGeom prst="roundRect">
            <a:avLst/>
          </a:prstGeom>
          <a:solidFill>
            <a:srgbClr val="1B7A68"/>
          </a:solidFill>
          <a:ln w="0"/>
        </p:spPr>
        <p:txBody>
          <a:bodyPr anchor="ctr" lIns="80000" rIns="80000" tIns="20000" bIns="20000"/>
          <a:lstStyle/>
          <a:p>
            <a:pPr algn="ctr"/>
            <a:r>
              <a:rPr lang="zh-CN" sz="2240" b="1">
                <a:solidFill>
                  <a:srgbClr val="FFFFFF"/>
                </a:solidFill>
                <a:latin typeface="Microsoft YaHei"/>
                <a:ea typeface="Microsoft YaHei"/>
              </a:rPr>
              <a:t>C → D → 𝒬 → w</a:t>
            </a:r>
          </a:p>
        </p:txBody>
      </p:sp>
      <p:sp>
        <p:nvSpPr>
          <p:cNvPr id="204" name="Error covariance term"/>
          <p:cNvSpPr/>
          <p:nvPr/>
        </p:nvSpPr>
        <p:spPr>
          <a:xfrm>
            <a:off x="870000" y="2680000"/>
            <a:ext cx="5050000" cy="480000"/>
          </a:xfrm>
          <a:prstGeom prst="roundRect">
            <a:avLst/>
          </a:prstGeom>
          <a:noFill/>
          <a:ln w="0"/>
        </p:spPr>
        <p:txBody>
          <a:bodyPr anchor="ctr" lIns="80000" rIns="80000" tIns="20000" bIns="20000"/>
          <a:lstStyle/>
          <a:p>
            <a:pPr algn="ctr"/>
            <a:r>
              <a:rPr lang="zh-CN" sz="2300" b="1">
                <a:solidFill>
                  <a:srgbClr val="0A3C77"/>
                </a:solidFill>
                <a:latin typeface="Microsoft YaHei"/>
                <a:ea typeface="Microsoft YaHei"/>
              </a:rPr>
              <a:t>Σ</a:t>
            </a:r>
            <a:r>
              <a:rPr lang="zh-CN" sz="1656" b="1" baseline="-25000">
                <a:solidFill>
                  <a:srgbClr val="0A3C77"/>
                </a:solidFill>
                <a:latin typeface="Microsoft YaHei"/>
                <a:ea typeface="Microsoft YaHei"/>
              </a:rPr>
              <a:t>l</a:t>
            </a:r>
            <a:r>
              <a:rPr lang="zh-CN" sz="2300" b="1">
                <a:solidFill>
                  <a:srgbClr val="0A3C77"/>
                </a:solidFill>
                <a:latin typeface="Microsoft YaHei"/>
                <a:ea typeface="Microsoft YaHei"/>
              </a:rPr>
              <a:t> p</a:t>
            </a:r>
            <a:r>
              <a:rPr lang="zh-CN" sz="1656" b="1" baseline="-25000">
                <a:solidFill>
                  <a:srgbClr val="0A3C77"/>
                </a:solidFill>
                <a:latin typeface="Microsoft YaHei"/>
                <a:ea typeface="Microsoft YaHei"/>
              </a:rPr>
              <a:t>lg</a:t>
            </a:r>
            <a:r>
              <a:rPr lang="zh-CN" sz="2300" b="1">
                <a:solidFill>
                  <a:srgbClr val="0A3C77"/>
                </a:solidFill>
                <a:latin typeface="Microsoft YaHei"/>
                <a:ea typeface="Microsoft YaHei"/>
              </a:rPr>
              <a:t> C</a:t>
            </a:r>
            <a:r>
              <a:rPr lang="zh-CN" sz="1656" b="1" baseline="-25000">
                <a:solidFill>
                  <a:srgbClr val="0A3C77"/>
                </a:solidFill>
                <a:latin typeface="Microsoft YaHei"/>
                <a:ea typeface="Microsoft YaHei"/>
              </a:rPr>
              <a:t>klg</a:t>
            </a:r>
          </a:p>
        </p:txBody>
      </p:sp>
      <p:sp>
        <p:nvSpPr>
          <p:cNvPr id="205" name="D term"/>
          <p:cNvSpPr/>
          <p:nvPr/>
        </p:nvSpPr>
        <p:spPr>
          <a:xfrm>
            <a:off x="6150000" y="2680000"/>
            <a:ext cx="5100000" cy="480000"/>
          </a:xfrm>
          <a:prstGeom prst="roundRect">
            <a:avLst/>
          </a:prstGeom>
          <a:noFill/>
          <a:ln w="0"/>
        </p:spPr>
        <p:txBody>
          <a:bodyPr anchor="ctr" lIns="80000" rIns="80000" tIns="20000" bIns="20000"/>
          <a:lstStyle/>
          <a:p>
            <a:pPr algn="ctr"/>
            <a:r>
              <a:rPr lang="zh-CN" sz="2240" b="1">
                <a:solidFill>
                  <a:srgbClr val="1B7A68"/>
                </a:solidFill>
                <a:latin typeface="Microsoft YaHei"/>
                <a:ea typeface="Microsoft YaHei"/>
              </a:rPr>
              <a:t>D</a:t>
            </a:r>
            <a:r>
              <a:rPr lang="zh-CN" sz="1613" b="1" baseline="-25000">
                <a:solidFill>
                  <a:srgbClr val="1B7A68"/>
                </a:solidFill>
                <a:latin typeface="Microsoft YaHei"/>
                <a:ea typeface="Microsoft YaHei"/>
              </a:rPr>
              <a:t>lg</a:t>
            </a:r>
            <a:r>
              <a:rPr lang="zh-CN" sz="2240" b="1">
                <a:solidFill>
                  <a:srgbClr val="1B7A68"/>
                </a:solidFill>
                <a:latin typeface="Microsoft YaHei"/>
                <a:ea typeface="Microsoft YaHei"/>
              </a:rPr>
              <a:t>=Σ</a:t>
            </a:r>
            <a:r>
              <a:rPr lang="zh-CN" sz="1613" b="1" baseline="-25000">
                <a:solidFill>
                  <a:srgbClr val="1B7A68"/>
                </a:solidFill>
                <a:latin typeface="Microsoft YaHei"/>
                <a:ea typeface="Microsoft YaHei"/>
              </a:rPr>
              <a:t>k</a:t>
            </a:r>
            <a:r>
              <a:rPr lang="zh-CN" sz="2240" b="1">
                <a:solidFill>
                  <a:srgbClr val="1B7A68"/>
                </a:solidFill>
                <a:latin typeface="Microsoft YaHei"/>
                <a:ea typeface="Microsoft YaHei"/>
              </a:rPr>
              <a:t> tr(M</a:t>
            </a:r>
            <a:r>
              <a:rPr lang="zh-CN" sz="1613" b="1" baseline="-25000">
                <a:solidFill>
                  <a:srgbClr val="1B7A68"/>
                </a:solidFill>
                <a:latin typeface="Microsoft YaHei"/>
                <a:ea typeface="Microsoft YaHei"/>
              </a:rPr>
              <a:t>kg</a:t>
            </a:r>
            <a:r>
              <a:rPr lang="zh-CN" sz="2240" b="1">
                <a:solidFill>
                  <a:srgbClr val="1B7A68"/>
                </a:solidFill>
                <a:latin typeface="Microsoft YaHei"/>
                <a:ea typeface="Microsoft YaHei"/>
              </a:rPr>
              <a:t> C</a:t>
            </a:r>
            <a:r>
              <a:rPr lang="zh-CN" sz="1613" b="1" baseline="-25000">
                <a:solidFill>
                  <a:srgbClr val="1B7A68"/>
                </a:solidFill>
                <a:latin typeface="Microsoft YaHei"/>
                <a:ea typeface="Microsoft YaHei"/>
              </a:rPr>
              <a:t>klg</a:t>
            </a:r>
            <a:r>
              <a:rPr lang="zh-CN" sz="2240" b="1">
                <a:solidFill>
                  <a:srgbClr val="1B7A68"/>
                </a:solidFill>
                <a:latin typeface="Microsoft YaHei"/>
                <a:ea typeface="Microsoft YaHei"/>
              </a:rPr>
              <a:t>)</a:t>
            </a:r>
          </a:p>
        </p:txBody>
      </p:sp>
      <p:sp>
        <p:nvSpPr>
          <p:cNvPr id="206" name="Existing caption one"/>
          <p:cNvSpPr/>
          <p:nvPr/>
        </p:nvSpPr>
        <p:spPr>
          <a:xfrm>
            <a:off x="870000" y="3180000"/>
            <a:ext cx="5050000" cy="300000"/>
          </a:xfrm>
          <a:prstGeom prst="roundRect">
            <a:avLst/>
          </a:prstGeom>
          <a:noFill/>
          <a:ln w="0"/>
        </p:spPr>
        <p:txBody>
          <a:bodyPr anchor="ctr" lIns="80000" rIns="80000" tIns="20000" bIns="20000"/>
          <a:lstStyle/>
          <a:p>
            <a:pPr algn="ctr"/>
            <a:r>
              <a:rPr lang="zh-CN" sz="1660" b="0">
                <a:solidFill>
                  <a:srgbClr val="334E6F"/>
                </a:solidFill>
                <a:latin typeface="Microsoft YaHei"/>
                <a:ea typeface="Microsoft YaHei"/>
              </a:rPr>
              <a:t>误差功率进入接收协方差</a:t>
            </a:r>
          </a:p>
        </p:txBody>
      </p:sp>
      <p:sp>
        <p:nvSpPr>
          <p:cNvPr id="207" name="Existing caption two"/>
          <p:cNvSpPr/>
          <p:nvPr/>
        </p:nvSpPr>
        <p:spPr>
          <a:xfrm>
            <a:off x="6150000" y="3180000"/>
            <a:ext cx="5100000" cy="300000"/>
          </a:xfrm>
          <a:prstGeom prst="roundRect">
            <a:avLst/>
          </a:prstGeom>
          <a:noFill/>
          <a:ln w="0"/>
        </p:spPr>
        <p:txBody>
          <a:bodyPr anchor="ctr" lIns="80000" rIns="80000" tIns="20000" bIns="20000"/>
          <a:lstStyle/>
          <a:p>
            <a:pPr algn="ctr"/>
            <a:r>
              <a:rPr lang="zh-CN" sz="1660" b="0">
                <a:solidFill>
                  <a:srgbClr val="334E6F"/>
                </a:solidFill>
                <a:latin typeface="Microsoft YaHei"/>
                <a:ea typeface="Microsoft YaHei"/>
              </a:rPr>
              <a:t>误差项进入预编码二次算子</a:t>
            </a:r>
          </a:p>
        </p:txBody>
      </p:sp>
      <p:sp>
        <p:nvSpPr>
          <p:cNvPr id="210" name="Research panel"/>
          <p:cNvSpPr/>
          <p:nvPr/>
        </p:nvSpPr>
        <p:spPr>
          <a:xfrm>
            <a:off x="610000" y="3810000"/>
            <a:ext cx="10980000" cy="1720000"/>
          </a:xfrm>
          <a:prstGeom prst="roundRect">
            <a:avLst/>
          </a:prstGeom>
          <a:solidFill>
            <a:srgbClr val="FFF4E9"/>
          </a:solidFill>
          <a:ln w="14000">
            <a:solidFill>
              <a:srgbClr val="E77C20"/>
            </a:solidFill>
          </a:ln>
        </p:spPr>
        <p:txBody>
          <a:bodyPr anchor="ctr" lIns="80000" rIns="80000" tIns="20000" bIns="20000"/>
          <a:lstStyle/>
          <a:p>
            <a:pPr algn="l"/>
          </a:p>
        </p:txBody>
      </p:sp>
      <p:sp>
        <p:nvSpPr>
          <p:cNvPr id="211" name="Research heading"/>
          <p:cNvSpPr/>
          <p:nvPr/>
        </p:nvSpPr>
        <p:spPr>
          <a:xfrm>
            <a:off x="850000" y="3950000"/>
            <a:ext cx="10400000" cy="350000"/>
          </a:xfrm>
          <a:prstGeom prst="roundRect">
            <a:avLst/>
          </a:prstGeom>
          <a:noFill/>
          <a:ln w="0"/>
        </p:spPr>
        <p:txBody>
          <a:bodyPr anchor="ctr" lIns="80000" rIns="80000" tIns="20000" bIns="20000"/>
          <a:lstStyle/>
          <a:p>
            <a:pPr algn="l"/>
            <a:r>
              <a:rPr lang="zh-CN" sz="2080" b="1">
                <a:solidFill>
                  <a:srgbClr val="9B4A0D"/>
                </a:solidFill>
                <a:latin typeface="Microsoft YaHei"/>
                <a:ea typeface="Microsoft YaHei"/>
              </a:rPr>
              <a:t>拟研究：非均匀误差集合</a:t>
            </a:r>
          </a:p>
        </p:txBody>
      </p:sp>
      <p:sp>
        <p:nvSpPr>
          <p:cNvPr id="212" name="Research meaning"/>
          <p:cNvSpPr/>
          <p:nvPr/>
        </p:nvSpPr>
        <p:spPr>
          <a:xfrm>
            <a:off x="930000" y="4330000"/>
            <a:ext cx="10200000" cy="290000"/>
          </a:xfrm>
          <a:prstGeom prst="roundRect">
            <a:avLst/>
          </a:prstGeom>
          <a:noFill/>
          <a:ln w="0"/>
        </p:spPr>
        <p:txBody>
          <a:bodyPr anchor="ctr" lIns="80000" rIns="80000" tIns="20000" bIns="20000"/>
          <a:lstStyle/>
          <a:p>
            <a:pPr algn="ctr"/>
            <a:r>
              <a:rPr lang="zh-CN" sz="1790" b="0">
                <a:solidFill>
                  <a:srgbClr val="78461F"/>
                </a:solidFill>
                <a:latin typeface="Microsoft YaHei"/>
                <a:ea typeface="Microsoft YaHei"/>
              </a:rPr>
              <a:t>链路之间尺度不同；同一链路内部的误差方向不同。</a:t>
            </a:r>
          </a:p>
        </p:txBody>
      </p:sp>
      <p:sp>
        <p:nvSpPr>
          <p:cNvPr id="213" name="Vector formula"/>
          <p:cNvSpPr/>
          <p:nvPr/>
        </p:nvSpPr>
        <p:spPr>
          <a:xfrm>
            <a:off x="920000" y="4780000"/>
            <a:ext cx="5150000" cy="490000"/>
          </a:xfrm>
          <a:prstGeom prst="roundRect">
            <a:avLst/>
          </a:prstGeom>
          <a:noFill/>
          <a:ln w="0"/>
        </p:spPr>
        <p:txBody>
          <a:bodyPr anchor="ctr" lIns="80000" rIns="80000" tIns="20000" bIns="20000"/>
          <a:lstStyle/>
          <a:p>
            <a:pPr algn="ctr"/>
            <a:r>
              <a:rPr lang="zh-CN" sz="2200" b="1">
                <a:solidFill>
                  <a:srgbClr val="9B4A0D"/>
                </a:solidFill>
                <a:latin typeface="Microsoft YaHei"/>
                <a:ea typeface="Microsoft YaHei"/>
              </a:rPr>
              <a:t>Δh=vec(ΔH)∈ℂ²⁵⁶</a:t>
            </a:r>
          </a:p>
        </p:txBody>
      </p:sp>
      <p:sp>
        <p:nvSpPr>
          <p:cNvPr id="214" name="Ellipsoid formula"/>
          <p:cNvSpPr/>
          <p:nvPr/>
        </p:nvSpPr>
        <p:spPr>
          <a:xfrm>
            <a:off x="6150000" y="4780000"/>
            <a:ext cx="5150000" cy="490000"/>
          </a:xfrm>
          <a:prstGeom prst="roundRect">
            <a:avLst/>
          </a:prstGeom>
          <a:noFill/>
          <a:ln w="0"/>
        </p:spPr>
        <p:txBody>
          <a:bodyPr anchor="ctr" lIns="80000" rIns="80000" tIns="20000" bIns="20000"/>
          <a:lstStyle/>
          <a:p>
            <a:pPr algn="ctr"/>
            <a:r>
              <a:rPr lang="zh-CN" sz="2200" b="1">
                <a:solidFill>
                  <a:srgbClr val="9B4A0D"/>
                </a:solidFill>
                <a:latin typeface="Microsoft YaHei"/>
                <a:ea typeface="Microsoft YaHei"/>
              </a:rPr>
              <a:t>Δhᴴ Σ⁻¹ Δh ≤ c</a:t>
            </a:r>
            <a:r>
              <a:rPr lang="zh-CN" sz="1584" b="1" baseline="-25000">
                <a:solidFill>
                  <a:srgbClr val="9B4A0D"/>
                </a:solidFill>
                <a:latin typeface="Microsoft YaHei"/>
                <a:ea typeface="Microsoft YaHei"/>
              </a:rPr>
              <a:t>α</a:t>
            </a:r>
          </a:p>
        </p:txBody>
      </p:sp>
      <p:sp>
        <p:nvSpPr>
          <p:cNvPr id="220" name="Research order"/>
          <p:cNvSpPr/>
          <p:nvPr/>
        </p:nvSpPr>
        <p:spPr>
          <a:xfrm>
            <a:off x="710000" y="5770000"/>
            <a:ext cx="10800000" cy="760000"/>
          </a:xfrm>
          <a:prstGeom prst="roundRect">
            <a:avLst/>
          </a:prstGeom>
          <a:solidFill>
            <a:srgbClr val="DCEAF7"/>
          </a:solidFill>
          <a:ln w="14000">
            <a:solidFill>
              <a:srgbClr val="145394"/>
            </a:solidFill>
          </a:ln>
        </p:spPr>
        <p:txBody>
          <a:bodyPr anchor="ctr" lIns="80000" rIns="80000" tIns="20000" bIns="20000"/>
          <a:lstStyle/>
          <a:p>
            <a:pPr algn="ctr"/>
            <a:r>
              <a:rPr lang="zh-CN" sz="1720" b="1">
                <a:solidFill>
                  <a:srgbClr val="102D50"/>
                </a:solidFill>
                <a:latin typeface="Microsoft YaHei"/>
                <a:ea typeface="Microsoft YaHei"/>
              </a:rPr>
              <a:t>校准误差尺度与方向，检验集合覆盖率，再开展名义、统一误差与非均匀误差的同条件对照。</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新版方案的优化变量与约束</a:t>
            </a:r>
          </a:p>
        </p:txBody>
      </p:sp>
      <p:sp>
        <p:nvSpPr>
          <p:cNvPr id="100" name="Object 1"/>
          <p:cNvSpPr/>
          <p:nvPr/>
        </p:nvSpPr>
        <p:spPr>
          <a:xfrm>
            <a:off x="610000" y="1310000"/>
            <a:ext cx="3550000" cy="720000"/>
          </a:xfrm>
          <a:prstGeom prst="roundRect">
            <a:avLst/>
          </a:prstGeom>
          <a:solidFill>
            <a:srgbClr val="EDF3FB"/>
          </a:solidFill>
          <a:ln w="14000">
            <a:solidFill>
              <a:srgbClr val="145394"/>
            </a:solidFill>
          </a:ln>
        </p:spPr>
        <p:txBody>
          <a:bodyPr anchor="ctr" lIns="80000" rIns="80000" tIns="20000" bIns="20000"/>
          <a:lstStyle/>
          <a:p>
            <a:pPr algn="l"/>
          </a:p>
        </p:txBody>
      </p:sp>
      <p:sp>
        <p:nvSpPr>
          <p:cNvPr id="101" name="Object title 1"/>
          <p:cNvSpPr/>
          <p:nvPr/>
        </p:nvSpPr>
        <p:spPr>
          <a:xfrm>
            <a:off x="730000" y="1370000"/>
            <a:ext cx="3300000" cy="270000"/>
          </a:xfrm>
          <a:prstGeom prst="roundRect">
            <a:avLst/>
          </a:prstGeom>
          <a:noFill/>
          <a:ln w="0"/>
        </p:spPr>
        <p:txBody>
          <a:bodyPr anchor="ctr" lIns="80000" rIns="80000" tIns="20000" bIns="20000"/>
          <a:lstStyle/>
          <a:p>
            <a:pPr algn="ctr"/>
            <a:r>
              <a:rPr lang="zh-CN" sz="1950" b="1">
                <a:solidFill>
                  <a:srgbClr val="145394"/>
                </a:solidFill>
                <a:latin typeface="Microsoft YaHei"/>
                <a:ea typeface="Microsoft YaHei"/>
              </a:rPr>
              <a:t>预编码 w</a:t>
            </a:r>
          </a:p>
        </p:txBody>
      </p:sp>
      <p:sp>
        <p:nvSpPr>
          <p:cNvPr id="102" name="Object detail 1"/>
          <p:cNvSpPr/>
          <p:nvPr/>
        </p:nvSpPr>
        <p:spPr>
          <a:xfrm>
            <a:off x="710000" y="1690000"/>
            <a:ext cx="3350000" cy="240000"/>
          </a:xfrm>
          <a:prstGeom prst="roundRect">
            <a:avLst/>
          </a:prstGeom>
          <a:noFill/>
          <a:ln w="0"/>
        </p:spPr>
        <p:txBody>
          <a:bodyPr anchor="ctr" lIns="80000" rIns="80000" tIns="20000" bIns="20000"/>
          <a:lstStyle/>
          <a:p>
            <a:pPr algn="ctr"/>
            <a:r>
              <a:rPr lang="zh-CN" sz="1510" b="0">
                <a:solidFill>
                  <a:srgbClr val="334E6F"/>
                </a:solidFill>
                <a:latin typeface="Microsoft YaHei"/>
                <a:ea typeface="Microsoft YaHei"/>
              </a:rPr>
              <a:t>决定端口幅度、相位和发射方向</a:t>
            </a:r>
          </a:p>
        </p:txBody>
      </p:sp>
      <p:sp>
        <p:nvSpPr>
          <p:cNvPr id="103" name="Object 2"/>
          <p:cNvSpPr/>
          <p:nvPr/>
        </p:nvSpPr>
        <p:spPr>
          <a:xfrm>
            <a:off x="4310000" y="1310000"/>
            <a:ext cx="3550000" cy="720000"/>
          </a:xfrm>
          <a:prstGeom prst="roundRect">
            <a:avLst/>
          </a:prstGeom>
          <a:solidFill>
            <a:srgbClr val="EDF8F6"/>
          </a:solidFill>
          <a:ln w="14000">
            <a:solidFill>
              <a:srgbClr val="1B7A68"/>
            </a:solidFill>
          </a:ln>
        </p:spPr>
        <p:txBody>
          <a:bodyPr anchor="ctr" lIns="80000" rIns="80000" tIns="20000" bIns="20000"/>
          <a:lstStyle/>
          <a:p>
            <a:pPr algn="l"/>
          </a:p>
        </p:txBody>
      </p:sp>
      <p:sp>
        <p:nvSpPr>
          <p:cNvPr id="104" name="Object title 2"/>
          <p:cNvSpPr/>
          <p:nvPr/>
        </p:nvSpPr>
        <p:spPr>
          <a:xfrm>
            <a:off x="4430000" y="1370000"/>
            <a:ext cx="3300000" cy="270000"/>
          </a:xfrm>
          <a:prstGeom prst="roundRect">
            <a:avLst/>
          </a:prstGeom>
          <a:noFill/>
          <a:ln w="0"/>
        </p:spPr>
        <p:txBody>
          <a:bodyPr anchor="ctr" lIns="80000" rIns="80000" tIns="20000" bIns="20000"/>
          <a:lstStyle/>
          <a:p>
            <a:pPr algn="ctr"/>
            <a:r>
              <a:rPr lang="zh-CN" sz="1950" b="1">
                <a:solidFill>
                  <a:srgbClr val="1B7A68"/>
                </a:solidFill>
                <a:latin typeface="Microsoft YaHei"/>
                <a:ea typeface="Microsoft YaHei"/>
              </a:rPr>
              <a:t>链路组归零</a:t>
            </a:r>
          </a:p>
        </p:txBody>
      </p:sp>
      <p:sp>
        <p:nvSpPr>
          <p:cNvPr id="105" name="Object detail 2"/>
          <p:cNvSpPr/>
          <p:nvPr/>
        </p:nvSpPr>
        <p:spPr>
          <a:xfrm>
            <a:off x="4410000" y="1690000"/>
            <a:ext cx="3350000" cy="240000"/>
          </a:xfrm>
          <a:prstGeom prst="roundRect">
            <a:avLst/>
          </a:prstGeom>
          <a:noFill/>
          <a:ln w="0"/>
        </p:spPr>
        <p:txBody>
          <a:bodyPr anchor="ctr" lIns="80000" rIns="80000" tIns="20000" bIns="20000"/>
          <a:lstStyle/>
          <a:p>
            <a:pPr algn="ctr"/>
            <a:r>
              <a:rPr lang="zh-CN" sz="1510" b="0">
                <a:solidFill>
                  <a:srgbClr val="334E6F"/>
                </a:solidFill>
                <a:latin typeface="Microsoft YaHei"/>
                <a:ea typeface="Microsoft YaHei"/>
              </a:rPr>
              <a:t>取消一条 TRP–UE 服务关系</a:t>
            </a:r>
          </a:p>
        </p:txBody>
      </p:sp>
      <p:sp>
        <p:nvSpPr>
          <p:cNvPr id="106" name="Object 3"/>
          <p:cNvSpPr/>
          <p:nvPr/>
        </p:nvSpPr>
        <p:spPr>
          <a:xfrm>
            <a:off x="8010000" y="1310000"/>
            <a:ext cx="3550000" cy="720000"/>
          </a:xfrm>
          <a:prstGeom prst="roundRect">
            <a:avLst/>
          </a:prstGeom>
          <a:solidFill>
            <a:srgbClr val="FFF4E9"/>
          </a:solidFill>
          <a:ln w="14000">
            <a:solidFill>
              <a:srgbClr val="E77C20"/>
            </a:solidFill>
          </a:ln>
        </p:spPr>
        <p:txBody>
          <a:bodyPr anchor="ctr" lIns="80000" rIns="80000" tIns="20000" bIns="20000"/>
          <a:lstStyle/>
          <a:p>
            <a:pPr algn="l"/>
          </a:p>
        </p:txBody>
      </p:sp>
      <p:sp>
        <p:nvSpPr>
          <p:cNvPr id="107" name="Object title 3"/>
          <p:cNvSpPr/>
          <p:nvPr/>
        </p:nvSpPr>
        <p:spPr>
          <a:xfrm>
            <a:off x="8130000" y="1370000"/>
            <a:ext cx="3300000" cy="270000"/>
          </a:xfrm>
          <a:prstGeom prst="roundRect">
            <a:avLst/>
          </a:prstGeom>
          <a:noFill/>
          <a:ln w="0"/>
        </p:spPr>
        <p:txBody>
          <a:bodyPr anchor="ctr" lIns="80000" rIns="80000" tIns="20000" bIns="20000"/>
          <a:lstStyle/>
          <a:p>
            <a:pPr algn="ctr"/>
            <a:r>
              <a:rPr lang="zh-CN" sz="1950" b="1">
                <a:solidFill>
                  <a:srgbClr val="E77C20"/>
                </a:solidFill>
                <a:latin typeface="Microsoft YaHei"/>
                <a:ea typeface="Microsoft YaHei"/>
              </a:rPr>
              <a:t>TRP 激活 s</a:t>
            </a:r>
          </a:p>
        </p:txBody>
      </p:sp>
      <p:sp>
        <p:nvSpPr>
          <p:cNvPr id="108" name="Object detail 3"/>
          <p:cNvSpPr/>
          <p:nvPr/>
        </p:nvSpPr>
        <p:spPr>
          <a:xfrm>
            <a:off x="8110000" y="1690000"/>
            <a:ext cx="3350000" cy="240000"/>
          </a:xfrm>
          <a:prstGeom prst="roundRect">
            <a:avLst/>
          </a:prstGeom>
          <a:noFill/>
          <a:ln w="0"/>
        </p:spPr>
        <p:txBody>
          <a:bodyPr anchor="ctr" lIns="80000" rIns="80000" tIns="20000" bIns="20000"/>
          <a:lstStyle/>
          <a:p>
            <a:pPr algn="ctr"/>
            <a:r>
              <a:rPr lang="zh-CN" sz="1510" b="0">
                <a:solidFill>
                  <a:srgbClr val="334E6F"/>
                </a:solidFill>
                <a:latin typeface="Microsoft YaHei"/>
                <a:ea typeface="Microsoft YaHei"/>
              </a:rPr>
              <a:t>控制整台 TRP 是否发射</a:t>
            </a:r>
          </a:p>
        </p:txBody>
      </p:sp>
      <p:sp>
        <p:nvSpPr>
          <p:cNvPr id="120" name="Link panel"/>
          <p:cNvSpPr/>
          <p:nvPr/>
        </p:nvSpPr>
        <p:spPr>
          <a:xfrm>
            <a:off x="610000" y="2160000"/>
            <a:ext cx="5350000" cy="2010000"/>
          </a:xfrm>
          <a:prstGeom prst="roundRect">
            <a:avLst/>
          </a:prstGeom>
          <a:solidFill>
            <a:srgbClr val="F0F6FC"/>
          </a:solidFill>
          <a:ln w="14000">
            <a:solidFill>
              <a:srgbClr val="145394"/>
            </a:solidFill>
          </a:ln>
        </p:spPr>
        <p:txBody>
          <a:bodyPr anchor="ctr" lIns="80000" rIns="80000" tIns="20000" bIns="20000"/>
          <a:lstStyle/>
          <a:p>
            <a:pPr algn="l"/>
          </a:p>
        </p:txBody>
      </p:sp>
      <p:sp>
        <p:nvSpPr>
          <p:cNvPr id="121" name="Link heading"/>
          <p:cNvSpPr/>
          <p:nvPr/>
        </p:nvSpPr>
        <p:spPr>
          <a:xfrm>
            <a:off x="780000" y="2230000"/>
            <a:ext cx="5000000" cy="280000"/>
          </a:xfrm>
          <a:prstGeom prst="roundRect">
            <a:avLst/>
          </a:prstGeom>
          <a:noFill/>
          <a:ln w="0"/>
        </p:spPr>
        <p:txBody>
          <a:bodyPr anchor="ctr" lIns="80000" rIns="80000" tIns="20000" bIns="20000"/>
          <a:lstStyle/>
          <a:p>
            <a:pPr algn="ctr"/>
            <a:r>
              <a:rPr lang="zh-CN" sz="1950" b="1">
                <a:solidFill>
                  <a:srgbClr val="145394"/>
                </a:solidFill>
                <a:latin typeface="Microsoft YaHei"/>
                <a:ea typeface="Microsoft YaHei"/>
              </a:rPr>
              <a:t>只删除一条服务链路</a:t>
            </a:r>
          </a:p>
        </p:txBody>
      </p:sp>
      <p:cxnSp>
        <p:nvCxnSpPr>
          <p:cNvPr id="122" name="Serving link"/>
          <p:cNvCxnSpPr/>
          <p:nvPr/>
        </p:nvCxnSpPr>
        <p:spPr>
          <a:xfrm>
            <a:off x="1970000" y="3020000"/>
            <a:ext cx="2270000" cy="0"/>
          </a:xfrm>
          <a:prstGeom prst="line">
            <a:avLst/>
          </a:prstGeom>
          <a:ln w="30000">
            <a:solidFill>
              <a:srgbClr val="145394"/>
            </a:solidFill>
            <a:tailEnd type="triangle" w="med" len="med"/>
          </a:ln>
        </p:spPr>
      </p:cxnSp>
      <p:cxnSp>
        <p:nvCxnSpPr>
          <p:cNvPr id="123" name="Removed link"/>
          <p:cNvCxnSpPr/>
          <p:nvPr/>
        </p:nvCxnSpPr>
        <p:spPr>
          <a:xfrm>
            <a:off x="1970000" y="3640000"/>
            <a:ext cx="2270000" cy="0"/>
          </a:xfrm>
          <a:prstGeom prst="line">
            <a:avLst/>
          </a:prstGeom>
          <a:ln w="30000">
            <a:solidFill>
              <a:srgbClr val="B22B33"/>
            </a:solidFill>
            <a:prstDash val="dash"/>
          </a:ln>
        </p:spPr>
      </p:cxnSp>
      <p:sp>
        <p:nvSpPr>
          <p:cNvPr id="124" name="TRP active"/>
          <p:cNvSpPr/>
          <p:nvPr/>
        </p:nvSpPr>
        <p:spPr>
          <a:xfrm>
            <a:off x="810000" y="2900000"/>
            <a:ext cx="1160000" cy="880000"/>
          </a:xfrm>
          <a:prstGeom prst="roundRect">
            <a:avLst/>
          </a:prstGeom>
          <a:solidFill>
            <a:srgbClr val="DCEAF7"/>
          </a:solidFill>
          <a:ln w="14000">
            <a:solidFill>
              <a:srgbClr val="145394"/>
            </a:solidFill>
          </a:ln>
        </p:spPr>
        <p:txBody>
          <a:bodyPr anchor="ctr" lIns="80000" rIns="80000" tIns="20000" bIns="20000"/>
          <a:lstStyle/>
          <a:p>
            <a:pPr algn="ctr"/>
            <a:r>
              <a:rPr lang="zh-CN" sz="1640" b="1">
                <a:solidFill>
                  <a:srgbClr val="17365D"/>
                </a:solidFill>
                <a:latin typeface="Microsoft YaHei"/>
                <a:ea typeface="Microsoft YaHei"/>
              </a:rPr>
              <a:t>TRP l</a:t>
            </a:r>
          </a:p>
          <a:p>
            <a:pPr algn="ctr"/>
            <a:r>
              <a:rPr lang="zh-CN" sz="1640" b="1">
                <a:solidFill>
                  <a:srgbClr val="17365D"/>
                </a:solidFill>
                <a:latin typeface="Microsoft YaHei"/>
                <a:ea typeface="Microsoft YaHei"/>
              </a:rPr>
              <a:t>开启</a:t>
            </a:r>
          </a:p>
        </p:txBody>
      </p:sp>
      <p:sp>
        <p:nvSpPr>
          <p:cNvPr id="125" name="UE one"/>
          <p:cNvSpPr/>
          <p:nvPr/>
        </p:nvSpPr>
        <p:spPr>
          <a:xfrm>
            <a:off x="4240000" y="2790000"/>
            <a:ext cx="1170000" cy="470000"/>
          </a:xfrm>
          <a:prstGeom prst="roundRect">
            <a:avLst/>
          </a:prstGeom>
          <a:solidFill>
            <a:srgbClr val="FFFFFF"/>
          </a:solidFill>
          <a:ln w="14000">
            <a:solidFill>
              <a:srgbClr val="145394"/>
            </a:solidFill>
          </a:ln>
        </p:spPr>
        <p:txBody>
          <a:bodyPr anchor="ctr" lIns="80000" rIns="80000" tIns="20000" bIns="20000"/>
          <a:lstStyle/>
          <a:p>
            <a:pPr algn="ctr"/>
            <a:r>
              <a:rPr lang="zh-CN" sz="1690" b="1">
                <a:solidFill>
                  <a:srgbClr val="17365D"/>
                </a:solidFill>
                <a:latin typeface="Microsoft YaHei"/>
                <a:ea typeface="Microsoft YaHei"/>
              </a:rPr>
              <a:t>UE k₁</a:t>
            </a:r>
          </a:p>
        </p:txBody>
      </p:sp>
      <p:sp>
        <p:nvSpPr>
          <p:cNvPr id="126" name="UE two"/>
          <p:cNvSpPr/>
          <p:nvPr/>
        </p:nvSpPr>
        <p:spPr>
          <a:xfrm>
            <a:off x="4240000" y="3420000"/>
            <a:ext cx="1170000" cy="470000"/>
          </a:xfrm>
          <a:prstGeom prst="roundRect">
            <a:avLst/>
          </a:prstGeom>
          <a:solidFill>
            <a:srgbClr val="FFFFFF"/>
          </a:solidFill>
          <a:ln w="14000">
            <a:solidFill>
              <a:srgbClr val="B22B33"/>
            </a:solidFill>
          </a:ln>
        </p:spPr>
        <p:txBody>
          <a:bodyPr anchor="ctr" lIns="80000" rIns="80000" tIns="20000" bIns="20000"/>
          <a:lstStyle/>
          <a:p>
            <a:pPr algn="ctr"/>
            <a:r>
              <a:rPr lang="zh-CN" sz="1690" b="1">
                <a:solidFill>
                  <a:srgbClr val="17365D"/>
                </a:solidFill>
                <a:latin typeface="Microsoft YaHei"/>
                <a:ea typeface="Microsoft YaHei"/>
              </a:rPr>
              <a:t>UE k₂</a:t>
            </a:r>
          </a:p>
        </p:txBody>
      </p:sp>
      <p:sp>
        <p:nvSpPr>
          <p:cNvPr id="127" name="Removed cross"/>
          <p:cNvSpPr/>
          <p:nvPr/>
        </p:nvSpPr>
        <p:spPr>
          <a:xfrm>
            <a:off x="3010000" y="3400000"/>
            <a:ext cx="380000" cy="380000"/>
          </a:xfrm>
          <a:prstGeom prst="roundRect">
            <a:avLst/>
          </a:prstGeom>
          <a:noFill/>
          <a:ln w="0"/>
        </p:spPr>
        <p:txBody>
          <a:bodyPr anchor="ctr" lIns="0" rIns="0" tIns="20000" bIns="20000"/>
          <a:lstStyle/>
          <a:p>
            <a:pPr algn="ctr"/>
            <a:r>
              <a:rPr lang="zh-CN" sz="3000" b="1">
                <a:solidFill>
                  <a:srgbClr val="B22B33"/>
                </a:solidFill>
                <a:latin typeface="Microsoft YaHei"/>
                <a:ea typeface="Microsoft YaHei"/>
              </a:rPr>
              <a:t>×</a:t>
            </a:r>
          </a:p>
        </p:txBody>
      </p:sp>
      <p:sp>
        <p:nvSpPr>
          <p:cNvPr id="128" name="Link caption"/>
          <p:cNvSpPr/>
          <p:nvPr/>
        </p:nvSpPr>
        <p:spPr>
          <a:xfrm>
            <a:off x="790000" y="3840000"/>
            <a:ext cx="5000000" cy="250000"/>
          </a:xfrm>
          <a:prstGeom prst="roundRect">
            <a:avLst/>
          </a:prstGeom>
          <a:noFill/>
          <a:ln w="0"/>
        </p:spPr>
        <p:txBody>
          <a:bodyPr anchor="ctr" lIns="80000" rIns="80000" tIns="20000" bIns="20000"/>
          <a:lstStyle/>
          <a:p>
            <a:pPr algn="ctr"/>
            <a:r>
              <a:rPr lang="zh-CN" sz="1500" b="0">
                <a:solidFill>
                  <a:srgbClr val="334E6F"/>
                </a:solidFill>
                <a:latin typeface="Microsoft YaHei"/>
                <a:ea typeface="Microsoft YaHei"/>
              </a:rPr>
              <a:t>w</a:t>
            </a:r>
            <a:r>
              <a:rPr lang="zh-CN" sz="1080" b="0" baseline="-25000">
                <a:solidFill>
                  <a:srgbClr val="334E6F"/>
                </a:solidFill>
                <a:latin typeface="Microsoft YaHei"/>
                <a:ea typeface="Microsoft YaHei"/>
              </a:rPr>
              <a:t>lk₂g</a:t>
            </a:r>
            <a:r>
              <a:rPr lang="zh-CN" sz="1500" b="0">
                <a:solidFill>
                  <a:srgbClr val="334E6F"/>
                </a:solidFill>
                <a:latin typeface="Microsoft YaHei"/>
                <a:ea typeface="Microsoft YaHei"/>
              </a:rPr>
              <a:t>=0；TRP l 仍服务 k₁</a:t>
            </a:r>
          </a:p>
        </p:txBody>
      </p:sp>
      <p:sp>
        <p:nvSpPr>
          <p:cNvPr id="130" name="TRP panel"/>
          <p:cNvSpPr/>
          <p:nvPr/>
        </p:nvSpPr>
        <p:spPr>
          <a:xfrm>
            <a:off x="6250000" y="2160000"/>
            <a:ext cx="5330000" cy="2010000"/>
          </a:xfrm>
          <a:prstGeom prst="roundRect">
            <a:avLst/>
          </a:prstGeom>
          <a:solidFill>
            <a:srgbClr val="FFF4E9"/>
          </a:solidFill>
          <a:ln w="14000">
            <a:solidFill>
              <a:srgbClr val="E77C20"/>
            </a:solidFill>
          </a:ln>
        </p:spPr>
        <p:txBody>
          <a:bodyPr anchor="ctr" lIns="80000" rIns="80000" tIns="20000" bIns="20000"/>
          <a:lstStyle/>
          <a:p>
            <a:pPr algn="l"/>
          </a:p>
        </p:txBody>
      </p:sp>
      <p:sp>
        <p:nvSpPr>
          <p:cNvPr id="131" name="TRP heading"/>
          <p:cNvSpPr/>
          <p:nvPr/>
        </p:nvSpPr>
        <p:spPr>
          <a:xfrm>
            <a:off x="6410000" y="2230000"/>
            <a:ext cx="5000000" cy="280000"/>
          </a:xfrm>
          <a:prstGeom prst="roundRect">
            <a:avLst/>
          </a:prstGeom>
          <a:noFill/>
          <a:ln w="0"/>
        </p:spPr>
        <p:txBody>
          <a:bodyPr anchor="ctr" lIns="80000" rIns="80000" tIns="20000" bIns="20000"/>
          <a:lstStyle/>
          <a:p>
            <a:pPr algn="ctr"/>
            <a:r>
              <a:rPr lang="zh-CN" sz="1950" b="1">
                <a:solidFill>
                  <a:srgbClr val="9B4A0D"/>
                </a:solidFill>
                <a:latin typeface="Microsoft YaHei"/>
                <a:ea typeface="Microsoft YaHei"/>
              </a:rPr>
              <a:t>关闭整个 TRP</a:t>
            </a:r>
          </a:p>
        </p:txBody>
      </p:sp>
      <p:cxnSp>
        <p:nvCxnSpPr>
          <p:cNvPr id="132" name="Off link one"/>
          <p:cNvCxnSpPr/>
          <p:nvPr/>
        </p:nvCxnSpPr>
        <p:spPr>
          <a:xfrm>
            <a:off x="7580000" y="3020000"/>
            <a:ext cx="2300000" cy="0"/>
          </a:xfrm>
          <a:prstGeom prst="line">
            <a:avLst/>
          </a:prstGeom>
          <a:ln w="30000">
            <a:solidFill>
              <a:srgbClr val="B22B33"/>
            </a:solidFill>
            <a:prstDash val="dash"/>
          </a:ln>
        </p:spPr>
      </p:cxnSp>
      <p:cxnSp>
        <p:nvCxnSpPr>
          <p:cNvPr id="133" name="Off link two"/>
          <p:cNvCxnSpPr/>
          <p:nvPr/>
        </p:nvCxnSpPr>
        <p:spPr>
          <a:xfrm>
            <a:off x="7580000" y="3640000"/>
            <a:ext cx="2300000" cy="0"/>
          </a:xfrm>
          <a:prstGeom prst="line">
            <a:avLst/>
          </a:prstGeom>
          <a:ln w="30000">
            <a:solidFill>
              <a:srgbClr val="B22B33"/>
            </a:solidFill>
            <a:prstDash val="dash"/>
          </a:ln>
        </p:spPr>
      </p:cxnSp>
      <p:sp>
        <p:nvSpPr>
          <p:cNvPr id="134" name="TRP off"/>
          <p:cNvSpPr/>
          <p:nvPr/>
        </p:nvSpPr>
        <p:spPr>
          <a:xfrm>
            <a:off x="6430000" y="2900000"/>
            <a:ext cx="1160000" cy="880000"/>
          </a:xfrm>
          <a:prstGeom prst="roundRect">
            <a:avLst/>
          </a:prstGeom>
          <a:solidFill>
            <a:srgbClr val="E8E8E8"/>
          </a:solidFill>
          <a:ln w="14000">
            <a:solidFill>
              <a:srgbClr val="B22B33"/>
            </a:solidFill>
          </a:ln>
        </p:spPr>
        <p:txBody>
          <a:bodyPr anchor="ctr" lIns="80000" rIns="80000" tIns="20000" bIns="20000"/>
          <a:lstStyle/>
          <a:p>
            <a:pPr algn="ctr"/>
            <a:r>
              <a:rPr lang="zh-CN" sz="1640" b="1">
                <a:solidFill>
                  <a:srgbClr val="7D3333"/>
                </a:solidFill>
                <a:latin typeface="Microsoft YaHei"/>
                <a:ea typeface="Microsoft YaHei"/>
              </a:rPr>
              <a:t>TRP l</a:t>
            </a:r>
          </a:p>
          <a:p>
            <a:pPr algn="ctr"/>
            <a:r>
              <a:rPr lang="zh-CN" sz="1640" b="1">
                <a:solidFill>
                  <a:srgbClr val="7D3333"/>
                </a:solidFill>
                <a:latin typeface="Microsoft YaHei"/>
                <a:ea typeface="Microsoft YaHei"/>
              </a:rPr>
              <a:t>关闭</a:t>
            </a:r>
          </a:p>
        </p:txBody>
      </p:sp>
      <p:sp>
        <p:nvSpPr>
          <p:cNvPr id="135" name="UE three"/>
          <p:cNvSpPr/>
          <p:nvPr/>
        </p:nvSpPr>
        <p:spPr>
          <a:xfrm>
            <a:off x="9880000" y="2790000"/>
            <a:ext cx="1170000" cy="470000"/>
          </a:xfrm>
          <a:prstGeom prst="roundRect">
            <a:avLst/>
          </a:prstGeom>
          <a:solidFill>
            <a:srgbClr val="FFFFFF"/>
          </a:solidFill>
          <a:ln w="14000">
            <a:solidFill>
              <a:srgbClr val="B22B33"/>
            </a:solidFill>
          </a:ln>
        </p:spPr>
        <p:txBody>
          <a:bodyPr anchor="ctr" lIns="80000" rIns="80000" tIns="20000" bIns="20000"/>
          <a:lstStyle/>
          <a:p>
            <a:pPr algn="ctr"/>
            <a:r>
              <a:rPr lang="zh-CN" sz="1690" b="1">
                <a:solidFill>
                  <a:srgbClr val="17365D"/>
                </a:solidFill>
                <a:latin typeface="Microsoft YaHei"/>
                <a:ea typeface="Microsoft YaHei"/>
              </a:rPr>
              <a:t>UE k₁</a:t>
            </a:r>
          </a:p>
        </p:txBody>
      </p:sp>
      <p:sp>
        <p:nvSpPr>
          <p:cNvPr id="136" name="UE four"/>
          <p:cNvSpPr/>
          <p:nvPr/>
        </p:nvSpPr>
        <p:spPr>
          <a:xfrm>
            <a:off x="9880000" y="3420000"/>
            <a:ext cx="1170000" cy="470000"/>
          </a:xfrm>
          <a:prstGeom prst="roundRect">
            <a:avLst/>
          </a:prstGeom>
          <a:solidFill>
            <a:srgbClr val="FFFFFF"/>
          </a:solidFill>
          <a:ln w="14000">
            <a:solidFill>
              <a:srgbClr val="B22B33"/>
            </a:solidFill>
          </a:ln>
        </p:spPr>
        <p:txBody>
          <a:bodyPr anchor="ctr" lIns="80000" rIns="80000" tIns="20000" bIns="20000"/>
          <a:lstStyle/>
          <a:p>
            <a:pPr algn="ctr"/>
            <a:r>
              <a:rPr lang="zh-CN" sz="1690" b="1">
                <a:solidFill>
                  <a:srgbClr val="17365D"/>
                </a:solidFill>
                <a:latin typeface="Microsoft YaHei"/>
                <a:ea typeface="Microsoft YaHei"/>
              </a:rPr>
              <a:t>UE k₂</a:t>
            </a:r>
          </a:p>
        </p:txBody>
      </p:sp>
      <p:sp>
        <p:nvSpPr>
          <p:cNvPr id="137" name="Off cross one"/>
          <p:cNvSpPr/>
          <p:nvPr/>
        </p:nvSpPr>
        <p:spPr>
          <a:xfrm>
            <a:off x="8610000" y="2780000"/>
            <a:ext cx="380000" cy="380000"/>
          </a:xfrm>
          <a:prstGeom prst="roundRect">
            <a:avLst/>
          </a:prstGeom>
          <a:noFill/>
          <a:ln w="0"/>
        </p:spPr>
        <p:txBody>
          <a:bodyPr anchor="ctr" lIns="0" rIns="0" tIns="20000" bIns="20000"/>
          <a:lstStyle/>
          <a:p>
            <a:pPr algn="ctr"/>
            <a:r>
              <a:rPr lang="zh-CN" sz="3000" b="1">
                <a:solidFill>
                  <a:srgbClr val="B22B33"/>
                </a:solidFill>
                <a:latin typeface="Microsoft YaHei"/>
                <a:ea typeface="Microsoft YaHei"/>
              </a:rPr>
              <a:t>×</a:t>
            </a:r>
          </a:p>
        </p:txBody>
      </p:sp>
      <p:sp>
        <p:nvSpPr>
          <p:cNvPr id="138" name="Off cross two"/>
          <p:cNvSpPr/>
          <p:nvPr/>
        </p:nvSpPr>
        <p:spPr>
          <a:xfrm>
            <a:off x="8610000" y="3400000"/>
            <a:ext cx="380000" cy="380000"/>
          </a:xfrm>
          <a:prstGeom prst="roundRect">
            <a:avLst/>
          </a:prstGeom>
          <a:noFill/>
          <a:ln w="0"/>
        </p:spPr>
        <p:txBody>
          <a:bodyPr anchor="ctr" lIns="0" rIns="0" tIns="20000" bIns="20000"/>
          <a:lstStyle/>
          <a:p>
            <a:pPr algn="ctr"/>
            <a:r>
              <a:rPr lang="zh-CN" sz="3000" b="1">
                <a:solidFill>
                  <a:srgbClr val="B22B33"/>
                </a:solidFill>
                <a:latin typeface="Microsoft YaHei"/>
                <a:ea typeface="Microsoft YaHei"/>
              </a:rPr>
              <a:t>×</a:t>
            </a:r>
          </a:p>
        </p:txBody>
      </p:sp>
      <p:sp>
        <p:nvSpPr>
          <p:cNvPr id="139" name="TRP caption"/>
          <p:cNvSpPr/>
          <p:nvPr/>
        </p:nvSpPr>
        <p:spPr>
          <a:xfrm>
            <a:off x="6400000" y="3840000"/>
            <a:ext cx="5050000" cy="250000"/>
          </a:xfrm>
          <a:prstGeom prst="roundRect">
            <a:avLst/>
          </a:prstGeom>
          <a:noFill/>
          <a:ln w="0"/>
        </p:spPr>
        <p:txBody>
          <a:bodyPr anchor="ctr" lIns="80000" rIns="80000" tIns="20000" bIns="20000"/>
          <a:lstStyle/>
          <a:p>
            <a:pPr algn="ctr"/>
            <a:r>
              <a:rPr lang="zh-CN" sz="1500" b="0">
                <a:solidFill>
                  <a:srgbClr val="78461F"/>
                </a:solidFill>
                <a:latin typeface="Microsoft YaHei"/>
                <a:ea typeface="Microsoft YaHei"/>
              </a:rPr>
              <a:t>s</a:t>
            </a:r>
            <a:r>
              <a:rPr lang="zh-CN" sz="1080" b="0" baseline="-25000">
                <a:solidFill>
                  <a:srgbClr val="78461F"/>
                </a:solidFill>
                <a:latin typeface="Microsoft YaHei"/>
                <a:ea typeface="Microsoft YaHei"/>
              </a:rPr>
              <a:t>l</a:t>
            </a:r>
            <a:r>
              <a:rPr lang="zh-CN" sz="1500" b="0">
                <a:solidFill>
                  <a:srgbClr val="78461F"/>
                </a:solidFill>
                <a:latin typeface="Microsoft YaHei"/>
                <a:ea typeface="Microsoft YaHei"/>
              </a:rPr>
              <a:t>=0 ⇒ w</a:t>
            </a:r>
            <a:r>
              <a:rPr lang="zh-CN" sz="1080" b="0" baseline="-25000">
                <a:solidFill>
                  <a:srgbClr val="78461F"/>
                </a:solidFill>
                <a:latin typeface="Microsoft YaHei"/>
                <a:ea typeface="Microsoft YaHei"/>
              </a:rPr>
              <a:t>lkg</a:t>
            </a:r>
            <a:r>
              <a:rPr lang="zh-CN" sz="1500" b="0">
                <a:solidFill>
                  <a:srgbClr val="78461F"/>
                </a:solidFill>
                <a:latin typeface="Microsoft YaHei"/>
                <a:ea typeface="Microsoft YaHei"/>
              </a:rPr>
              <a:t>=0，对所有 k、g</a:t>
            </a:r>
          </a:p>
        </p:txBody>
      </p:sp>
      <p:sp>
        <p:nvSpPr>
          <p:cNvPr id="150" name="Power budget"/>
          <p:cNvSpPr/>
          <p:nvPr/>
        </p:nvSpPr>
        <p:spPr>
          <a:xfrm>
            <a:off x="640000" y="4310000"/>
            <a:ext cx="10900000" cy="470000"/>
          </a:xfrm>
          <a:prstGeom prst="roundRect">
            <a:avLst/>
          </a:prstGeom>
          <a:solidFill>
            <a:srgbClr val="DCEAF7"/>
          </a:solidFill>
          <a:ln w="14000">
            <a:solidFill>
              <a:srgbClr val="145394"/>
            </a:solidFill>
          </a:ln>
        </p:spPr>
        <p:txBody>
          <a:bodyPr anchor="ctr" lIns="80000" rIns="80000" tIns="20000" bIns="20000"/>
          <a:lstStyle/>
          <a:p>
            <a:pPr algn="ctr"/>
            <a:r>
              <a:rPr lang="zh-CN" sz="2170" b="1">
                <a:solidFill>
                  <a:srgbClr val="0A3C77"/>
                </a:solidFill>
                <a:latin typeface="Microsoft YaHei"/>
                <a:ea typeface="Microsoft YaHei"/>
              </a:rPr>
              <a:t>Σ</a:t>
            </a:r>
            <a:r>
              <a:rPr lang="zh-CN" sz="1562" b="1" baseline="-25000">
                <a:solidFill>
                  <a:srgbClr val="0A3C77"/>
                </a:solidFill>
                <a:latin typeface="Microsoft YaHei"/>
                <a:ea typeface="Microsoft YaHei"/>
              </a:rPr>
              <a:t>g</a:t>
            </a:r>
            <a:r>
              <a:rPr lang="zh-CN" sz="2170" b="1">
                <a:solidFill>
                  <a:srgbClr val="0A3C77"/>
                </a:solidFill>
                <a:latin typeface="Microsoft YaHei"/>
                <a:ea typeface="Microsoft YaHei"/>
              </a:rPr>
              <a:t> ν</a:t>
            </a:r>
            <a:r>
              <a:rPr lang="zh-CN" sz="1562" b="1" baseline="-25000">
                <a:solidFill>
                  <a:srgbClr val="0A3C77"/>
                </a:solidFill>
                <a:latin typeface="Microsoft YaHei"/>
                <a:ea typeface="Microsoft YaHei"/>
              </a:rPr>
              <a:t>g</a:t>
            </a:r>
            <a:r>
              <a:rPr lang="zh-CN" sz="2170" b="1">
                <a:solidFill>
                  <a:srgbClr val="0A3C77"/>
                </a:solidFill>
                <a:latin typeface="Microsoft YaHei"/>
                <a:ea typeface="Microsoft YaHei"/>
              </a:rPr>
              <a:t> Σ</a:t>
            </a:r>
            <a:r>
              <a:rPr lang="zh-CN" sz="1562" b="1" baseline="-25000">
                <a:solidFill>
                  <a:srgbClr val="0A3C77"/>
                </a:solidFill>
                <a:latin typeface="Microsoft YaHei"/>
                <a:ea typeface="Microsoft YaHei"/>
              </a:rPr>
              <a:t>k</a:t>
            </a:r>
            <a:r>
              <a:rPr lang="zh-CN" sz="2170" b="1">
                <a:solidFill>
                  <a:srgbClr val="0A3C77"/>
                </a:solidFill>
                <a:latin typeface="Microsoft YaHei"/>
                <a:ea typeface="Microsoft YaHei"/>
              </a:rPr>
              <a:t> ‖w</a:t>
            </a:r>
            <a:r>
              <a:rPr lang="zh-CN" sz="1562" b="1" baseline="-25000">
                <a:solidFill>
                  <a:srgbClr val="0A3C77"/>
                </a:solidFill>
                <a:latin typeface="Microsoft YaHei"/>
                <a:ea typeface="Microsoft YaHei"/>
              </a:rPr>
              <a:t>lkg</a:t>
            </a:r>
            <a:r>
              <a:rPr lang="zh-CN" sz="2170" b="1">
                <a:solidFill>
                  <a:srgbClr val="0A3C77"/>
                </a:solidFill>
                <a:latin typeface="Microsoft YaHei"/>
                <a:ea typeface="Microsoft YaHei"/>
              </a:rPr>
              <a:t>‖²</a:t>
            </a:r>
            <a:r>
              <a:rPr lang="zh-CN" sz="1562" b="1" baseline="-25000">
                <a:solidFill>
                  <a:srgbClr val="0A3C77"/>
                </a:solidFill>
                <a:latin typeface="Microsoft YaHei"/>
                <a:ea typeface="Microsoft YaHei"/>
              </a:rPr>
              <a:t>F</a:t>
            </a:r>
            <a:r>
              <a:rPr lang="zh-CN" sz="2170" b="1">
                <a:solidFill>
                  <a:srgbClr val="0A3C77"/>
                </a:solidFill>
                <a:latin typeface="Microsoft YaHei"/>
                <a:ea typeface="Microsoft YaHei"/>
              </a:rPr>
              <a:t> ≤ s</a:t>
            </a:r>
            <a:r>
              <a:rPr lang="zh-CN" sz="1562" b="1" baseline="-25000">
                <a:solidFill>
                  <a:srgbClr val="0A3C77"/>
                </a:solidFill>
                <a:latin typeface="Microsoft YaHei"/>
                <a:ea typeface="Microsoft YaHei"/>
              </a:rPr>
              <a:t>l</a:t>
            </a:r>
            <a:r>
              <a:rPr lang="zh-CN" sz="2170" b="1">
                <a:solidFill>
                  <a:srgbClr val="0A3C77"/>
                </a:solidFill>
                <a:latin typeface="Microsoft YaHei"/>
                <a:ea typeface="Microsoft YaHei"/>
              </a:rPr>
              <a:t> P</a:t>
            </a:r>
            <a:r>
              <a:rPr lang="zh-CN" sz="1562" b="1" baseline="-25000">
                <a:solidFill>
                  <a:srgbClr val="0A3C77"/>
                </a:solidFill>
                <a:latin typeface="Microsoft YaHei"/>
                <a:ea typeface="Microsoft YaHei"/>
              </a:rPr>
              <a:t>l</a:t>
            </a:r>
            <a:r>
              <a:rPr lang="zh-CN" sz="2170" b="1">
                <a:solidFill>
                  <a:srgbClr val="0A3C77"/>
                </a:solidFill>
                <a:latin typeface="Microsoft YaHei"/>
                <a:ea typeface="Microsoft YaHei"/>
              </a:rPr>
              <a:t>    （每个 TRP）</a:t>
            </a:r>
          </a:p>
        </p:txBody>
      </p:sp>
      <p:sp>
        <p:nvSpPr>
          <p:cNvPr id="151" name="Proposed objective"/>
          <p:cNvSpPr/>
          <p:nvPr/>
        </p:nvSpPr>
        <p:spPr>
          <a:xfrm>
            <a:off x="670000" y="4900000"/>
            <a:ext cx="10850000" cy="450000"/>
          </a:xfrm>
          <a:prstGeom prst="roundRect">
            <a:avLst/>
          </a:prstGeom>
          <a:solidFill>
            <a:srgbClr val="FFF4E9"/>
          </a:solidFill>
          <a:ln w="14000">
            <a:solidFill>
              <a:srgbClr val="E77C20"/>
            </a:solidFill>
          </a:ln>
        </p:spPr>
        <p:txBody>
          <a:bodyPr anchor="ctr" lIns="80000" rIns="80000" tIns="20000" bIns="20000"/>
          <a:lstStyle/>
          <a:p>
            <a:pPr algn="ctr"/>
            <a:r>
              <a:rPr lang="zh-CN" sz="1780" b="1">
                <a:solidFill>
                  <a:srgbClr val="9B4A0D"/>
                </a:solidFill>
                <a:latin typeface="Microsoft YaHei"/>
                <a:ea typeface="Microsoft YaHei"/>
              </a:rPr>
              <a:t>拟研究目标：max</a:t>
            </a:r>
            <a:r>
              <a:rPr lang="zh-CN" sz="1282" b="1" baseline="-25000">
                <a:solidFill>
                  <a:srgbClr val="9B4A0D"/>
                </a:solidFill>
                <a:latin typeface="Microsoft YaHei"/>
                <a:ea typeface="Microsoft YaHei"/>
              </a:rPr>
              <a:t>w,s</a:t>
            </a:r>
            <a:r>
              <a:rPr lang="zh-CN" sz="1780" b="1">
                <a:solidFill>
                  <a:srgbClr val="9B4A0D"/>
                </a:solidFill>
                <a:latin typeface="Microsoft YaHei"/>
                <a:ea typeface="Microsoft YaHei"/>
              </a:rPr>
              <a:t>  Σ</a:t>
            </a:r>
            <a:r>
              <a:rPr lang="zh-CN" sz="1282" b="1" baseline="-25000">
                <a:solidFill>
                  <a:srgbClr val="9B4A0D"/>
                </a:solidFill>
                <a:latin typeface="Microsoft YaHei"/>
                <a:ea typeface="Microsoft YaHei"/>
              </a:rPr>
              <a:t>k</a:t>
            </a:r>
            <a:r>
              <a:rPr lang="zh-CN" sz="1780" b="1">
                <a:solidFill>
                  <a:srgbClr val="9B4A0D"/>
                </a:solidFill>
                <a:latin typeface="Microsoft YaHei"/>
                <a:ea typeface="Microsoft YaHei"/>
              </a:rPr>
              <a:t> U</a:t>
            </a:r>
            <a:r>
              <a:rPr lang="zh-CN" sz="1282" b="1" baseline="-25000">
                <a:solidFill>
                  <a:srgbClr val="9B4A0D"/>
                </a:solidFill>
                <a:latin typeface="Microsoft YaHei"/>
                <a:ea typeface="Microsoft YaHei"/>
              </a:rPr>
              <a:t>α</a:t>
            </a:r>
            <a:r>
              <a:rPr lang="zh-CN" sz="1780" b="1">
                <a:solidFill>
                  <a:srgbClr val="9B4A0D"/>
                </a:solidFill>
                <a:latin typeface="Microsoft YaHei"/>
                <a:ea typeface="Microsoft YaHei"/>
              </a:rPr>
              <a:t>(R</a:t>
            </a:r>
            <a:r>
              <a:rPr lang="zh-CN" sz="1282" b="1" baseline="-25000">
                <a:solidFill>
                  <a:srgbClr val="9B4A0D"/>
                </a:solidFill>
                <a:latin typeface="Microsoft YaHei"/>
                <a:ea typeface="Microsoft YaHei"/>
              </a:rPr>
              <a:t>k</a:t>
            </a:r>
            <a:r>
              <a:rPr lang="zh-CN" sz="1780" b="1">
                <a:solidFill>
                  <a:srgbClr val="9B4A0D"/>
                </a:solidFill>
                <a:latin typeface="Microsoft YaHei"/>
                <a:ea typeface="Microsoft YaHei"/>
              </a:rPr>
              <a:t>) − λ</a:t>
            </a:r>
            <a:r>
              <a:rPr lang="zh-CN" sz="1282" b="1" baseline="-25000">
                <a:solidFill>
                  <a:srgbClr val="9B4A0D"/>
                </a:solidFill>
                <a:latin typeface="Microsoft YaHei"/>
                <a:ea typeface="Microsoft YaHei"/>
              </a:rPr>
              <a:t>link</a:t>
            </a:r>
            <a:r>
              <a:rPr lang="zh-CN" sz="1780" b="1">
                <a:solidFill>
                  <a:srgbClr val="9B4A0D"/>
                </a:solidFill>
                <a:latin typeface="Microsoft YaHei"/>
                <a:ea typeface="Microsoft YaHei"/>
              </a:rPr>
              <a:t> Σ</a:t>
            </a:r>
            <a:r>
              <a:rPr lang="zh-CN" sz="1282" b="1" baseline="-25000">
                <a:solidFill>
                  <a:srgbClr val="9B4A0D"/>
                </a:solidFill>
                <a:latin typeface="Microsoft YaHei"/>
                <a:ea typeface="Microsoft YaHei"/>
              </a:rPr>
              <a:t>l,k</a:t>
            </a:r>
            <a:r>
              <a:rPr lang="zh-CN" sz="1780" b="1">
                <a:solidFill>
                  <a:srgbClr val="9B4A0D"/>
                </a:solidFill>
                <a:latin typeface="Microsoft YaHei"/>
                <a:ea typeface="Microsoft YaHei"/>
              </a:rPr>
              <a:t> ‖w</a:t>
            </a:r>
            <a:r>
              <a:rPr lang="zh-CN" sz="1282" b="1" baseline="-25000">
                <a:solidFill>
                  <a:srgbClr val="9B4A0D"/>
                </a:solidFill>
                <a:latin typeface="Microsoft YaHei"/>
                <a:ea typeface="Microsoft YaHei"/>
              </a:rPr>
              <a:t>lk,:</a:t>
            </a:r>
            <a:r>
              <a:rPr lang="zh-CN" sz="1780" b="1">
                <a:solidFill>
                  <a:srgbClr val="9B4A0D"/>
                </a:solidFill>
                <a:latin typeface="Microsoft YaHei"/>
                <a:ea typeface="Microsoft YaHei"/>
              </a:rPr>
              <a:t>‖ − λ</a:t>
            </a:r>
            <a:r>
              <a:rPr lang="zh-CN" sz="1282" b="1" baseline="-25000">
                <a:solidFill>
                  <a:srgbClr val="9B4A0D"/>
                </a:solidFill>
                <a:latin typeface="Microsoft YaHei"/>
                <a:ea typeface="Microsoft YaHei"/>
              </a:rPr>
              <a:t>on</a:t>
            </a:r>
            <a:r>
              <a:rPr lang="zh-CN" sz="1780" b="1">
                <a:solidFill>
                  <a:srgbClr val="9B4A0D"/>
                </a:solidFill>
                <a:latin typeface="Microsoft YaHei"/>
                <a:ea typeface="Microsoft YaHei"/>
              </a:rPr>
              <a:t> Σ</a:t>
            </a:r>
            <a:r>
              <a:rPr lang="zh-CN" sz="1282" b="1" baseline="-25000">
                <a:solidFill>
                  <a:srgbClr val="9B4A0D"/>
                </a:solidFill>
                <a:latin typeface="Microsoft YaHei"/>
                <a:ea typeface="Microsoft YaHei"/>
              </a:rPr>
              <a:t>l</a:t>
            </a:r>
            <a:r>
              <a:rPr lang="zh-CN" sz="1780" b="1">
                <a:solidFill>
                  <a:srgbClr val="9B4A0D"/>
                </a:solidFill>
                <a:latin typeface="Microsoft YaHei"/>
                <a:ea typeface="Microsoft YaHei"/>
              </a:rPr>
              <a:t> s</a:t>
            </a:r>
            <a:r>
              <a:rPr lang="zh-CN" sz="1282" b="1" baseline="-25000">
                <a:solidFill>
                  <a:srgbClr val="9B4A0D"/>
                </a:solidFill>
                <a:latin typeface="Microsoft YaHei"/>
                <a:ea typeface="Microsoft YaHei"/>
              </a:rPr>
              <a:t>l</a:t>
            </a:r>
          </a:p>
        </p:txBody>
      </p:sp>
      <p:sp>
        <p:nvSpPr>
          <p:cNvPr id="152" name="Task targets"/>
          <p:cNvSpPr/>
          <p:nvPr/>
        </p:nvSpPr>
        <p:spPr>
          <a:xfrm>
            <a:off x="660000" y="5480000"/>
            <a:ext cx="10900000" cy="1010000"/>
          </a:xfrm>
          <a:prstGeom prst="roundRect">
            <a:avLst/>
          </a:prstGeom>
          <a:solidFill>
            <a:srgbClr val="EDF3FB"/>
          </a:solidFill>
          <a:ln w="14000">
            <a:solidFill>
              <a:srgbClr val="145394"/>
            </a:solidFill>
          </a:ln>
        </p:spPr>
        <p:txBody>
          <a:bodyPr anchor="ctr" lIns="80000" rIns="80000" tIns="20000" bIns="20000"/>
          <a:lstStyle/>
          <a:p>
            <a:pPr algn="ctr"/>
            <a:r>
              <a:rPr lang="zh-CN" sz="1650" b="1">
                <a:solidFill>
                  <a:srgbClr val="17365D"/>
                </a:solidFill>
                <a:latin typeface="Microsoft YaHei"/>
                <a:ea typeface="Microsoft YaHei"/>
              </a:rPr>
              <a:t>原任务目标（待验证，50% PRB）：(E</a:t>
            </a:r>
            <a:r>
              <a:rPr lang="zh-CN" sz="1188" b="1" baseline="-25000">
                <a:solidFill>
                  <a:srgbClr val="17365D"/>
                </a:solidFill>
                <a:latin typeface="Microsoft YaHei"/>
                <a:ea typeface="Microsoft YaHei"/>
              </a:rPr>
              <a:t>c</a:t>
            </a:r>
            <a:r>
              <a:rPr lang="zh-CN" sz="1650" b="1">
                <a:solidFill>
                  <a:srgbClr val="17365D"/>
                </a:solidFill>
                <a:latin typeface="Microsoft YaHei"/>
                <a:ea typeface="Microsoft YaHei"/>
              </a:rPr>
              <a:t>−B)/(E</a:t>
            </a:r>
            <a:r>
              <a:rPr lang="zh-CN" sz="1188" b="1" baseline="-25000">
                <a:solidFill>
                  <a:srgbClr val="17365D"/>
                </a:solidFill>
                <a:latin typeface="Microsoft YaHei"/>
                <a:ea typeface="Microsoft YaHei"/>
              </a:rPr>
              <a:t>ideal</a:t>
            </a:r>
            <a:r>
              <a:rPr lang="zh-CN" sz="1650" b="1">
                <a:solidFill>
                  <a:srgbClr val="17365D"/>
                </a:solidFill>
                <a:latin typeface="Microsoft YaHei"/>
                <a:ea typeface="Microsoft YaHei"/>
              </a:rPr>
              <a:t>−B) ≥ 80% 的边缘体验相对提升</a:t>
            </a:r>
          </a:p>
          <a:p>
            <a:pPr algn="ctr"/>
            <a:r>
              <a:rPr lang="zh-CN" sz="1650" b="1">
                <a:solidFill>
                  <a:srgbClr val="17365D"/>
                </a:solidFill>
                <a:latin typeface="Microsoft YaHei"/>
                <a:ea typeface="Microsoft YaHei"/>
              </a:rPr>
              <a:t>平均体验损失 &lt;10%、空口总发射功率下降 &gt;30%（相对无协作独立功控基线）</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b="1">
                <a:solidFill>
                  <a:srgbClr val="092B56"/>
                </a:solidFill>
                <a:latin typeface="Microsoft YaHei"/>
              </a:rPr>
              <a:t>研究扩展位置与验证顺序</a:t>
            </a:r>
          </a:p>
        </p:txBody>
      </p:sp>
      <p:sp>
        <p:nvSpPr>
          <p:cNvPr id="200" name="Stage panel 1"/>
          <p:cNvSpPr/>
          <p:nvPr/>
        </p:nvSpPr>
        <p:spPr>
          <a:xfrm>
            <a:off x="650000" y="1330000"/>
            <a:ext cx="11000000" cy="1450000"/>
          </a:xfrm>
          <a:prstGeom prst="roundRect">
            <a:avLst/>
          </a:prstGeom>
          <a:solidFill>
            <a:srgbClr val="E7F0FA"/>
          </a:solidFill>
          <a:ln w="14000">
            <a:solidFill>
              <a:srgbClr val="145394"/>
            </a:solidFill>
          </a:ln>
        </p:spPr>
        <p:txBody>
          <a:bodyPr anchor="ctr" lIns="80000" rIns="80000" tIns="20000" bIns="20000"/>
          <a:lstStyle/>
          <a:p>
            <a:pPr algn="l"/>
          </a:p>
        </p:txBody>
      </p:sp>
      <p:sp>
        <p:nvSpPr>
          <p:cNvPr id="201" name="Stage heading 1"/>
          <p:cNvSpPr/>
          <p:nvPr/>
        </p:nvSpPr>
        <p:spPr>
          <a:xfrm>
            <a:off x="850000" y="1440000"/>
            <a:ext cx="4100000" cy="390000"/>
          </a:xfrm>
          <a:prstGeom prst="roundRect">
            <a:avLst/>
          </a:prstGeom>
          <a:noFill/>
          <a:ln w="0"/>
        </p:spPr>
        <p:txBody>
          <a:bodyPr anchor="ctr" lIns="80000" rIns="80000" tIns="20000" bIns="20000"/>
          <a:lstStyle/>
          <a:p>
            <a:pPr algn="l"/>
            <a:r>
              <a:rPr lang="zh-CN" sz="2300" b="1">
                <a:solidFill>
                  <a:srgbClr val="145394"/>
                </a:solidFill>
                <a:latin typeface="Microsoft YaHei"/>
                <a:ea typeface="Microsoft YaHei"/>
              </a:rPr>
              <a:t>① 误差模型校准</a:t>
            </a:r>
          </a:p>
        </p:txBody>
      </p:sp>
      <p:sp>
        <p:nvSpPr>
          <p:cNvPr id="202" name="Stage location 1"/>
          <p:cNvSpPr/>
          <p:nvPr/>
        </p:nvSpPr>
        <p:spPr>
          <a:xfrm>
            <a:off x="4780000" y="1510000"/>
            <a:ext cx="6500000" cy="330000"/>
          </a:xfrm>
          <a:prstGeom prst="roundRect">
            <a:avLst/>
          </a:prstGeom>
          <a:noFill/>
          <a:ln w="0"/>
        </p:spPr>
        <p:txBody>
          <a:bodyPr anchor="ctr" lIns="80000" rIns="80000" tIns="20000" bIns="20000"/>
          <a:lstStyle/>
          <a:p>
            <a:pPr algn="l"/>
            <a:r>
              <a:rPr lang="zh-CN" sz="1850" b="0">
                <a:solidFill>
                  <a:srgbClr val="334E6F"/>
                </a:solidFill>
                <a:latin typeface="Microsoft YaHei"/>
                <a:ea typeface="Microsoft YaHei"/>
              </a:rPr>
              <a:t>修改位置：测量质量 → 链路误差尺度与方向</a:t>
            </a:r>
          </a:p>
        </p:txBody>
      </p:sp>
      <p:sp>
        <p:nvSpPr>
          <p:cNvPr id="203" name="Stage verification 1"/>
          <p:cNvSpPr/>
          <p:nvPr/>
        </p:nvSpPr>
        <p:spPr>
          <a:xfrm>
            <a:off x="4780000" y="2120000"/>
            <a:ext cx="6500000" cy="400000"/>
          </a:xfrm>
          <a:prstGeom prst="roundRect">
            <a:avLst/>
          </a:prstGeom>
          <a:noFill/>
          <a:ln w="0"/>
        </p:spPr>
        <p:txBody>
          <a:bodyPr anchor="ctr" lIns="80000" rIns="80000" tIns="20000" bIns="20000"/>
          <a:lstStyle/>
          <a:p>
            <a:pPr algn="l"/>
            <a:r>
              <a:rPr lang="zh-CN" sz="1770" b="0">
                <a:solidFill>
                  <a:srgbClr val="334E6F"/>
                </a:solidFill>
                <a:latin typeface="Microsoft YaHei"/>
                <a:ea typeface="Microsoft YaHei"/>
              </a:rPr>
              <a:t>验证内容：模型匹配、集合覆盖率</a:t>
            </a:r>
          </a:p>
        </p:txBody>
      </p:sp>
      <p:sp>
        <p:nvSpPr>
          <p:cNvPr id="204" name="Priority badge"/>
          <p:cNvSpPr/>
          <p:nvPr/>
        </p:nvSpPr>
        <p:spPr>
          <a:xfrm>
            <a:off x="940000" y="2140000"/>
            <a:ext cx="1930000" cy="360000"/>
          </a:xfrm>
          <a:prstGeom prst="roundRect">
            <a:avLst/>
          </a:prstGeom>
          <a:solidFill>
            <a:srgbClr val="145394"/>
          </a:solidFill>
          <a:ln w="0"/>
        </p:spPr>
        <p:txBody>
          <a:bodyPr anchor="ctr" lIns="80000" rIns="80000" tIns="20000" bIns="20000"/>
          <a:lstStyle/>
          <a:p>
            <a:pPr algn="ctr"/>
            <a:r>
              <a:rPr lang="zh-CN" sz="1650" b="1">
                <a:solidFill>
                  <a:srgbClr val="FFFFFF"/>
                </a:solidFill>
                <a:latin typeface="Microsoft YaHei"/>
                <a:ea typeface="Microsoft YaHei"/>
              </a:rPr>
              <a:t>优先研究项</a:t>
            </a:r>
          </a:p>
        </p:txBody>
      </p:sp>
      <p:sp>
        <p:nvSpPr>
          <p:cNvPr id="205" name="Stage panel 2"/>
          <p:cNvSpPr/>
          <p:nvPr/>
        </p:nvSpPr>
        <p:spPr>
          <a:xfrm>
            <a:off x="650000" y="3060000"/>
            <a:ext cx="11000000" cy="1450000"/>
          </a:xfrm>
          <a:prstGeom prst="roundRect">
            <a:avLst/>
          </a:prstGeom>
          <a:solidFill>
            <a:srgbClr val="FFF4E9"/>
          </a:solidFill>
          <a:ln w="14000">
            <a:solidFill>
              <a:srgbClr val="E77C20"/>
            </a:solidFill>
          </a:ln>
        </p:spPr>
        <p:txBody>
          <a:bodyPr anchor="ctr" lIns="80000" rIns="80000" tIns="20000" bIns="20000"/>
          <a:lstStyle/>
          <a:p>
            <a:pPr algn="l"/>
          </a:p>
        </p:txBody>
      </p:sp>
      <p:sp>
        <p:nvSpPr>
          <p:cNvPr id="206" name="Stage heading 2"/>
          <p:cNvSpPr/>
          <p:nvPr/>
        </p:nvSpPr>
        <p:spPr>
          <a:xfrm>
            <a:off x="850000" y="3170000"/>
            <a:ext cx="4100000" cy="390000"/>
          </a:xfrm>
          <a:prstGeom prst="roundRect">
            <a:avLst/>
          </a:prstGeom>
          <a:noFill/>
          <a:ln w="0"/>
        </p:spPr>
        <p:txBody>
          <a:bodyPr anchor="ctr" lIns="80000" rIns="80000" tIns="20000" bIns="20000"/>
          <a:lstStyle/>
          <a:p>
            <a:pPr algn="l"/>
            <a:r>
              <a:rPr lang="zh-CN" sz="2300" b="1">
                <a:solidFill>
                  <a:srgbClr val="E77C20"/>
                </a:solidFill>
                <a:latin typeface="Microsoft YaHei"/>
                <a:ea typeface="Microsoft YaHei"/>
              </a:rPr>
              <a:t>② 集中式鲁棒设计对照</a:t>
            </a:r>
          </a:p>
        </p:txBody>
      </p:sp>
      <p:sp>
        <p:nvSpPr>
          <p:cNvPr id="207" name="Stage location 2"/>
          <p:cNvSpPr/>
          <p:nvPr/>
        </p:nvSpPr>
        <p:spPr>
          <a:xfrm>
            <a:off x="4780000" y="3240000"/>
            <a:ext cx="6500000" cy="330000"/>
          </a:xfrm>
          <a:prstGeom prst="roundRect">
            <a:avLst/>
          </a:prstGeom>
          <a:noFill/>
          <a:ln w="0"/>
        </p:spPr>
        <p:txBody>
          <a:bodyPr anchor="ctr" lIns="80000" rIns="80000" tIns="20000" bIns="20000"/>
          <a:lstStyle/>
          <a:p>
            <a:pPr algn="l"/>
            <a:r>
              <a:rPr lang="zh-CN" sz="1850" b="0">
                <a:solidFill>
                  <a:srgbClr val="334E6F"/>
                </a:solidFill>
                <a:latin typeface="Microsoft YaHei"/>
                <a:ea typeface="Microsoft YaHei"/>
              </a:rPr>
              <a:t>修改位置：集中式预编码的误差处理</a:t>
            </a:r>
          </a:p>
        </p:txBody>
      </p:sp>
      <p:sp>
        <p:nvSpPr>
          <p:cNvPr id="208" name="Stage verification 2"/>
          <p:cNvSpPr/>
          <p:nvPr/>
        </p:nvSpPr>
        <p:spPr>
          <a:xfrm>
            <a:off x="4780000" y="3850000"/>
            <a:ext cx="6500000" cy="400000"/>
          </a:xfrm>
          <a:prstGeom prst="roundRect">
            <a:avLst/>
          </a:prstGeom>
          <a:noFill/>
          <a:ln w="0"/>
        </p:spPr>
        <p:txBody>
          <a:bodyPr anchor="ctr" lIns="80000" rIns="80000" tIns="20000" bIns="20000"/>
          <a:lstStyle/>
          <a:p>
            <a:pPr algn="l"/>
            <a:r>
              <a:rPr lang="zh-CN" sz="1770" b="0">
                <a:solidFill>
                  <a:srgbClr val="334E6F"/>
                </a:solidFill>
                <a:latin typeface="Microsoft YaHei"/>
                <a:ea typeface="Microsoft YaHei"/>
              </a:rPr>
              <a:t>验证内容：同场景、预算和停止准则下比较边缘体验、平均体验与空口功率</a:t>
            </a:r>
          </a:p>
        </p:txBody>
      </p:sp>
      <p:sp>
        <p:nvSpPr>
          <p:cNvPr id="210" name="Stage panel 3"/>
          <p:cNvSpPr/>
          <p:nvPr/>
        </p:nvSpPr>
        <p:spPr>
          <a:xfrm>
            <a:off x="650000" y="4790000"/>
            <a:ext cx="11000000" cy="1450000"/>
          </a:xfrm>
          <a:prstGeom prst="roundRect">
            <a:avLst/>
          </a:prstGeom>
          <a:solidFill>
            <a:srgbClr val="EDF8F6"/>
          </a:solidFill>
          <a:ln w="14000">
            <a:solidFill>
              <a:srgbClr val="1B7A68"/>
            </a:solidFill>
          </a:ln>
        </p:spPr>
        <p:txBody>
          <a:bodyPr anchor="ctr" lIns="80000" rIns="80000" tIns="20000" bIns="20000"/>
          <a:lstStyle/>
          <a:p>
            <a:pPr algn="l"/>
          </a:p>
        </p:txBody>
      </p:sp>
      <p:sp>
        <p:nvSpPr>
          <p:cNvPr id="211" name="Stage heading 3"/>
          <p:cNvSpPr/>
          <p:nvPr/>
        </p:nvSpPr>
        <p:spPr>
          <a:xfrm>
            <a:off x="850000" y="4900000"/>
            <a:ext cx="4100000" cy="390000"/>
          </a:xfrm>
          <a:prstGeom prst="roundRect">
            <a:avLst/>
          </a:prstGeom>
          <a:noFill/>
          <a:ln w="0"/>
        </p:spPr>
        <p:txBody>
          <a:bodyPr anchor="ctr" lIns="80000" rIns="80000" tIns="20000" bIns="20000"/>
          <a:lstStyle/>
          <a:p>
            <a:pPr algn="l"/>
            <a:r>
              <a:rPr lang="zh-CN" sz="2300" b="1">
                <a:solidFill>
                  <a:srgbClr val="1B7A68"/>
                </a:solidFill>
                <a:latin typeface="Microsoft YaHei"/>
                <a:ea typeface="Microsoft YaHei"/>
              </a:rPr>
              <a:t>③ TRP 本地化与事件触发</a:t>
            </a:r>
          </a:p>
        </p:txBody>
      </p:sp>
      <p:sp>
        <p:nvSpPr>
          <p:cNvPr id="212" name="Stage location 3"/>
          <p:cNvSpPr/>
          <p:nvPr/>
        </p:nvSpPr>
        <p:spPr>
          <a:xfrm>
            <a:off x="4780000" y="4970000"/>
            <a:ext cx="6500000" cy="330000"/>
          </a:xfrm>
          <a:prstGeom prst="roundRect">
            <a:avLst/>
          </a:prstGeom>
          <a:noFill/>
          <a:ln w="0"/>
        </p:spPr>
        <p:txBody>
          <a:bodyPr anchor="ctr" lIns="80000" rIns="80000" tIns="20000" bIns="20000"/>
          <a:lstStyle/>
          <a:p>
            <a:pPr algn="l"/>
            <a:r>
              <a:rPr lang="zh-CN" sz="1850" b="0">
                <a:solidFill>
                  <a:srgbClr val="334E6F"/>
                </a:solidFill>
                <a:latin typeface="Microsoft YaHei"/>
                <a:ea typeface="Microsoft YaHei"/>
              </a:rPr>
              <a:t>修改位置：本地变量、交换消息及缓存规则</a:t>
            </a:r>
          </a:p>
        </p:txBody>
      </p:sp>
      <p:sp>
        <p:nvSpPr>
          <p:cNvPr id="213" name="Stage verification 3"/>
          <p:cNvSpPr/>
          <p:nvPr/>
        </p:nvSpPr>
        <p:spPr>
          <a:xfrm>
            <a:off x="4780000" y="5580000"/>
            <a:ext cx="6500000" cy="400000"/>
          </a:xfrm>
          <a:prstGeom prst="roundRect">
            <a:avLst/>
          </a:prstGeom>
          <a:noFill/>
          <a:ln w="0"/>
        </p:spPr>
        <p:txBody>
          <a:bodyPr anchor="ctr" lIns="80000" rIns="80000" tIns="20000" bIns="20000"/>
          <a:lstStyle/>
          <a:p>
            <a:pPr algn="l"/>
            <a:r>
              <a:rPr lang="zh-CN" sz="1770" b="0">
                <a:solidFill>
                  <a:srgbClr val="334E6F"/>
                </a:solidFill>
                <a:latin typeface="Microsoft YaHei"/>
                <a:ea typeface="Microsoft YaHei"/>
              </a:rPr>
              <a:t>验证内容：运行时间、消息量与求解质量</a:t>
            </a:r>
          </a:p>
        </p:txBody>
      </p:sp>
      <p:sp>
        <p:nvSpPr>
          <p:cNvPr id="230" name="Arrow 1"/>
          <p:cNvSpPr/>
          <p:nvPr/>
        </p:nvSpPr>
        <p:spPr>
          <a:xfrm>
            <a:off x="5720000" y="2780000"/>
            <a:ext cx="700000" cy="250000"/>
          </a:xfrm>
          <a:prstGeom prst="roundRect">
            <a:avLst/>
          </a:prstGeom>
          <a:noFill/>
          <a:ln w="0"/>
        </p:spPr>
        <p:txBody>
          <a:bodyPr anchor="ctr" lIns="0" rIns="0" tIns="20000" bIns="20000"/>
          <a:lstStyle/>
          <a:p>
            <a:pPr algn="ctr"/>
            <a:r>
              <a:rPr lang="zh-CN" sz="2250" b="1">
                <a:solidFill>
                  <a:srgbClr val="145394"/>
                </a:solidFill>
                <a:latin typeface="Microsoft YaHei"/>
                <a:ea typeface="Microsoft YaHei"/>
              </a:rPr>
              <a:t>↓</a:t>
            </a:r>
          </a:p>
        </p:txBody>
      </p:sp>
      <p:sp>
        <p:nvSpPr>
          <p:cNvPr id="231" name="Arrow 2"/>
          <p:cNvSpPr/>
          <p:nvPr/>
        </p:nvSpPr>
        <p:spPr>
          <a:xfrm>
            <a:off x="5720000" y="4510000"/>
            <a:ext cx="700000" cy="250000"/>
          </a:xfrm>
          <a:prstGeom prst="roundRect">
            <a:avLst/>
          </a:prstGeom>
          <a:noFill/>
          <a:ln w="0"/>
        </p:spPr>
        <p:txBody>
          <a:bodyPr anchor="ctr" lIns="0" rIns="0" tIns="20000" bIns="20000"/>
          <a:lstStyle/>
          <a:p>
            <a:pPr algn="ctr"/>
            <a:r>
              <a:rPr lang="zh-CN" sz="2250" b="1">
                <a:solidFill>
                  <a:srgbClr val="E77C20"/>
                </a:solidFill>
                <a:latin typeface="Microsoft YaHei"/>
                <a:ea typeface="Microsoft YaHei"/>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none"/>
          <a:lstStyle/>
          <a:p>
            <a:r>
              <a:rPr b="1">
                <a:solidFill>
                  <a:srgbClr val="092B56"/>
                </a:solidFill>
                <a:latin typeface="Microsoft YaHei"/>
              </a:rPr>
              <a:t>WMMSE 的逐步更新</a:t>
            </a:r>
          </a:p>
        </p:txBody>
      </p:sp>
      <p:sp>
        <p:nvSpPr>
          <p:cNvPr id="200" name="Flow panel"/>
          <p:cNvSpPr/>
          <p:nvPr/>
        </p:nvSpPr>
        <p:spPr>
          <a:xfrm>
            <a:off x="610000" y="1300000"/>
            <a:ext cx="10980000" cy="1050000"/>
          </a:xfrm>
          <a:prstGeom prst="roundRect">
            <a:avLst/>
          </a:prstGeom>
          <a:solidFill>
            <a:srgbClr val="EDF3FB"/>
          </a:solidFill>
          <a:ln w="14000">
            <a:solidFill>
              <a:srgbClr val="145394"/>
            </a:solidFill>
          </a:ln>
        </p:spPr>
        <p:txBody>
          <a:bodyPr anchor="ctr" lIns="100000" rIns="100000" tIns="35000" bIns="35000"/>
          <a:lstStyle/>
          <a:p>
            <a:pPr algn="l"/>
          </a:p>
        </p:txBody>
      </p:sp>
      <p:sp>
        <p:nvSpPr>
          <p:cNvPr id="201" name="Flow 1"/>
          <p:cNvSpPr/>
          <p:nvPr/>
        </p:nvSpPr>
        <p:spPr>
          <a:xfrm>
            <a:off x="825000" y="1610000"/>
            <a:ext cx="1520000" cy="450000"/>
          </a:xfrm>
          <a:prstGeom prst="roundRect">
            <a:avLst/>
          </a:prstGeom>
          <a:solidFill>
            <a:srgbClr val="145394"/>
          </a:solidFill>
          <a:ln w="0"/>
        </p:spPr>
        <p:txBody>
          <a:bodyPr anchor="ctr" lIns="100000" rIns="100000" tIns="35000" bIns="35000"/>
          <a:lstStyle/>
          <a:p>
            <a:pPr algn="ctr"/>
            <a:r>
              <a:rPr lang="zh-CN" sz="1800" b="1">
                <a:solidFill>
                  <a:srgbClr val="FFFFFF"/>
                </a:solidFill>
                <a:latin typeface="Microsoft YaHei"/>
                <a:ea typeface="Microsoft YaHei"/>
              </a:rPr>
              <a:t>① w</a:t>
            </a:r>
          </a:p>
        </p:txBody>
      </p:sp>
      <p:sp>
        <p:nvSpPr>
          <p:cNvPr id="210" name="Arrow 1"/>
          <p:cNvSpPr/>
          <p:nvPr/>
        </p:nvSpPr>
        <p:spPr>
          <a:xfrm>
            <a:off x="2355000" y="1610000"/>
            <a:ext cx="200000" cy="450000"/>
          </a:xfrm>
          <a:prstGeom prst="roundRect">
            <a:avLst/>
          </a:prstGeom>
          <a:noFill/>
          <a:ln w="0"/>
        </p:spPr>
        <p:txBody>
          <a:bodyPr anchor="ctr" lIns="0" rIns="0" tIns="35000" bIns="35000"/>
          <a:lstStyle/>
          <a:p>
            <a:pPr algn="ctr"/>
            <a:r>
              <a:rPr lang="zh-CN" sz="2050" b="1">
                <a:solidFill>
                  <a:srgbClr val="145394"/>
                </a:solidFill>
                <a:latin typeface="Microsoft YaHei"/>
                <a:ea typeface="Microsoft YaHei"/>
              </a:rPr>
              <a:t>→</a:t>
            </a:r>
          </a:p>
        </p:txBody>
      </p:sp>
      <p:sp>
        <p:nvSpPr>
          <p:cNvPr id="202" name="Flow 2"/>
          <p:cNvSpPr/>
          <p:nvPr/>
        </p:nvSpPr>
        <p:spPr>
          <a:xfrm>
            <a:off x="2565000" y="1610000"/>
            <a:ext cx="1520000" cy="450000"/>
          </a:xfrm>
          <a:prstGeom prst="roundRect">
            <a:avLst/>
          </a:prstGeom>
          <a:solidFill>
            <a:srgbClr val="145394"/>
          </a:solidFill>
          <a:ln w="0"/>
        </p:spPr>
        <p:txBody>
          <a:bodyPr anchor="ctr" lIns="100000" rIns="100000" tIns="35000" bIns="35000"/>
          <a:lstStyle/>
          <a:p>
            <a:pPr algn="ctr"/>
            <a:r>
              <a:rPr lang="zh-CN" sz="1800" b="1">
                <a:solidFill>
                  <a:srgbClr val="FFFFFF"/>
                </a:solidFill>
                <a:latin typeface="Microsoft YaHei"/>
                <a:ea typeface="Microsoft YaHei"/>
              </a:rPr>
              <a:t>② F，Rʸʸ</a:t>
            </a:r>
          </a:p>
        </p:txBody>
      </p:sp>
      <p:sp>
        <p:nvSpPr>
          <p:cNvPr id="211" name="Arrow 2"/>
          <p:cNvSpPr/>
          <p:nvPr/>
        </p:nvSpPr>
        <p:spPr>
          <a:xfrm>
            <a:off x="4095000" y="1610000"/>
            <a:ext cx="200000" cy="450000"/>
          </a:xfrm>
          <a:prstGeom prst="roundRect">
            <a:avLst/>
          </a:prstGeom>
          <a:noFill/>
          <a:ln w="0"/>
        </p:spPr>
        <p:txBody>
          <a:bodyPr anchor="ctr" lIns="0" rIns="0" tIns="35000" bIns="35000"/>
          <a:lstStyle/>
          <a:p>
            <a:pPr algn="ctr"/>
            <a:r>
              <a:rPr lang="zh-CN" sz="2050" b="1">
                <a:solidFill>
                  <a:srgbClr val="145394"/>
                </a:solidFill>
                <a:latin typeface="Microsoft YaHei"/>
                <a:ea typeface="Microsoft YaHei"/>
              </a:rPr>
              <a:t>→</a:t>
            </a:r>
          </a:p>
        </p:txBody>
      </p:sp>
      <p:sp>
        <p:nvSpPr>
          <p:cNvPr id="203" name="Flow 3"/>
          <p:cNvSpPr/>
          <p:nvPr/>
        </p:nvSpPr>
        <p:spPr>
          <a:xfrm>
            <a:off x="4305000" y="1610000"/>
            <a:ext cx="1520000" cy="450000"/>
          </a:xfrm>
          <a:prstGeom prst="roundRect">
            <a:avLst/>
          </a:prstGeom>
          <a:solidFill>
            <a:srgbClr val="145394"/>
          </a:solidFill>
          <a:ln w="0"/>
        </p:spPr>
        <p:txBody>
          <a:bodyPr anchor="ctr" lIns="100000" rIns="100000" tIns="35000" bIns="35000"/>
          <a:lstStyle/>
          <a:p>
            <a:pPr algn="ctr"/>
            <a:r>
              <a:rPr lang="zh-CN" sz="1800" b="1">
                <a:solidFill>
                  <a:srgbClr val="FFFFFF"/>
                </a:solidFill>
                <a:latin typeface="Microsoft YaHei"/>
                <a:ea typeface="Microsoft YaHei"/>
              </a:rPr>
              <a:t>③ A</a:t>
            </a:r>
          </a:p>
        </p:txBody>
      </p:sp>
      <p:sp>
        <p:nvSpPr>
          <p:cNvPr id="212" name="Arrow 3"/>
          <p:cNvSpPr/>
          <p:nvPr/>
        </p:nvSpPr>
        <p:spPr>
          <a:xfrm>
            <a:off x="5835000" y="1610000"/>
            <a:ext cx="200000" cy="450000"/>
          </a:xfrm>
          <a:prstGeom prst="roundRect">
            <a:avLst/>
          </a:prstGeom>
          <a:noFill/>
          <a:ln w="0"/>
        </p:spPr>
        <p:txBody>
          <a:bodyPr anchor="ctr" lIns="0" rIns="0" tIns="35000" bIns="35000"/>
          <a:lstStyle/>
          <a:p>
            <a:pPr algn="ctr"/>
            <a:r>
              <a:rPr lang="zh-CN" sz="2050" b="1">
                <a:solidFill>
                  <a:srgbClr val="145394"/>
                </a:solidFill>
                <a:latin typeface="Microsoft YaHei"/>
                <a:ea typeface="Microsoft YaHei"/>
              </a:rPr>
              <a:t>→</a:t>
            </a:r>
          </a:p>
        </p:txBody>
      </p:sp>
      <p:sp>
        <p:nvSpPr>
          <p:cNvPr id="204" name="Flow 4"/>
          <p:cNvSpPr/>
          <p:nvPr/>
        </p:nvSpPr>
        <p:spPr>
          <a:xfrm>
            <a:off x="6045000" y="1610000"/>
            <a:ext cx="1520000" cy="450000"/>
          </a:xfrm>
          <a:prstGeom prst="roundRect">
            <a:avLst/>
          </a:prstGeom>
          <a:solidFill>
            <a:srgbClr val="145394"/>
          </a:solidFill>
          <a:ln w="0"/>
        </p:spPr>
        <p:txBody>
          <a:bodyPr anchor="ctr" lIns="100000" rIns="100000" tIns="35000" bIns="35000"/>
          <a:lstStyle/>
          <a:p>
            <a:pPr algn="ctr"/>
            <a:r>
              <a:rPr lang="zh-CN" sz="1800" b="1">
                <a:solidFill>
                  <a:srgbClr val="FFFFFF"/>
                </a:solidFill>
                <a:latin typeface="Microsoft YaHei"/>
                <a:ea typeface="Microsoft YaHei"/>
              </a:rPr>
              <a:t>④ E，Ω，η</a:t>
            </a:r>
          </a:p>
        </p:txBody>
      </p:sp>
      <p:sp>
        <p:nvSpPr>
          <p:cNvPr id="213" name="Arrow 4"/>
          <p:cNvSpPr/>
          <p:nvPr/>
        </p:nvSpPr>
        <p:spPr>
          <a:xfrm>
            <a:off x="7575000" y="1610000"/>
            <a:ext cx="200000" cy="450000"/>
          </a:xfrm>
          <a:prstGeom prst="roundRect">
            <a:avLst/>
          </a:prstGeom>
          <a:noFill/>
          <a:ln w="0"/>
        </p:spPr>
        <p:txBody>
          <a:bodyPr anchor="ctr" lIns="0" rIns="0" tIns="35000" bIns="35000"/>
          <a:lstStyle/>
          <a:p>
            <a:pPr algn="ctr"/>
            <a:r>
              <a:rPr lang="zh-CN" sz="2050" b="1">
                <a:solidFill>
                  <a:srgbClr val="145394"/>
                </a:solidFill>
                <a:latin typeface="Microsoft YaHei"/>
                <a:ea typeface="Microsoft YaHei"/>
              </a:rPr>
              <a:t>→</a:t>
            </a:r>
          </a:p>
        </p:txBody>
      </p:sp>
      <p:sp>
        <p:nvSpPr>
          <p:cNvPr id="205" name="Flow 5"/>
          <p:cNvSpPr/>
          <p:nvPr/>
        </p:nvSpPr>
        <p:spPr>
          <a:xfrm>
            <a:off x="7785000" y="1610000"/>
            <a:ext cx="1520000" cy="450000"/>
          </a:xfrm>
          <a:prstGeom prst="roundRect">
            <a:avLst/>
          </a:prstGeom>
          <a:solidFill>
            <a:srgbClr val="E77C20"/>
          </a:solidFill>
          <a:ln w="0"/>
        </p:spPr>
        <p:txBody>
          <a:bodyPr anchor="ctr" lIns="100000" rIns="100000" tIns="35000" bIns="35000"/>
          <a:lstStyle/>
          <a:p>
            <a:pPr algn="ctr"/>
            <a:r>
              <a:rPr lang="zh-CN" sz="1800" b="1">
                <a:solidFill>
                  <a:srgbClr val="FFFFFF"/>
                </a:solidFill>
                <a:latin typeface="Microsoft YaHei"/>
                <a:ea typeface="Microsoft YaHei"/>
              </a:rPr>
              <a:t>⑤ ADMM</a:t>
            </a:r>
          </a:p>
        </p:txBody>
      </p:sp>
      <p:sp>
        <p:nvSpPr>
          <p:cNvPr id="214" name="Arrow 5"/>
          <p:cNvSpPr/>
          <p:nvPr/>
        </p:nvSpPr>
        <p:spPr>
          <a:xfrm>
            <a:off x="9315000" y="1610000"/>
            <a:ext cx="200000" cy="450000"/>
          </a:xfrm>
          <a:prstGeom prst="roundRect">
            <a:avLst/>
          </a:prstGeom>
          <a:noFill/>
          <a:ln w="0"/>
        </p:spPr>
        <p:txBody>
          <a:bodyPr anchor="ctr" lIns="0" rIns="0" tIns="35000" bIns="35000"/>
          <a:lstStyle/>
          <a:p>
            <a:pPr algn="ctr"/>
            <a:r>
              <a:rPr lang="zh-CN" sz="2050" b="1">
                <a:solidFill>
                  <a:srgbClr val="145394"/>
                </a:solidFill>
                <a:latin typeface="Microsoft YaHei"/>
                <a:ea typeface="Microsoft YaHei"/>
              </a:rPr>
              <a:t>→</a:t>
            </a:r>
          </a:p>
        </p:txBody>
      </p:sp>
      <p:sp>
        <p:nvSpPr>
          <p:cNvPr id="206" name="Flow 6"/>
          <p:cNvSpPr/>
          <p:nvPr/>
        </p:nvSpPr>
        <p:spPr>
          <a:xfrm>
            <a:off x="9525000" y="1610000"/>
            <a:ext cx="1520000" cy="450000"/>
          </a:xfrm>
          <a:prstGeom prst="roundRect">
            <a:avLst/>
          </a:prstGeom>
          <a:solidFill>
            <a:srgbClr val="E77C20"/>
          </a:solidFill>
          <a:ln w="0"/>
        </p:spPr>
        <p:txBody>
          <a:bodyPr anchor="ctr" lIns="100000" rIns="100000" tIns="35000" bIns="35000"/>
          <a:lstStyle/>
          <a:p>
            <a:pPr algn="ctr"/>
            <a:r>
              <a:rPr lang="zh-CN" sz="1800" b="1">
                <a:solidFill>
                  <a:srgbClr val="FFFFFF"/>
                </a:solidFill>
                <a:latin typeface="Microsoft YaHei"/>
                <a:ea typeface="Microsoft YaHei"/>
              </a:rPr>
              <a:t>⑥ w⁺</a:t>
            </a:r>
          </a:p>
        </p:txBody>
      </p:sp>
      <p:sp>
        <p:nvSpPr>
          <p:cNvPr id="220" name="Card 1"/>
          <p:cNvSpPr/>
          <p:nvPr/>
        </p:nvSpPr>
        <p:spPr>
          <a:xfrm>
            <a:off x="610000" y="2510000"/>
            <a:ext cx="5330000" cy="1550000"/>
          </a:xfrm>
          <a:prstGeom prst="roundRect">
            <a:avLst/>
          </a:prstGeom>
          <a:solidFill>
            <a:srgbClr val="F0F6FC"/>
          </a:solidFill>
          <a:ln w="14000">
            <a:solidFill>
              <a:srgbClr val="145394"/>
            </a:solidFill>
          </a:ln>
        </p:spPr>
        <p:txBody>
          <a:bodyPr anchor="ctr" lIns="100000" rIns="100000" tIns="35000" bIns="35000"/>
          <a:lstStyle/>
          <a:p>
            <a:pPr algn="l"/>
          </a:p>
        </p:txBody>
      </p:sp>
      <p:sp>
        <p:nvSpPr>
          <p:cNvPr id="221" name="Card heading 1"/>
          <p:cNvSpPr/>
          <p:nvPr/>
        </p:nvSpPr>
        <p:spPr>
          <a:xfrm>
            <a:off x="810000" y="2610000"/>
            <a:ext cx="4900000" cy="310000"/>
          </a:xfrm>
          <a:prstGeom prst="roundRect">
            <a:avLst/>
          </a:prstGeom>
          <a:noFill/>
          <a:ln w="0"/>
        </p:spPr>
        <p:txBody>
          <a:bodyPr anchor="ctr" lIns="100000" rIns="100000" tIns="35000" bIns="35000"/>
          <a:lstStyle/>
          <a:p>
            <a:pPr algn="l"/>
            <a:r>
              <a:rPr lang="zh-CN" sz="2000" b="1">
                <a:solidFill>
                  <a:srgbClr val="17365D"/>
                </a:solidFill>
                <a:latin typeface="Microsoft YaHei"/>
                <a:ea typeface="Microsoft YaHei"/>
              </a:rPr>
              <a:t>① 有效信道</a:t>
            </a:r>
          </a:p>
        </p:txBody>
      </p:sp>
      <p:sp>
        <p:nvSpPr>
          <p:cNvPr id="222" name="Card formula 1"/>
          <p:cNvSpPr/>
          <p:nvPr/>
        </p:nvSpPr>
        <p:spPr>
          <a:xfrm>
            <a:off x="800000" y="3000000"/>
            <a:ext cx="4950000" cy="400000"/>
          </a:xfrm>
          <a:prstGeom prst="roundRect">
            <a:avLst/>
          </a:prstGeom>
          <a:noFill/>
          <a:ln w="0"/>
        </p:spPr>
        <p:txBody>
          <a:bodyPr anchor="ctr" lIns="100000" rIns="100000" tIns="35000" bIns="35000"/>
          <a:lstStyle/>
          <a:p>
            <a:pPr algn="ctr"/>
            <a:r>
              <a:rPr lang="zh-CN" sz="2050" b="1">
                <a:solidFill>
                  <a:srgbClr val="0A3C77"/>
                </a:solidFill>
                <a:latin typeface="Microsoft YaHei"/>
                <a:ea typeface="Microsoft YaHei"/>
              </a:rPr>
              <a:t>F</a:t>
            </a:r>
            <a:r>
              <a:rPr lang="zh-CN" sz="1476" b="1" baseline="-25000">
                <a:solidFill>
                  <a:srgbClr val="0A3C77"/>
                </a:solidFill>
                <a:latin typeface="Microsoft YaHei"/>
                <a:ea typeface="Microsoft YaHei"/>
              </a:rPr>
              <a:t>kjg</a:t>
            </a:r>
            <a:r>
              <a:rPr lang="zh-CN" sz="2050" b="1">
                <a:solidFill>
                  <a:srgbClr val="0A3C77"/>
                </a:solidFill>
                <a:latin typeface="Microsoft YaHei"/>
                <a:ea typeface="Microsoft YaHei"/>
              </a:rPr>
              <a:t>=Σ</a:t>
            </a:r>
            <a:r>
              <a:rPr lang="zh-CN" sz="1476" b="1" baseline="-25000">
                <a:solidFill>
                  <a:srgbClr val="0A3C77"/>
                </a:solidFill>
                <a:latin typeface="Microsoft YaHei"/>
                <a:ea typeface="Microsoft YaHei"/>
              </a:rPr>
              <a:t>l</a:t>
            </a:r>
            <a:r>
              <a:rPr lang="zh-CN" sz="2050" b="1">
                <a:solidFill>
                  <a:srgbClr val="0A3C77"/>
                </a:solidFill>
                <a:latin typeface="Microsoft YaHei"/>
                <a:ea typeface="Microsoft YaHei"/>
              </a:rPr>
              <a:t> Ĥ</a:t>
            </a:r>
            <a:r>
              <a:rPr lang="zh-CN" sz="1476" b="1" baseline="-25000">
                <a:solidFill>
                  <a:srgbClr val="0A3C77"/>
                </a:solidFill>
                <a:latin typeface="Microsoft YaHei"/>
                <a:ea typeface="Microsoft YaHei"/>
              </a:rPr>
              <a:t>klg</a:t>
            </a:r>
            <a:r>
              <a:rPr lang="zh-CN" sz="2050" b="1">
                <a:solidFill>
                  <a:srgbClr val="0A3C77"/>
                </a:solidFill>
                <a:latin typeface="Microsoft YaHei"/>
                <a:ea typeface="Microsoft YaHei"/>
              </a:rPr>
              <a:t>w</a:t>
            </a:r>
            <a:r>
              <a:rPr lang="zh-CN" sz="1476" b="1" baseline="-25000">
                <a:solidFill>
                  <a:srgbClr val="0A3C77"/>
                </a:solidFill>
                <a:latin typeface="Microsoft YaHei"/>
                <a:ea typeface="Microsoft YaHei"/>
              </a:rPr>
              <a:t>ljg</a:t>
            </a:r>
          </a:p>
        </p:txBody>
      </p:sp>
      <p:sp>
        <p:nvSpPr>
          <p:cNvPr id="223" name="Card meaning 1"/>
          <p:cNvSpPr/>
          <p:nvPr/>
        </p:nvSpPr>
        <p:spPr>
          <a:xfrm>
            <a:off x="820000" y="3560000"/>
            <a:ext cx="4890000" cy="270000"/>
          </a:xfrm>
          <a:prstGeom prst="roundRect">
            <a:avLst/>
          </a:prstGeom>
          <a:noFill/>
          <a:ln w="0"/>
        </p:spPr>
        <p:txBody>
          <a:bodyPr anchor="ctr" lIns="100000" rIns="100000" tIns="35000" bIns="35000"/>
          <a:lstStyle/>
          <a:p>
            <a:pPr algn="ctr"/>
            <a:r>
              <a:rPr lang="zh-CN" sz="1560" b="0">
                <a:solidFill>
                  <a:srgbClr val="334E6F"/>
                </a:solidFill>
                <a:latin typeface="Microsoft YaHei"/>
                <a:ea typeface="Microsoft YaHei"/>
              </a:rPr>
              <a:t>把多 TRP 的同一数据流相干叠加。</a:t>
            </a:r>
          </a:p>
        </p:txBody>
      </p:sp>
      <p:sp>
        <p:nvSpPr>
          <p:cNvPr id="224" name="Card 2"/>
          <p:cNvSpPr/>
          <p:nvPr/>
        </p:nvSpPr>
        <p:spPr>
          <a:xfrm>
            <a:off x="6250000" y="2510000"/>
            <a:ext cx="5330000" cy="1550000"/>
          </a:xfrm>
          <a:prstGeom prst="roundRect">
            <a:avLst/>
          </a:prstGeom>
          <a:solidFill>
            <a:srgbClr val="F0F6FC"/>
          </a:solidFill>
          <a:ln w="14000">
            <a:solidFill>
              <a:srgbClr val="145394"/>
            </a:solidFill>
          </a:ln>
        </p:spPr>
        <p:txBody>
          <a:bodyPr anchor="ctr" lIns="100000" rIns="100000" tIns="35000" bIns="35000"/>
          <a:lstStyle/>
          <a:p>
            <a:pPr algn="l"/>
          </a:p>
        </p:txBody>
      </p:sp>
      <p:sp>
        <p:nvSpPr>
          <p:cNvPr id="225" name="Card heading 2"/>
          <p:cNvSpPr/>
          <p:nvPr/>
        </p:nvSpPr>
        <p:spPr>
          <a:xfrm>
            <a:off x="6450000" y="2610000"/>
            <a:ext cx="4900000" cy="310000"/>
          </a:xfrm>
          <a:prstGeom prst="roundRect">
            <a:avLst/>
          </a:prstGeom>
          <a:noFill/>
          <a:ln w="0"/>
        </p:spPr>
        <p:txBody>
          <a:bodyPr anchor="ctr" lIns="100000" rIns="100000" tIns="35000" bIns="35000"/>
          <a:lstStyle/>
          <a:p>
            <a:pPr algn="l"/>
            <a:r>
              <a:rPr lang="zh-CN" sz="2000" b="1">
                <a:solidFill>
                  <a:srgbClr val="17365D"/>
                </a:solidFill>
                <a:latin typeface="Microsoft YaHei"/>
                <a:ea typeface="Microsoft YaHei"/>
              </a:rPr>
              <a:t>② 接收协方差</a:t>
            </a:r>
          </a:p>
        </p:txBody>
      </p:sp>
      <p:sp>
        <p:nvSpPr>
          <p:cNvPr id="226" name="Card formula 2"/>
          <p:cNvSpPr/>
          <p:nvPr/>
        </p:nvSpPr>
        <p:spPr>
          <a:xfrm>
            <a:off x="6440000" y="3000000"/>
            <a:ext cx="4950000" cy="400000"/>
          </a:xfrm>
          <a:prstGeom prst="roundRect">
            <a:avLst/>
          </a:prstGeom>
          <a:noFill/>
          <a:ln w="0"/>
        </p:spPr>
        <p:txBody>
          <a:bodyPr anchor="ctr" lIns="100000" rIns="100000" tIns="35000" bIns="35000"/>
          <a:lstStyle/>
          <a:p>
            <a:pPr algn="ctr"/>
            <a:r>
              <a:rPr lang="zh-CN" sz="1740" b="1">
                <a:solidFill>
                  <a:srgbClr val="0A3C77"/>
                </a:solidFill>
                <a:latin typeface="Microsoft YaHei"/>
                <a:ea typeface="Microsoft YaHei"/>
              </a:rPr>
              <a:t>Rʸʸ</a:t>
            </a:r>
            <a:r>
              <a:rPr lang="zh-CN" sz="1253" b="1" baseline="-25000">
                <a:solidFill>
                  <a:srgbClr val="0A3C77"/>
                </a:solidFill>
                <a:latin typeface="Microsoft YaHei"/>
                <a:ea typeface="Microsoft YaHei"/>
              </a:rPr>
              <a:t>kg</a:t>
            </a:r>
            <a:r>
              <a:rPr lang="zh-CN" sz="1740" b="1">
                <a:solidFill>
                  <a:srgbClr val="0A3C77"/>
                </a:solidFill>
                <a:latin typeface="Microsoft YaHei"/>
                <a:ea typeface="Microsoft YaHei"/>
              </a:rPr>
              <a:t>=I₄+Σ</a:t>
            </a:r>
            <a:r>
              <a:rPr lang="zh-CN" sz="1253" b="1" baseline="-25000">
                <a:solidFill>
                  <a:srgbClr val="0A3C77"/>
                </a:solidFill>
                <a:latin typeface="Microsoft YaHei"/>
                <a:ea typeface="Microsoft YaHei"/>
              </a:rPr>
              <a:t>j</a:t>
            </a:r>
            <a:r>
              <a:rPr lang="zh-CN" sz="1740" b="1">
                <a:solidFill>
                  <a:srgbClr val="0A3C77"/>
                </a:solidFill>
                <a:latin typeface="Microsoft YaHei"/>
                <a:ea typeface="Microsoft YaHei"/>
              </a:rPr>
              <a:t> F</a:t>
            </a:r>
            <a:r>
              <a:rPr lang="zh-CN" sz="1253" b="1" baseline="-25000">
                <a:solidFill>
                  <a:srgbClr val="0A3C77"/>
                </a:solidFill>
                <a:latin typeface="Microsoft YaHei"/>
                <a:ea typeface="Microsoft YaHei"/>
              </a:rPr>
              <a:t>kjg</a:t>
            </a:r>
            <a:r>
              <a:rPr lang="zh-CN" sz="1740" b="1">
                <a:solidFill>
                  <a:srgbClr val="0A3C77"/>
                </a:solidFill>
                <a:latin typeface="Microsoft YaHei"/>
                <a:ea typeface="Microsoft YaHei"/>
              </a:rPr>
              <a:t>Fᴴ</a:t>
            </a:r>
            <a:r>
              <a:rPr lang="zh-CN" sz="1253" b="1" baseline="-25000">
                <a:solidFill>
                  <a:srgbClr val="0A3C77"/>
                </a:solidFill>
                <a:latin typeface="Microsoft YaHei"/>
                <a:ea typeface="Microsoft YaHei"/>
              </a:rPr>
              <a:t>kjg</a:t>
            </a:r>
            <a:r>
              <a:rPr lang="zh-CN" sz="1740" b="1">
                <a:solidFill>
                  <a:srgbClr val="0A3C77"/>
                </a:solidFill>
                <a:latin typeface="Microsoft YaHei"/>
                <a:ea typeface="Microsoft YaHei"/>
              </a:rPr>
              <a:t>+Σ</a:t>
            </a:r>
            <a:r>
              <a:rPr lang="zh-CN" sz="1253" b="1" baseline="-25000">
                <a:solidFill>
                  <a:srgbClr val="0A3C77"/>
                </a:solidFill>
                <a:latin typeface="Microsoft YaHei"/>
                <a:ea typeface="Microsoft YaHei"/>
              </a:rPr>
              <a:t>l</a:t>
            </a:r>
            <a:r>
              <a:rPr lang="zh-CN" sz="1740" b="1">
                <a:solidFill>
                  <a:srgbClr val="0A3C77"/>
                </a:solidFill>
                <a:latin typeface="Microsoft YaHei"/>
                <a:ea typeface="Microsoft YaHei"/>
              </a:rPr>
              <a:t> p</a:t>
            </a:r>
            <a:r>
              <a:rPr lang="zh-CN" sz="1253" b="1" baseline="-25000">
                <a:solidFill>
                  <a:srgbClr val="0A3C77"/>
                </a:solidFill>
                <a:latin typeface="Microsoft YaHei"/>
                <a:ea typeface="Microsoft YaHei"/>
              </a:rPr>
              <a:t>lg</a:t>
            </a:r>
            <a:r>
              <a:rPr lang="zh-CN" sz="1740" b="1">
                <a:solidFill>
                  <a:srgbClr val="0A3C77"/>
                </a:solidFill>
                <a:latin typeface="Microsoft YaHei"/>
                <a:ea typeface="Microsoft YaHei"/>
              </a:rPr>
              <a:t>C</a:t>
            </a:r>
            <a:r>
              <a:rPr lang="zh-CN" sz="1253" b="1" baseline="-25000">
                <a:solidFill>
                  <a:srgbClr val="0A3C77"/>
                </a:solidFill>
                <a:latin typeface="Microsoft YaHei"/>
                <a:ea typeface="Microsoft YaHei"/>
              </a:rPr>
              <a:t>klg</a:t>
            </a:r>
          </a:p>
        </p:txBody>
      </p:sp>
      <p:sp>
        <p:nvSpPr>
          <p:cNvPr id="227" name="Card meaning 2"/>
          <p:cNvSpPr/>
          <p:nvPr/>
        </p:nvSpPr>
        <p:spPr>
          <a:xfrm>
            <a:off x="6460000" y="3560000"/>
            <a:ext cx="4890000" cy="270000"/>
          </a:xfrm>
          <a:prstGeom prst="roundRect">
            <a:avLst/>
          </a:prstGeom>
          <a:noFill/>
          <a:ln w="0"/>
        </p:spPr>
        <p:txBody>
          <a:bodyPr anchor="ctr" lIns="100000" rIns="100000" tIns="35000" bIns="35000"/>
          <a:lstStyle/>
          <a:p>
            <a:pPr algn="ctr"/>
            <a:r>
              <a:rPr lang="zh-CN" sz="1560" b="0">
                <a:solidFill>
                  <a:srgbClr val="334E6F"/>
                </a:solidFill>
                <a:latin typeface="Microsoft YaHei"/>
                <a:ea typeface="Microsoft YaHei"/>
              </a:rPr>
              <a:t>计入信号、干扰、热噪声与估计误差。</a:t>
            </a:r>
          </a:p>
        </p:txBody>
      </p:sp>
      <p:sp>
        <p:nvSpPr>
          <p:cNvPr id="228" name="Card 3"/>
          <p:cNvSpPr/>
          <p:nvPr/>
        </p:nvSpPr>
        <p:spPr>
          <a:xfrm>
            <a:off x="610000" y="4250000"/>
            <a:ext cx="5330000" cy="1550000"/>
          </a:xfrm>
          <a:prstGeom prst="roundRect">
            <a:avLst/>
          </a:prstGeom>
          <a:solidFill>
            <a:srgbClr val="FFF4E9"/>
          </a:solidFill>
          <a:ln w="14000">
            <a:solidFill>
              <a:srgbClr val="E77C20"/>
            </a:solidFill>
          </a:ln>
        </p:spPr>
        <p:txBody>
          <a:bodyPr anchor="ctr" lIns="100000" rIns="100000" tIns="35000" bIns="35000"/>
          <a:lstStyle/>
          <a:p>
            <a:pPr algn="l"/>
          </a:p>
        </p:txBody>
      </p:sp>
      <p:sp>
        <p:nvSpPr>
          <p:cNvPr id="229" name="Card heading 3"/>
          <p:cNvSpPr/>
          <p:nvPr/>
        </p:nvSpPr>
        <p:spPr>
          <a:xfrm>
            <a:off x="810000" y="4350000"/>
            <a:ext cx="4900000" cy="310000"/>
          </a:xfrm>
          <a:prstGeom prst="roundRect">
            <a:avLst/>
          </a:prstGeom>
          <a:noFill/>
          <a:ln w="0"/>
        </p:spPr>
        <p:txBody>
          <a:bodyPr anchor="ctr" lIns="100000" rIns="100000" tIns="35000" bIns="35000"/>
          <a:lstStyle/>
          <a:p>
            <a:pPr algn="l"/>
            <a:r>
              <a:rPr lang="zh-CN" sz="2000" b="1">
                <a:solidFill>
                  <a:srgbClr val="9B4A0D"/>
                </a:solidFill>
                <a:latin typeface="Microsoft YaHei"/>
                <a:ea typeface="Microsoft YaHei"/>
              </a:rPr>
              <a:t>③ MMSE 接收器</a:t>
            </a:r>
          </a:p>
        </p:txBody>
      </p:sp>
      <p:sp>
        <p:nvSpPr>
          <p:cNvPr id="230" name="Card formula 3"/>
          <p:cNvSpPr/>
          <p:nvPr/>
        </p:nvSpPr>
        <p:spPr>
          <a:xfrm>
            <a:off x="800000" y="4740000"/>
            <a:ext cx="4950000" cy="400000"/>
          </a:xfrm>
          <a:prstGeom prst="roundRect">
            <a:avLst/>
          </a:prstGeom>
          <a:noFill/>
          <a:ln w="0"/>
        </p:spPr>
        <p:txBody>
          <a:bodyPr anchor="ctr" lIns="100000" rIns="100000" tIns="35000" bIns="35000"/>
          <a:lstStyle/>
          <a:p>
            <a:pPr algn="ctr"/>
            <a:r>
              <a:rPr lang="zh-CN" sz="2050" b="1">
                <a:solidFill>
                  <a:srgbClr val="9B4A0D"/>
                </a:solidFill>
                <a:latin typeface="Microsoft YaHei"/>
                <a:ea typeface="Microsoft YaHei"/>
              </a:rPr>
              <a:t>A</a:t>
            </a:r>
            <a:r>
              <a:rPr lang="zh-CN" sz="1476" b="1" baseline="-25000">
                <a:solidFill>
                  <a:srgbClr val="9B4A0D"/>
                </a:solidFill>
                <a:latin typeface="Microsoft YaHei"/>
                <a:ea typeface="Microsoft YaHei"/>
              </a:rPr>
              <a:t>kg</a:t>
            </a:r>
            <a:r>
              <a:rPr lang="zh-CN" sz="2050" b="1">
                <a:solidFill>
                  <a:srgbClr val="9B4A0D"/>
                </a:solidFill>
                <a:latin typeface="Microsoft YaHei"/>
                <a:ea typeface="Microsoft YaHei"/>
              </a:rPr>
              <a:t>=(Rʸʸ</a:t>
            </a:r>
            <a:r>
              <a:rPr lang="zh-CN" sz="1476" b="1" baseline="-25000">
                <a:solidFill>
                  <a:srgbClr val="9B4A0D"/>
                </a:solidFill>
                <a:latin typeface="Microsoft YaHei"/>
                <a:ea typeface="Microsoft YaHei"/>
              </a:rPr>
              <a:t>kg</a:t>
            </a:r>
            <a:r>
              <a:rPr lang="zh-CN" sz="2050" b="1">
                <a:solidFill>
                  <a:srgbClr val="9B4A0D"/>
                </a:solidFill>
                <a:latin typeface="Microsoft YaHei"/>
                <a:ea typeface="Microsoft YaHei"/>
              </a:rPr>
              <a:t>)⁻¹ F</a:t>
            </a:r>
            <a:r>
              <a:rPr lang="zh-CN" sz="1476" b="1" baseline="-25000">
                <a:solidFill>
                  <a:srgbClr val="9B4A0D"/>
                </a:solidFill>
                <a:latin typeface="Microsoft YaHei"/>
                <a:ea typeface="Microsoft YaHei"/>
              </a:rPr>
              <a:t>kkg</a:t>
            </a:r>
          </a:p>
        </p:txBody>
      </p:sp>
      <p:sp>
        <p:nvSpPr>
          <p:cNvPr id="231" name="Card meaning 3"/>
          <p:cNvSpPr/>
          <p:nvPr/>
        </p:nvSpPr>
        <p:spPr>
          <a:xfrm>
            <a:off x="820000" y="5300000"/>
            <a:ext cx="4890000" cy="270000"/>
          </a:xfrm>
          <a:prstGeom prst="roundRect">
            <a:avLst/>
          </a:prstGeom>
          <a:noFill/>
          <a:ln w="0"/>
        </p:spPr>
        <p:txBody>
          <a:bodyPr anchor="ctr" lIns="100000" rIns="100000" tIns="35000" bIns="35000"/>
          <a:lstStyle/>
          <a:p>
            <a:pPr algn="ctr"/>
            <a:r>
              <a:rPr lang="zh-CN" sz="1560" b="0">
                <a:solidFill>
                  <a:srgbClr val="78461F"/>
                </a:solidFill>
                <a:latin typeface="Microsoft YaHei"/>
                <a:ea typeface="Microsoft YaHei"/>
              </a:rPr>
              <a:t>按当前接收统计量抑制干扰与噪声。</a:t>
            </a:r>
          </a:p>
        </p:txBody>
      </p:sp>
      <p:sp>
        <p:nvSpPr>
          <p:cNvPr id="232" name="Card 4"/>
          <p:cNvSpPr/>
          <p:nvPr/>
        </p:nvSpPr>
        <p:spPr>
          <a:xfrm>
            <a:off x="6250000" y="4250000"/>
            <a:ext cx="5330000" cy="1550000"/>
          </a:xfrm>
          <a:prstGeom prst="roundRect">
            <a:avLst/>
          </a:prstGeom>
          <a:solidFill>
            <a:srgbClr val="FFF4E9"/>
          </a:solidFill>
          <a:ln w="14000">
            <a:solidFill>
              <a:srgbClr val="E77C20"/>
            </a:solidFill>
          </a:ln>
        </p:spPr>
        <p:txBody>
          <a:bodyPr anchor="ctr" lIns="100000" rIns="100000" tIns="35000" bIns="35000"/>
          <a:lstStyle/>
          <a:p>
            <a:pPr algn="l"/>
          </a:p>
        </p:txBody>
      </p:sp>
      <p:sp>
        <p:nvSpPr>
          <p:cNvPr id="233" name="Card heading 4"/>
          <p:cNvSpPr/>
          <p:nvPr/>
        </p:nvSpPr>
        <p:spPr>
          <a:xfrm>
            <a:off x="6450000" y="4350000"/>
            <a:ext cx="4900000" cy="310000"/>
          </a:xfrm>
          <a:prstGeom prst="roundRect">
            <a:avLst/>
          </a:prstGeom>
          <a:noFill/>
          <a:ln w="0"/>
        </p:spPr>
        <p:txBody>
          <a:bodyPr anchor="ctr" lIns="100000" rIns="100000" tIns="35000" bIns="35000"/>
          <a:lstStyle/>
          <a:p>
            <a:pPr algn="l"/>
            <a:r>
              <a:rPr lang="zh-CN" sz="2000" b="1">
                <a:solidFill>
                  <a:srgbClr val="9B4A0D"/>
                </a:solidFill>
                <a:latin typeface="Microsoft YaHei"/>
                <a:ea typeface="Microsoft YaHei"/>
              </a:rPr>
              <a:t>④ MSE 权重</a:t>
            </a:r>
          </a:p>
        </p:txBody>
      </p:sp>
      <p:sp>
        <p:nvSpPr>
          <p:cNvPr id="234" name="Card formula 4"/>
          <p:cNvSpPr/>
          <p:nvPr/>
        </p:nvSpPr>
        <p:spPr>
          <a:xfrm>
            <a:off x="6440000" y="4740000"/>
            <a:ext cx="4950000" cy="400000"/>
          </a:xfrm>
          <a:prstGeom prst="roundRect">
            <a:avLst/>
          </a:prstGeom>
          <a:noFill/>
          <a:ln w="0"/>
        </p:spPr>
        <p:txBody>
          <a:bodyPr anchor="ctr" lIns="100000" rIns="100000" tIns="35000" bIns="35000"/>
          <a:lstStyle/>
          <a:p>
            <a:pPr algn="ctr"/>
            <a:r>
              <a:rPr lang="zh-CN" sz="2050" b="1">
                <a:solidFill>
                  <a:srgbClr val="9B4A0D"/>
                </a:solidFill>
                <a:latin typeface="Microsoft YaHei"/>
                <a:ea typeface="Microsoft YaHei"/>
              </a:rPr>
              <a:t>Ω</a:t>
            </a:r>
            <a:r>
              <a:rPr lang="zh-CN" sz="1476" b="1" baseline="-25000">
                <a:solidFill>
                  <a:srgbClr val="9B4A0D"/>
                </a:solidFill>
                <a:latin typeface="Microsoft YaHei"/>
                <a:ea typeface="Microsoft YaHei"/>
              </a:rPr>
              <a:t>kg</a:t>
            </a:r>
            <a:r>
              <a:rPr lang="zh-CN" sz="2050" b="1">
                <a:solidFill>
                  <a:srgbClr val="9B4A0D"/>
                </a:solidFill>
                <a:latin typeface="Microsoft YaHei"/>
                <a:ea typeface="Microsoft YaHei"/>
              </a:rPr>
              <a:t>=E</a:t>
            </a:r>
            <a:r>
              <a:rPr lang="zh-CN" sz="1476" b="1" baseline="-25000">
                <a:solidFill>
                  <a:srgbClr val="9B4A0D"/>
                </a:solidFill>
                <a:latin typeface="Microsoft YaHei"/>
                <a:ea typeface="Microsoft YaHei"/>
              </a:rPr>
              <a:t>kg</a:t>
            </a:r>
            <a:r>
              <a:rPr lang="zh-CN" sz="2050" b="1">
                <a:solidFill>
                  <a:srgbClr val="9B4A0D"/>
                </a:solidFill>
                <a:latin typeface="Microsoft YaHei"/>
                <a:ea typeface="Microsoft YaHei"/>
              </a:rPr>
              <a:t>⁻¹</a:t>
            </a:r>
          </a:p>
        </p:txBody>
      </p:sp>
      <p:sp>
        <p:nvSpPr>
          <p:cNvPr id="235" name="Card meaning 4"/>
          <p:cNvSpPr/>
          <p:nvPr/>
        </p:nvSpPr>
        <p:spPr>
          <a:xfrm>
            <a:off x="6460000" y="5300000"/>
            <a:ext cx="4890000" cy="270000"/>
          </a:xfrm>
          <a:prstGeom prst="roundRect">
            <a:avLst/>
          </a:prstGeom>
          <a:noFill/>
          <a:ln w="0"/>
        </p:spPr>
        <p:txBody>
          <a:bodyPr anchor="ctr" lIns="100000" rIns="100000" tIns="35000" bIns="35000"/>
          <a:lstStyle/>
          <a:p>
            <a:pPr algn="ctr"/>
            <a:r>
              <a:rPr lang="zh-CN" sz="1560" b="0">
                <a:solidFill>
                  <a:srgbClr val="78461F"/>
                </a:solidFill>
                <a:latin typeface="Microsoft YaHei"/>
                <a:ea typeface="Microsoft YaHei"/>
              </a:rPr>
              <a:t>误差越小，更新预编码时的权重越大。</a:t>
            </a:r>
          </a:p>
        </p:txBody>
      </p:sp>
      <p:sp>
        <p:nvSpPr>
          <p:cNvPr id="240" name="Iteration footer"/>
          <p:cNvSpPr/>
          <p:nvPr/>
        </p:nvSpPr>
        <p:spPr>
          <a:xfrm>
            <a:off x="710000" y="6040000"/>
            <a:ext cx="10800000" cy="470000"/>
          </a:xfrm>
          <a:prstGeom prst="roundRect">
            <a:avLst/>
          </a:prstGeom>
          <a:solidFill>
            <a:srgbClr val="DCEAF7"/>
          </a:solidFill>
          <a:ln w="14000">
            <a:solidFill>
              <a:srgbClr val="145394"/>
            </a:solidFill>
          </a:ln>
        </p:spPr>
        <p:txBody>
          <a:bodyPr anchor="ctr" lIns="100000" rIns="100000" tIns="35000" bIns="35000"/>
          <a:lstStyle/>
          <a:p>
            <a:pPr algn="ctr"/>
            <a:r>
              <a:rPr lang="zh-CN" sz="1600" b="1">
                <a:solidFill>
                  <a:srgbClr val="17365D"/>
                </a:solidFill>
                <a:latin typeface="Microsoft YaHei"/>
                <a:ea typeface="Microsoft YaHei"/>
              </a:rPr>
              <a:t>更新 w 时固定 A、Ω、η；得到 w⁺ 后重算 F、Rʸʸ、A、E、Ω，再进入下一轮。</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COMMONDATA" val="eyJoZGlkIjoiMWJmYmVhMGQ2YWQwOTc0ZDFkYmVkZTE0NzFkNThlYzIifQ=="/>
</p:tagLst>
</file>

<file path=ppt/tags/tag2.xml><?xml version="1.0" encoding="utf-8"?>
<p:tagLst xmlns:a="http://schemas.openxmlformats.org/drawingml/2006/main" xmlns:r="http://schemas.openxmlformats.org/officeDocument/2006/relationships" xmlns:p="http://schemas.openxmlformats.org/presentationml/2006/main">
  <p:tag name="PA" val="v5.1.2"/>
</p:tagLst>
</file>

<file path=ppt/tags/tag3.xml><?xml version="1.0" encoding="utf-8"?>
<p:tagLst xmlns:a="http://schemas.openxmlformats.org/drawingml/2006/main" xmlns:r="http://schemas.openxmlformats.org/officeDocument/2006/relationships" xmlns:p="http://schemas.openxmlformats.org/presentationml/2006/main">
  <p:tag name="PA" val="v5.1.2"/>
</p:tagLst>
</file>

<file path=ppt/tags/tag4.xml><?xml version="1.0" encoding="utf-8"?>
<p:tagLst xmlns:a="http://schemas.openxmlformats.org/drawingml/2006/main" xmlns:r="http://schemas.openxmlformats.org/officeDocument/2006/relationships" xmlns:p="http://schemas.openxmlformats.org/presentationml/2006/main">
  <p:tag name="PA" val="v5.1.2"/>
</p:tagLst>
</file>

<file path=ppt/tags/tag5.xml><?xml version="1.0" encoding="utf-8"?>
<p:tagLst xmlns:a="http://schemas.openxmlformats.org/drawingml/2006/main" xmlns:r="http://schemas.openxmlformats.org/officeDocument/2006/relationships" xmlns:p="http://schemas.openxmlformats.org/presentationml/2006/main">
  <p:tag name="PA" val="v5.1.2"/>
</p:tagLst>
</file>

<file path=ppt/tags/tag6.xml><?xml version="1.0" encoding="utf-8"?>
<p:tagLst xmlns:a="http://schemas.openxmlformats.org/drawingml/2006/main" xmlns:r="http://schemas.openxmlformats.org/officeDocument/2006/relationships" xmlns:p="http://schemas.openxmlformats.org/presentationml/2006/main">
  <p:tag name="PA" val="v5.1.2"/>
</p:tagLst>
</file>

<file path=ppt/tags/tag7.xml><?xml version="1.0" encoding="utf-8"?>
<p:tagLst xmlns:a="http://schemas.openxmlformats.org/drawingml/2006/main" xmlns:r="http://schemas.openxmlformats.org/officeDocument/2006/relationships" xmlns:p="http://schemas.openxmlformats.org/presentationml/2006/main">
  <p:tag name="PA" val="v5.1.2"/>
</p:tagLst>
</file>

<file path=ppt/tags/tag8.xml><?xml version="1.0" encoding="utf-8"?>
<p:tagLst xmlns:a="http://schemas.openxmlformats.org/drawingml/2006/main" xmlns:r="http://schemas.openxmlformats.org/officeDocument/2006/relationships" xmlns:p="http://schemas.openxmlformats.org/presentationml/2006/main">
  <p:tag name="PA" val="v5.1.2"/>
</p:tagLst>
</file>

<file path=ppt/tags/tag9.xml><?xml version="1.0" encoding="utf-8"?>
<p:tagLst xmlns:a="http://schemas.openxmlformats.org/drawingml/2006/main" xmlns:r="http://schemas.openxmlformats.org/officeDocument/2006/relationships" xmlns:p="http://schemas.openxmlformats.org/presentationml/2006/main">
  <p:tag name="PA" val="v5.1.2"/>
</p:tagLst>
</file>

<file path=ppt/tags/tag10.xml><?xml version="1.0" encoding="utf-8"?>
<p:tagLst xmlns:a="http://schemas.openxmlformats.org/drawingml/2006/main" xmlns:r="http://schemas.openxmlformats.org/officeDocument/2006/relationships" xmlns:p="http://schemas.openxmlformats.org/presentationml/2006/main">
  <p:tag name="PA" val="v5.1.2"/>
</p:tagLst>
</file>

<file path=ppt/tags/tag11.xml><?xml version="1.0" encoding="utf-8"?>
<p:tagLst xmlns:a="http://schemas.openxmlformats.org/drawingml/2006/main" xmlns:r="http://schemas.openxmlformats.org/officeDocument/2006/relationships" xmlns:p="http://schemas.openxmlformats.org/presentationml/2006/main">
  <p:tag name="PA" val="v5.1.2"/>
</p:tagLst>
</file>

<file path=ppt/tags/tag12.xml><?xml version="1.0" encoding="utf-8"?>
<p:tagLst xmlns:a="http://schemas.openxmlformats.org/drawingml/2006/main" xmlns:r="http://schemas.openxmlformats.org/officeDocument/2006/relationships" xmlns:p="http://schemas.openxmlformats.org/presentationml/2006/main">
  <p:tag name="PA" val="v5.1.2"/>
</p:tagLst>
</file>

<file path=ppt/tags/tag13.xml><?xml version="1.0" encoding="utf-8"?>
<p:tagLst xmlns:a="http://schemas.openxmlformats.org/drawingml/2006/main" xmlns:r="http://schemas.openxmlformats.org/officeDocument/2006/relationships" xmlns:p="http://schemas.openxmlformats.org/presentationml/2006/main">
  <p:tag name="PA" val="v5.1.2"/>
</p:tagLst>
</file>

<file path=ppt/tags/tag14.xml><?xml version="1.0" encoding="utf-8"?>
<p:tagLst xmlns:a="http://schemas.openxmlformats.org/drawingml/2006/main" xmlns:r="http://schemas.openxmlformats.org/officeDocument/2006/relationships" xmlns:p="http://schemas.openxmlformats.org/presentationml/2006/main">
  <p:tag name="PA" val="v5.1.2"/>
</p:tagLst>
</file>

<file path=ppt/tags/tag15.xml><?xml version="1.0" encoding="utf-8"?>
<p:tagLst xmlns:a="http://schemas.openxmlformats.org/drawingml/2006/main" xmlns:r="http://schemas.openxmlformats.org/officeDocument/2006/relationships" xmlns:p="http://schemas.openxmlformats.org/presentationml/2006/main">
  <p:tag name="PA" val="v5.1.2"/>
</p:tagLst>
</file>

<file path=ppt/tags/tag16.xml><?xml version="1.0" encoding="utf-8"?>
<p:tagLst xmlns:a="http://schemas.openxmlformats.org/drawingml/2006/main" xmlns:r="http://schemas.openxmlformats.org/officeDocument/2006/relationships" xmlns:p="http://schemas.openxmlformats.org/presentationml/2006/main">
  <p:tag name="PA" val="v5.1.2"/>
</p:tagLst>
</file>

<file path=ppt/tags/tag17.xml><?xml version="1.0" encoding="utf-8"?>
<p:tagLst xmlns:a="http://schemas.openxmlformats.org/drawingml/2006/main" xmlns:r="http://schemas.openxmlformats.org/officeDocument/2006/relationships" xmlns:p="http://schemas.openxmlformats.org/presentationml/2006/main">
  <p:tag name="PA" val="v5.1.2"/>
</p:tagLst>
</file>

<file path=ppt/tags/tag18.xml><?xml version="1.0" encoding="utf-8"?>
<p:tagLst xmlns:a="http://schemas.openxmlformats.org/drawingml/2006/main" xmlns:r="http://schemas.openxmlformats.org/officeDocument/2006/relationships" xmlns:p="http://schemas.openxmlformats.org/presentationml/2006/main">
  <p:tag name="PA" val="v5.1.2"/>
</p:tagLst>
</file>

<file path=ppt/tags/tag19.xml><?xml version="1.0" encoding="utf-8"?>
<p:tagLst xmlns:a="http://schemas.openxmlformats.org/drawingml/2006/main" xmlns:r="http://schemas.openxmlformats.org/officeDocument/2006/relationships" xmlns:p="http://schemas.openxmlformats.org/presentationml/2006/main">
  <p:tag name="PA" val="v5.1.2"/>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8.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29.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30.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ags/tag31.xml><?xml version="1.0" encoding="utf-8"?>
<p:tagLst xmlns:a="http://schemas.openxmlformats.org/drawingml/2006/main" xmlns:r="http://schemas.openxmlformats.org/officeDocument/2006/relationships" xmlns:p="http://schemas.openxmlformats.org/presentationml/2006/main">
  <p:tag name="KSO_WM_DIAGRAM_VIRTUALLY_FRAME" val="{&quot;height&quot;:425.0812598425197,&quot;left&quot;:459.1126771653543,&quot;top&quot;:67.49338582677166,&quot;width&quot;:411.6979527559056}"/>
</p:tagLst>
</file>

<file path=ppt/theme/theme1.xml><?xml version="1.0" encoding="utf-8"?>
<a:theme xmlns:a="http://schemas.openxmlformats.org/drawingml/2006/main" name="Office 主题​​">
  <a:themeElements>
    <a:clrScheme name="自定义 3">
      <a:dk1>
        <a:sysClr val="windowText" lastClr="000000"/>
      </a:dk1>
      <a:lt1>
        <a:sysClr val="window" lastClr="FFFFFF"/>
      </a:lt1>
      <a:dk2>
        <a:srgbClr val="003399"/>
      </a:dk2>
      <a:lt2>
        <a:srgbClr val="FFFFFF"/>
      </a:lt2>
      <a:accent1>
        <a:srgbClr val="003399"/>
      </a:accent1>
      <a:accent2>
        <a:srgbClr val="3F3F3F"/>
      </a:accent2>
      <a:accent3>
        <a:srgbClr val="A2A2A2"/>
      </a:accent3>
      <a:accent4>
        <a:srgbClr val="A13F0B"/>
      </a:accent4>
      <a:accent5>
        <a:srgbClr val="4EB3CF"/>
      </a:accent5>
      <a:accent6>
        <a:srgbClr val="51C3F9"/>
      </a:accent6>
      <a:hlink>
        <a:srgbClr val="EE7B08"/>
      </a:hlink>
      <a:folHlink>
        <a:srgbClr val="977B2D"/>
      </a:folHlink>
    </a:clrScheme>
    <a:fontScheme name="自定义 1">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自定义 3">
      <a:dk1>
        <a:sysClr val="windowText" lastClr="000000"/>
      </a:dk1>
      <a:lt1>
        <a:sysClr val="window" lastClr="FFFFFF"/>
      </a:lt1>
      <a:dk2>
        <a:srgbClr val="003399"/>
      </a:dk2>
      <a:lt2>
        <a:srgbClr val="FFFFFF"/>
      </a:lt2>
      <a:accent1>
        <a:srgbClr val="003399"/>
      </a:accent1>
      <a:accent2>
        <a:srgbClr val="3F3F3F"/>
      </a:accent2>
      <a:accent3>
        <a:srgbClr val="A2A2A2"/>
      </a:accent3>
      <a:accent4>
        <a:srgbClr val="A13F0B"/>
      </a:accent4>
      <a:accent5>
        <a:srgbClr val="4EB3CF"/>
      </a:accent5>
      <a:accent6>
        <a:srgbClr val="51C3F9"/>
      </a:accent6>
      <a:hlink>
        <a:srgbClr val="EE7B08"/>
      </a:hlink>
      <a:folHlink>
        <a:srgbClr val="977B2D"/>
      </a:folHlink>
    </a:clrScheme>
    <a:fontScheme name="自定义 1">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1298</TotalTime>
  <Words>3775</Words>
  <Application>Microsoft Office PowerPoint</Application>
  <PresentationFormat>宽屏</PresentationFormat>
  <Paragraphs>259</Paragraphs>
  <Slides>15</Slides>
  <Notes>15</Notes>
  <HiddenSlides>0</HiddenSlides>
  <MMClips>0</MMClips>
  <ScaleCrop>false</ScaleCrop>
  <HeadingPairs>
    <vt:vector size="6" baseType="variant">
      <vt:variant>
        <vt:lpstr>已用的字体</vt:lpstr>
      </vt:variant>
      <vt:variant>
        <vt:i4>6</vt:i4>
      </vt:variant>
      <vt:variant>
        <vt:lpstr>主题</vt:lpstr>
      </vt:variant>
      <vt:variant>
        <vt:i4>2</vt:i4>
      </vt:variant>
      <vt:variant>
        <vt:lpstr>幻灯片标题</vt:lpstr>
      </vt:variant>
      <vt:variant>
        <vt:i4>15</vt:i4>
      </vt:variant>
    </vt:vector>
  </HeadingPairs>
  <TitlesOfParts>
    <vt:vector size="23" baseType="lpstr">
      <vt:lpstr>Microsoft YaHei</vt:lpstr>
      <vt:lpstr>Microsoft YaHei</vt:lpstr>
      <vt:lpstr>微软雅黑 Light</vt:lpstr>
      <vt:lpstr>Arial</vt:lpstr>
      <vt:lpstr>Calibri</vt:lpstr>
      <vt:lpstr>Century Gothic</vt:lpstr>
      <vt:lpstr>Office 主题​​</vt:lpstr>
      <vt:lpstr>1_Office 主题​​</vt:lpstr>
      <vt:lpstr>PowerPoint 演示文稿</vt:lpstr>
      <vt:lpstr>主要内容</vt:lpstr>
      <vt:lpstr>研究问题、方法与目标</vt:lpstr>
      <vt:lpstr>网络拓扑与协同架构</vt:lpstr>
      <vt:lpstr>代码调用与数据流</vt:lpstr>
      <vt:lpstr>参考信号观测与信道估计</vt:lpstr>
      <vt:lpstr>资源变量与方法分工</vt:lpstr>
      <vt:lpstr>下行通信与评价</vt:lpstr>
      <vt:lpstr>WMMSE–ADMM 嵌套求解</vt:lpstr>
      <vt:lpstr>ADMM 功率约束与停止</vt:lpstr>
      <vt:lpstr>现有统计误差机制</vt:lpstr>
      <vt:lpstr>核心变量</vt:lpstr>
      <vt:lpstr>新版方案：测量可靠性驱动协同</vt:lpstr>
      <vt:lpstr>新版方案的优化变量与约束</vt:lpstr>
      <vt:lpstr>新版求解流程与实现边界</vt:lpstr>
    </vt:vector>
  </TitlesOfParts>
  <Company>Guilddesign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Template</dc:title>
  <dc:creator>Sung Ha, Park</dc:creator>
  <cp:lastModifiedBy>亚萍 宋</cp:lastModifiedBy>
  <cp:revision>7</cp:revision>
  <cp:lastPrinted>2025-12-14T09:05:23Z</cp:lastPrinted>
  <dcterms:created xsi:type="dcterms:W3CDTF">2025-12-14T09:05:23Z</dcterms:created>
  <dcterms:modified xsi:type="dcterms:W3CDTF">2026-10-21T06:55:01Z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5F83327A812F4435B25E525EBED23916_13</vt:lpwstr>
  </property>
  <property fmtid="{D5CDD505-2E9C-101B-9397-08002B2CF9AE}" pid="3" name="KSOProductBuildVer">
    <vt:lpwstr>2052-12.9.0.24013</vt:lpwstr>
  </property>
</Properties>
</file>