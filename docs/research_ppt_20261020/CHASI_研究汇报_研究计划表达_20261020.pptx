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theme/theme2.xml" ContentType="application/vnd.openxmlformats-officedocument.theme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99" r:id="rId2"/>
  </p:sldMasterIdLst>
  <p:notesMasterIdLst>
    <p:notesMasterId r:id="rId18"/>
  </p:notesMasterIdLst>
  <p:handoutMasterIdLst>
    <p:handoutMasterId r:id="rId19"/>
  </p:handoutMasterIdLst>
  <p:sldIdLst>
    <p:sldId id="2531" r:id="rId3"/>
    <p:sldId id="5977" r:id="rId4"/>
    <p:sldId id="5978" r:id="rId5"/>
    <p:sldId id="5979" r:id="rId6"/>
    <p:sldId id="5980" r:id="rId7"/>
    <p:sldId id="5981" r:id="rId8"/>
    <p:sldId id="5982" r:id="rId9"/>
    <p:sldId id="5983" r:id="rId10"/>
    <p:sldId id="5984" r:id="rId11"/>
    <p:sldId id="5992" r:id="rId26"/>
    <p:sldId id="5985" r:id="rId12"/>
    <p:sldId id="5986" r:id="rId13"/>
    <p:sldId id="5987" r:id="rId14"/>
    <p:sldId id="5989" r:id="rId15"/>
    <p:sldId id="5990" r:id="rId16"/>
    <p:sldId id="5991" r:id="rId17"/>
  </p:sldIdLst>
  <p:sldSz cx="12192000" cy="6858000"/>
  <p:notesSz cx="7099300" cy="10234613"/>
  <p:custDataLst>
    <p:tags r:id="rId20"/>
  </p:custDataLst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panose="020B0604020202020204" pitchFamily="34" charset="0"/>
        <a:ea typeface="宋体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pos="392" userDrawn="1">
          <p15:clr>
            <a:srgbClr val="A4A3A4"/>
          </p15:clr>
        </p15:guide>
        <p15:guide id="2" pos="7256" userDrawn="1">
          <p15:clr>
            <a:srgbClr val="A4A3A4"/>
          </p15:clr>
        </p15:guide>
        <p15:guide id="3" orient="horz" pos="576" userDrawn="1">
          <p15:clr>
            <a:srgbClr val="A4A3A4"/>
          </p15:clr>
        </p15:guide>
        <p15:guide id="4" orient="horz" pos="3998" userDrawn="1">
          <p15:clr>
            <a:srgbClr val="A4A3A4"/>
          </p15:clr>
        </p15:guide>
        <p15:guide id="5" orient="horz" pos="380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452">
          <p15:clr>
            <a:srgbClr val="A4A3A4"/>
          </p15:clr>
        </p15:guide>
        <p15:guide id="2" pos="2183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Windows 用户" initials="W用" lastIdx="4" clrIdx="0"/>
  <p:cmAuthor id="2" name="lj" initials="l" lastIdx="1" clrIdx="1"/>
  <p:cmAuthor id="3" name="Jason Zhang" initials="JZ" lastIdx="12" clrIdx="2"/>
  <p:cmAuthor id="4" name="可爱的小马驹ヾ" initials="可" lastIdx="1" clrIdx="3"/>
  <p:cmAuthor id="5" name="Tyselina Zheng" initials="TZ" lastIdx="2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F528F"/>
    <a:srgbClr val="CBCDDE"/>
    <a:srgbClr val="002B84"/>
    <a:srgbClr val="95D1E2"/>
    <a:srgbClr val="E7E8EF"/>
    <a:srgbClr val="E6E6E6"/>
    <a:srgbClr val="003399"/>
    <a:srgbClr val="C00000"/>
    <a:srgbClr val="DCF0F5"/>
    <a:srgbClr val="FBD4C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82" autoAdjust="0"/>
    <p:restoredTop sz="96238" autoAdjust="0"/>
  </p:normalViewPr>
  <p:slideViewPr>
    <p:cSldViewPr showGuides="1">
      <p:cViewPr varScale="1">
        <p:scale>
          <a:sx n="82" d="100"/>
          <a:sy n="82" d="100"/>
        </p:scale>
        <p:origin x="773" y="72"/>
      </p:cViewPr>
      <p:guideLst>
        <p:guide pos="392"/>
        <p:guide pos="7256"/>
        <p:guide orient="horz" pos="576"/>
        <p:guide orient="horz" pos="3998"/>
        <p:guide orient="horz" pos="3800"/>
      </p:guideLst>
    </p:cSldViewPr>
  </p:slid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1186"/>
    </p:cViewPr>
  </p:sorterViewPr>
  <p:notesViewPr>
    <p:cSldViewPr>
      <p:cViewPr varScale="1">
        <p:scale>
          <a:sx n="30" d="100"/>
          <a:sy n="30" d="100"/>
        </p:scale>
        <p:origin x="-2261" y="-67"/>
      </p:cViewPr>
      <p:guideLst>
        <p:guide orient="horz" pos="3452"/>
        <p:guide pos="2183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1" Type="http://schemas.openxmlformats.org/officeDocument/2006/relationships/commentAuthors" Target="commentAuthor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tags" Target="tags/tag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handoutMaster" Target="handoutMasters/handout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presProps" Target="presProps.xml"/><Relationship Id="rId26" Type="http://schemas.openxmlformats.org/officeDocument/2006/relationships/slide" Target="slides/slide16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3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1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4263" tIns="47133" rIns="94263" bIns="47133" numCol="1" anchor="t" anchorCtr="0" compatLnSpc="1"/>
          <a:lstStyle>
            <a:lvl1pPr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5235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1139" y="1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4263" tIns="47133" rIns="94263" bIns="47133" numCol="1" anchor="t" anchorCtr="0" compatLnSpc="1"/>
          <a:lstStyle>
            <a:lvl1pPr algn="r"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5236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4263" tIns="47133" rIns="94263" bIns="47133" numCol="1" anchor="b" anchorCtr="0" compatLnSpc="1"/>
          <a:lstStyle>
            <a:lvl1pPr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95237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1139" y="9721850"/>
            <a:ext cx="3076575" cy="51117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4263" tIns="47133" rIns="94263" bIns="47133" numCol="1" anchor="b" anchorCtr="0" compatLnSpc="1"/>
          <a:lstStyle>
            <a:lvl1pPr algn="r" eaLnBrk="1" hangingPunct="1">
              <a:defRPr sz="1200">
                <a:latin typeface="Arial" panose="020B0604020202020204" pitchFamily="34" charset="0"/>
                <a:ea typeface="宋体" pitchFamily="2" charset="-122"/>
              </a:defRPr>
            </a:lvl1pPr>
          </a:lstStyle>
          <a:p>
            <a:pPr>
              <a:defRPr/>
            </a:pPr>
            <a:fld id="{FEB6453C-91E2-453A-8CFB-E8A5E658B759}" type="slidenum">
              <a:rPr lang="en-US" altLang="zh-CN"/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6575" cy="511175"/>
          </a:xfrm>
          <a:prstGeom prst="rect">
            <a:avLst/>
          </a:prstGeom>
        </p:spPr>
        <p:txBody>
          <a:bodyPr vert="horz" lIns="94263" tIns="47133" rIns="94263" bIns="47133" rtlCol="0"/>
          <a:lstStyle>
            <a:lvl1pPr algn="l"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1139" y="1"/>
            <a:ext cx="3076575" cy="511175"/>
          </a:xfrm>
          <a:prstGeom prst="rect">
            <a:avLst/>
          </a:prstGeom>
        </p:spPr>
        <p:txBody>
          <a:bodyPr vert="horz" lIns="94263" tIns="47133" rIns="94263" bIns="47133" rtlCol="0"/>
          <a:lstStyle>
            <a:lvl1pPr algn="r"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fld id="{F6709892-4A62-41CA-BB2D-19E92E32BA1A}" type="datetimeFigureOut">
              <a:rPr lang="zh-CN" altLang="en-US"/>
              <a:t>2026/10/20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9700" y="768350"/>
            <a:ext cx="6819900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263" tIns="47133" rIns="94263" bIns="47133" rtlCol="0" anchor="ctr"/>
          <a:lstStyle/>
          <a:p>
            <a:pPr lvl="0"/>
            <a:endParaRPr lang="zh-CN" altLang="en-US" noProof="0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09613" y="4859338"/>
            <a:ext cx="5680075" cy="4606925"/>
          </a:xfrm>
          <a:prstGeom prst="rect">
            <a:avLst/>
          </a:prstGeom>
        </p:spPr>
        <p:txBody>
          <a:bodyPr vert="horz" lIns="94263" tIns="47133" rIns="94263" bIns="47133" rtlCol="0">
            <a:normAutofit/>
          </a:bodyPr>
          <a:lstStyle/>
          <a:p>
            <a:pPr lvl="0"/>
            <a:r>
              <a:rPr lang="zh-CN" altLang="en-US" noProof="0"/>
              <a:t>单击此处编辑母版文本样式</a:t>
            </a:r>
          </a:p>
          <a:p>
            <a:pPr lvl="1"/>
            <a:r>
              <a:rPr lang="zh-CN" altLang="en-US" noProof="0"/>
              <a:t>第二级</a:t>
            </a:r>
          </a:p>
          <a:p>
            <a:pPr lvl="2"/>
            <a:r>
              <a:rPr lang="zh-CN" altLang="en-US" noProof="0"/>
              <a:t>第三级</a:t>
            </a:r>
          </a:p>
          <a:p>
            <a:pPr lvl="3"/>
            <a:r>
              <a:rPr lang="zh-CN" altLang="en-US" noProof="0"/>
              <a:t>第四级</a:t>
            </a:r>
          </a:p>
          <a:p>
            <a:pPr lvl="4"/>
            <a:r>
              <a:rPr lang="zh-CN" altLang="en-US" noProof="0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4263" tIns="47133" rIns="94263" bIns="47133" rtlCol="0" anchor="b"/>
          <a:lstStyle>
            <a:lvl1pPr algn="l" eaLnBrk="1" hangingPunct="1">
              <a:defRPr sz="1200">
                <a:latin typeface="Arial" panose="020B0604020202020204" pitchFamily="34" charset="0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1139" y="9721850"/>
            <a:ext cx="3076575" cy="511175"/>
          </a:xfrm>
          <a:prstGeom prst="rect">
            <a:avLst/>
          </a:prstGeom>
        </p:spPr>
        <p:txBody>
          <a:bodyPr vert="horz" wrap="square" lIns="94263" tIns="47133" rIns="94263" bIns="47133" numCol="1" anchor="b" anchorCtr="0" compatLnSpc="1"/>
          <a:lstStyle>
            <a:lvl1pPr algn="r" eaLnBrk="1" hangingPunct="1">
              <a:defRPr sz="1200">
                <a:latin typeface="Arial" panose="020B0604020202020204" pitchFamily="34" charset="0"/>
                <a:ea typeface="宋体" pitchFamily="2" charset="-122"/>
              </a:defRPr>
            </a:lvl1pPr>
          </a:lstStyle>
          <a:p>
            <a:pPr>
              <a:defRPr/>
            </a:pPr>
            <a:fld id="{20B90B85-D45D-43B0-886B-48C061D8B8B2}" type="slidenum">
              <a:rPr lang="zh-CN" altLang="en-US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173038" y="796925"/>
            <a:ext cx="7069137" cy="3976688"/>
          </a:xfrm>
        </p:spPr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 err="1"/>
              <a:t>研究对象：茶思任务中的非理想SRS</a:t>
            </a:r>
            <a:r>
              <a:rPr dirty="0"/>
              <a:t>/</a:t>
            </a:r>
            <a:r>
              <a:rPr dirty="0" err="1"/>
              <a:t>CSI与用户中心多TRP协同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讲解从茶思原始难题开始：非理想</a:t>
            </a:r>
            <a:r>
              <a:rPr dirty="0"/>
              <a:t> SRS/CSI </a:t>
            </a:r>
            <a:r>
              <a:rPr dirty="0" err="1"/>
              <a:t>下，多</a:t>
            </a:r>
            <a:r>
              <a:rPr dirty="0"/>
              <a:t> TRP </a:t>
            </a:r>
            <a:r>
              <a:rPr dirty="0" err="1"/>
              <a:t>协同需要兼顾边缘体验、跨资源功率与规模。标题中的“优化研究”对应当前已实现的矩阵</a:t>
            </a:r>
            <a:r>
              <a:rPr dirty="0"/>
              <a:t> WMMSE </a:t>
            </a:r>
            <a:r>
              <a:rPr dirty="0" err="1"/>
              <a:t>与集中式</a:t>
            </a:r>
            <a:r>
              <a:rPr dirty="0"/>
              <a:t> ADMM，也包含尚未完成的鲁棒扩展；不要把本汇报说成完整验收。下一页给出四段阅读顺序。追问：成果是否已达标？目前只能说同输入数值对拍和功率可行有记录，正式规模收敛及新版效果未证实。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dirty="0"/>
              <a:t>本页给出四段讲述顺序。第一部分界定困难、目标与物理网络；第二部分沿通信变量讲建模与当前求解；第三部分说明非均匀误差和现有证据；第四部分</a:t>
            </a:r>
            <a:r>
              <a:rPr lang="zh-CN" altLang="en-US" dirty="0"/>
              <a:t>单列</a:t>
            </a:r>
            <a:r>
              <a:rPr dirty="0"/>
              <a:t>202610版系统方案。每段均区分原始任务、当前实现、已验证结果与研究设想。</a:t>
            </a:r>
          </a:p>
          <a:p>
            <a:endParaRPr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CD7A2CCA-E5D5-4859-8035-B358016F08F8}" type="slidenum">
              <a:rPr kumimoji="0" lang="zh-CN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rPr>
              <a:t>2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 panose="020B0503020204020204" pitchFamily="34" charset="-122"/>
              <a:ea typeface="微软雅黑" panose="020B0503020204020204" pitchFamily="34" charset="-122"/>
              <a:cs typeface="+mn-cs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/>
              <a:t>本页回答“</a:t>
            </a:r>
            <a:r>
              <a:rPr dirty="0" err="1"/>
              <a:t>困难为什么需要这些方法</a:t>
            </a:r>
            <a:r>
              <a:rPr dirty="0"/>
              <a:t>”。</a:t>
            </a:r>
            <a:r>
              <a:rPr dirty="0" err="1"/>
              <a:t>按每行从左到右读：不同</a:t>
            </a:r>
            <a:r>
              <a:rPr dirty="0"/>
              <a:t> UE–TRP </a:t>
            </a:r>
            <a:r>
              <a:rPr dirty="0" err="1"/>
              <a:t>的测量质量导致条件误差不同，当前用链路统计</a:t>
            </a:r>
            <a:r>
              <a:rPr dirty="0"/>
              <a:t> C </a:t>
            </a:r>
            <a:r>
              <a:rPr dirty="0" err="1"/>
              <a:t>进入接收与预编码；边缘</a:t>
            </a:r>
            <a:r>
              <a:rPr dirty="0"/>
              <a:t> UE </a:t>
            </a:r>
            <a:r>
              <a:rPr dirty="0" err="1"/>
              <a:t>协同受有用信号和干扰共同影响，用用户中心服务和</a:t>
            </a:r>
            <a:r>
              <a:rPr dirty="0"/>
              <a:t> WMMSE 更新；273 RB </a:t>
            </a:r>
            <a:r>
              <a:rPr dirty="0" err="1"/>
              <a:t>使各资源组共享</a:t>
            </a:r>
            <a:r>
              <a:rPr dirty="0"/>
              <a:t> TRP </a:t>
            </a:r>
            <a:r>
              <a:rPr dirty="0" err="1"/>
              <a:t>功率预算，当前集中式</a:t>
            </a:r>
            <a:r>
              <a:rPr dirty="0"/>
              <a:t> ADMM </a:t>
            </a:r>
            <a:r>
              <a:rPr dirty="0" err="1"/>
              <a:t>做联合投影。右侧列的是应检验的量，不是已经达成的效果。当前尚未实现椭球最坏情况或</a:t>
            </a:r>
            <a:r>
              <a:rPr dirty="0"/>
              <a:t> TRP </a:t>
            </a:r>
            <a:r>
              <a:rPr dirty="0" err="1"/>
              <a:t>本地分布式。第</a:t>
            </a:r>
            <a:r>
              <a:rPr dirty="0"/>
              <a:t> 4 </a:t>
            </a:r>
            <a:r>
              <a:rPr dirty="0" err="1"/>
              <a:t>页转到真实七站拓扑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回答：七站三扇区、UE</a:t>
            </a:r>
            <a:r>
              <a:rPr dirty="0"/>
              <a:t> </a:t>
            </a:r>
            <a:r>
              <a:rPr dirty="0" err="1"/>
              <a:t>空间分布、服务关系和</a:t>
            </a:r>
            <a:r>
              <a:rPr dirty="0"/>
              <a:t> CPU </a:t>
            </a:r>
            <a:r>
              <a:rPr dirty="0" err="1"/>
              <a:t>分工。左图是</a:t>
            </a:r>
            <a:r>
              <a:rPr dirty="0"/>
              <a:t> MATLAB 输出的真实坐标；全部210个 UE </a:t>
            </a:r>
            <a:r>
              <a:rPr dirty="0" err="1"/>
              <a:t>均为独立散点，未重复画点。MATLAB</a:t>
            </a:r>
            <a:r>
              <a:rPr dirty="0"/>
              <a:t> lines(7)</a:t>
            </a:r>
            <a:r>
              <a:rPr dirty="0" err="1"/>
              <a:t>颜色按</a:t>
            </a:r>
            <a:r>
              <a:rPr dirty="0"/>
              <a:t> home </a:t>
            </a:r>
            <a:r>
              <a:rPr dirty="0" err="1"/>
              <a:t>所在站</a:t>
            </a:r>
            <a:r>
              <a:rPr dirty="0"/>
              <a:t> S1–S7：S1蓝、S2橙、S3黄、S4紫、S5绿、S6青、S7洋红/</a:t>
            </a:r>
            <a:r>
              <a:rPr dirty="0" err="1"/>
              <a:t>暗红。颜色不是调度或完整服务集合。右图</a:t>
            </a:r>
            <a:r>
              <a:rPr dirty="0"/>
              <a:t> UE7 的 home=T01，服务集合 T01/T02；两TRP共址，服务连线可能重合。CPU 为逻辑协调节点，不是实际部署坐标。原材料规定每小区10–20 UE、小区内均匀分布；当前10 UE/小区，总210。chasi_geometry_from_samples.m </a:t>
            </a:r>
            <a:r>
              <a:rPr dirty="0" err="1"/>
              <a:t>以中心</a:t>
            </a:r>
            <a:r>
              <a:rPr dirty="0"/>
              <a:t>(450,450)m、外围6站距中心300m生成；每站三个 TRP </a:t>
            </a:r>
            <a:r>
              <a:rPr dirty="0" err="1"/>
              <a:t>共址；UE</a:t>
            </a:r>
            <a:r>
              <a:rPr dirty="0"/>
              <a:t> 在每扇区25–150m环扇区，以 θ=</a:t>
            </a:r>
            <a:r>
              <a:rPr dirty="0" err="1"/>
              <a:t>φ_l</a:t>
            </a:r>
            <a:r>
              <a:rPr dirty="0"/>
              <a:t>+(v−1/2)2π/3 与 r=sqrt(rmin²+u(rmax²−rmin²))采样，因此面积均匀。25–150m边界是项目假设。home </a:t>
            </a:r>
            <a:r>
              <a:rPr dirty="0" err="1"/>
              <a:t>为生成扇区，服务集合为</a:t>
            </a:r>
            <a:r>
              <a:rPr dirty="0"/>
              <a:t> home </a:t>
            </a:r>
            <a:r>
              <a:rPr dirty="0" err="1"/>
              <a:t>加最近活动</a:t>
            </a:r>
            <a:r>
              <a:rPr dirty="0"/>
              <a:t> TRP，当前上限2。扇形不是无干扰硬覆盖。下一页沿变量看执行链。追问：紫色点是什么？是初始归属 S4 </a:t>
            </a:r>
            <a:r>
              <a:rPr dirty="0" err="1"/>
              <a:t>的真实</a:t>
            </a:r>
            <a:r>
              <a:rPr dirty="0"/>
              <a:t> UE。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沿编号讲真实执行顺序。chasi_run.m 调 chasi_generate_scene.m → chasi_generate_traffic.m → chasi_matrix_wmmse.m → chasi_evaluate.m，当前是原生 MATLAB 求解，不再经旧 Python 桥接。Htrue 参与仿真测量生成及最后评价；非理想优化输入 Ĥ、C。b/χ/r/ν 为规则生成，w 为求解量。历史 GA/PSO 与正式链未接通。db9d7e3。</a:t>
            </a:r>
          </a:p>
          <a:p>
            <a:endParaRPr/>
          </a:p>
          <a:p>
            <a:r>
              <a:t>按左到右读真实执行链：几何与业务生成真信道 Htrue；等效 CSI-RS/SRS 质量形成估计 Hhat 和条件误差 C；关联 b、调度 χ、流数 r 和资源权重 ν 由规则固定；矩阵 WMMSE–ADMM 优化含幅度的 w；同一 w 放到 Htrue 上计算速率、体验代理和空口功率。真信道用于仿真生成与最后评价，非理想分支求解使用 Hhat、C。历史搜索链没有调用该正式求解器。下一页拆开测量主体。老师若问“是否已真实协议实现”，回答这是等效测量和集中仿真。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本页按三阶段讲：真实下行信道 Htrue → 参考信号观测 → 后验估计 Hhat 与误差协方差 C。k 为 UE，l 为 TRP，g 为资源组。Htrue 和 Hhat 均为 4×64：4 个 UE 下行接收维度，64 个 TRP 下行发射端口。物理方向是 UE 发上行 SRS、TRP 接收；TRP 发下行 CSI-RS、UE 观测。图中两个 Y 公式是当前代码的等效观测模型，不是参考信号波形或空口收发链。</a:t>
            </a:r>
          </a:p>
          <a:p>
            <a:r>
              <a:t>默认 awgn_independent 模式先计算链路增益 β 和接收相关矩阵 Rrx，设先验 P0=βRrx（4×4）。仿真先生成 Htrue=sqrt(β) chol(Rrx) Ξ，再生成 CSI-RS 等效观测 Yc=Htrue+Nc，其中 Nc 为 4×64 独立复高斯噪声。对已被当前 SRS 跳频测到的资源组，令 S 为 2×4 行选择矩阵，默认选择第 1、2 个接收行；Ys=S Htrue+Ns，其中 Ns 为 2×64 独立复高斯噪声。未测到的组没有 SRS 更新项。</a:t>
            </a:r>
          </a:p>
          <a:p>
            <a:r>
              <a:t>噪声方差把测量质量和年龄合在一起：nc=β·10^(−γc,dB/10)·exp(2ac/Tc)，ns=β·10^(−γs,dB/10)·exp(2as/Tc)。γc,dB 对应 CSI-RS 配置，γs,dB 对应 SRS 导频配置；ac、as 是各自观测年龄，Tc 是相干时间。观测越旧或标称 SNR 越低，噪声方差越大，后验对该观测赋予的精度越小。这里的噪声是归一化复高斯等效噪声，不是实际波形样本。</a:t>
            </a:r>
          </a:p>
          <a:p>
            <a:r>
              <a:t>默认独立观测分支的后验精度 A=P0^−1+I4/nc+SᴴS/ns，信息项 B=Yc/nc+SᴴYs/ns；输出 C=A^−1，Hhat=C B。未测 SRS 时删去两个含 ns 的项。C 是每个 64 维发射列所共享的 4×4 接收侧条件误差协方差；列间按模型独立，因此按列向量化后的完整 256×256 误差协方差为 I64⊗C。它不是 64×64 发射侧协方差。若切换到 pilot_reuse_gaussian 模式，SRS 更新改由复用相关观测实现，本页公式只对应当前默认模式。</a:t>
            </a:r>
          </a:p>
          <a:p>
            <a:r>
              <a:t>端口与互易性边界：配置给 UE 两个上行发射端口、四个下行接收端口。代码未构造独立的 64×2 上行传播矩阵，也未实施 TDD 射频校准或显式上行到下行矩阵变换；它直接把上行 SRS 抽象成同一 4×64 下行 Htrue 的第 1、2 接收行观测。因而这里隐含了这两个 SRS 端口与所选下行接收行可对应、传播可互易的理想化映射假设。不要把该等效构造解释为已验证的实际端口互易实现。</a:t>
            </a:r>
          </a:p>
          <a:p>
            <a:r>
              <a:t>源码依据：matlab/chasi/chasi_config.m 的默认 srsMode、srsRxRows、ueRxPorts、ueTxPorts；matlab/chasi/chasi_generate_scene.m 中真实信道、CSI-RS/SRS 等效观测及后验计算。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讲述衔接：上一页生成估计信道与误差协方差；本页固定一个资源组 g，省略 g，说明给定数据流和预编码后，一次多流下行传输在符号层怎样形成。s_j∈C^(r×1) 是 UE j 的 r 条复数据流，w_lj∈C^(64×r) 是 TRP l 对 UE j 的预编码块；服务掩码为零的链路 w_lj=0。x_l=Σ_j w_lj s_j∈C^(64×1)，第 m 个发射端口的叠加式为 x_l[m]=Σ_jΣ_(a=1)^r w_lj[m,a] s_j[a]。因此每个端口都可能叠加多个 UE 的多条流，并由复权重控制幅度和相位。</a:t>
            </a:r>
          </a:p>
          <a:p>
            <a:r>
              <a:t>Htrue_kl∈C^(4×64) 是 TRP l 到 UE k 的真实下行信道；y_k=Σ_l Htrue_kl x_l+n_k∈C^(4×1)，n_k∈C^(4×1)。令 G_kj=Σ_l Htrue_kl w_lj∈C^(4×r)，则完整展开为 y_k=G_kk s_k+Σ_(j≠k)G_kj s_j+n_k。第一项是 UE k 的有用信号，同资源组其他 UE 的数据形成干扰。A_k∈C^(4×r) 是接收合并矩阵，ŝ_k=A_k^H y_k∈C^(r×1)。跨 TRP 的同一 UE 流先进行复数相加，依赖模型中的理想相位同步与共享数据假设。这里展示的是符号级等效链，程序没有合成射频波形。</a:t>
            </a:r>
          </a:p>
          <a:p>
            <a:r>
              <a:t>变量表（本页与前页沿用）：k 为 UE，l 为 TRP，g 为资源组，j 为同组 UE；b_kg 是组调度布尔量，χ_lkg 是服务关联布尔量，r 是流数，ν_g 是资源组权重/占用 RB 比例。Htrue_klg∈C^(4×64) 是仿真真信道，Hhat_klg∈C^(4×64) 是估计信道，C_klg∈C^(4×4) 是接收侧条件误差协方差。w_ljg∈C^(64×r) 是本轮实际优化的复预编码；A_kg∈C^(4×r) 是 WMMSE 接收器，E_kg 与 Ω_kg 分别为 r×r 的 MSE 矩阵及逆 MSE 权重；P_l 是每 TRP 的跨组功率预算。</a:t>
            </a:r>
          </a:p>
          <a:p>
            <a:r>
              <a:t>原第 7 页慢层／快层说明移至此处：历史 GA/PSO 慢层候选搜索及其旧评价器是独立研究链，候选含 PF 指数、连接数、调度阈值、rank 门限和修复参数，尚未直接接入当前正式场景。当前正式快层由规则给定 b、χ、r、ν，以 Hhat、C 设计 w；矩阵 WMMSE 更新 A、E、Ω，集中式 ADMM 更新可行 w，并对每 TRP 的跨资源组加权总功率施加预算。慢层到正式快层的统一候选编码与评价接口仍是拟研究内容，不能把两条链画成已经联动。</a:t>
            </a:r>
          </a:p>
          <a:p>
            <a:r>
              <a:t>口径边界：此页的 A_k^H y_k 解释接收合并；优化器的 A_k 根据估计信道和误差统计求得。下一页最终物理速率在 Htrue 上用 log-det 协方差公式评价，并不显式生成每个符号的 ŝ_k。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衔接：上一页给出 x_l、y_k 和有用/干扰分解。这里固定求解得到的同一预编码 w，用仿真真实信道 Htrue 重算物理速率，不把真信道偷用于非理想分支的预编码求解。每资源组令 G_kjg=Σ_l Htrue_klg w_ljg（4×r），R_int,kg=I4+Σ_(j≠k)G_kjg G_kjg^H，R_all,kg=R_int,kg+G_kkg G_kkg^H。频谱效率 SE_kg=max{0,[ln det(R_all,kg)−ln det(R_int,kg)]/ln2}，单位 bit/s/Hz。程序用单位噪声归一化、同 UE 跨 TRP 的复数相干和，未在这里显式应用上一页的接收合并矩阵。</a:t>
            </a:r>
          </a:p>
          <a:p>
            <a:r>
              <a:t>设 ν_g=该组实际发射 RB 数/273，Δf 为子载波间隔（默认 30 kHz），Δt 为 TTI 时长（默认 1 ms）。静态每 TTI 容量代理 B_kg=SE_kg·(273ν_g)·12·Δf·Δt，单位 bit/TTI。程序同时把 Σ_gν_g SE_kg 作为每 UE 加权物理频谱效率；一个 RB 按 12 个子载波换算。该代理尚未扣除实际控制开销、编码效率或 HARQ。</a:t>
            </a:r>
          </a:p>
          <a:p>
            <a:r>
              <a:t>默认静态业务评价使用由突发业务生成的三个 UE×TTI 布尔掩码 busy、tail、terminal，并非显式队列交付。令 M_kt=busy_kt∧¬terminal_kt，D_kt=2/7 当 tail=true，否则为 1。代理比特量 V_k=Σ_g B_kg Σ_t M_kt D_kt；有效样本数 N_k=Σ_t M_kt（仅对已调度 UE）。体验 E_k=V_k/[N_k·Δt]/10^6，单位 Mbps。所有资源组在同一时间窗上按该掩码加权，因此 V_k 应称容量或交付代理，不能称真实队列出队量。</a:t>
            </a:r>
          </a:p>
          <a:p>
            <a:r>
              <a:t>默认统计窗口是半开区间 [0,T) TTI（默认 T=340）。每个突发的末 TTI 从有效样本排除；尾段有效 TTI 乘 2/7 需求系数。没有有效样本的 UE 的体验值记为 NaN，并单独报告人数；有效用户均值与低 5% 分位只使用有有效样本的集合，同时另报把无有效样本 UE 置零后的低 5% 指标。静态路径没有队列状态，也不结转未完成业务；若突发触及窗口终点，生成器把窗口末 TTI 标为 terminal 并排除。可选动态回放路径才有显式 queue、min(queue,capacity) 交付和未完成突发指标，不能混为本页默认结果。</a:t>
            </a:r>
          </a:p>
          <a:p>
            <a:r>
              <a:t>功率：p_lg=Σ_j||w_ljg||_F² 是 TRP l 在资源组 g 的预编码平方和，单位按模型归一化为 W。跨组共享预算所约束和报告的是 P_l^weighted=Σ_gν_g p_lg；程序还报告 TRP 加权功率均值、最大值和总辐射功率，不包括功放、基带及前传能耗。下一页从评价回到 w 的 WMMSE–ADMM 求解更新。源码依据：matlab/chasi/chasi_evaluate.m、chasi_traffic.m、chasi_generate_scene.m、chasi_matrix_wmmse.m。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本页固定资源组 g 的发送模型沿用前页：w_lkg 是 TRP l 到 UE k 在组 g 的 64×r 预编码块。b_kg 表示 UE k 是否在组 g 调度，χ_lkg 表示 TRP l 是否参与服务；代码以 servingMask 和该组用户列表只创建允许的块，其余块始终为零。当前默认 solver 为 matrix_statistical，使用估计信道 Hhat 与 4×4 估计误差协方差 C。真实信道 Htrue 只用于后续评价。</a:t>
            </a:r>
          </a:p>
          <a:p>
            <a:r>
              <a:t>目标函数：最大化 Σ_g ν_g Σ_{k∈K_g} R_est,kg(w)，R_est,kg(w)=−log₂det E_kg(w)，单位 bit/s/Hz。这里 E_kg 是在当前 w、Hhat、C 下的 MMSE 误差矩阵，已包含其他 UE 干扰与估计误差项。ν_g=该资源组传输 RB 数/总 RB 数，代码中总 RB 数为 273；因此加权求和依然按 bit/s/Hz 展示，不是 Mbps。默认总速率分支 η_kg=1，没有 PF floor。</a:t>
            </a:r>
          </a:p>
          <a:p>
            <a:r>
              <a:t>约束：对每个 TRP l，Σ_g ν_g Σ_k‖w_lkg‖_F²≤P_l。配置默认 P_l=20 W；此为跨资源组加权预算，并非逐组预算。若 b_kg=0 或 χ_lkg=0，则 w_lkg=0；这由服务掩码在初始化、ADMM 更新与投影中保持。</a:t>
            </a:r>
          </a:p>
          <a:p>
            <a:r>
              <a:t>可选的 matrix_pf_* 分支才采用平滑 PF：U(w)=Σ_{k∈已调度}ln(1+R_est,k(w)/R_floor)，R_est,k=Σ_gν_g R_est,kg；R_floor=0.01 bit/s/Hz。链式求导得 ∂U/∂R_est,k=1/(R_est,k+R_floor)，源码使用 1/max(R_est,k+R_floor,R_floor)，然后以已调度用户的权重中位数归一化作为 η；默认分支不执行这一项。</a:t>
            </a:r>
          </a:p>
          <a:p>
            <a:r>
              <a:t>本页优化的是估计信道下的总频谱效率。最终边缘体验评价重新使用 Htrue 求物理速率，乘有效时间与频谱资源换算为 bit/TTI、Mbps，并按业务样本统计低 5% 等指标；所以该目标只是预编码的代理目标，不等同于最终边缘体验指标。衔接：明确目标和约束后，下一页展示每一轮怎样由当前 w 构造 WMMSE 二次子问题，再用 ADMM 更新 w。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源码 chasi_matrix_wmmse.m ADMM 段。每组 x 的正规方程含 νg Qg + ρ/2 I，与增广目标定义一致。z 是跨全部资源组的联合投影，y 为缩放对偶。检查原始/对偶残差及 CG 精度，ρ 可自适应。返回功率可行的 z 供外层接受/回溯。当前正式规模未满足算法停止条件。db9d7e3。</a:t>
            </a:r>
          </a:p>
          <a:p>
            <a:endParaRPr/>
          </a:p>
          <a:p>
            <a:r>
              <a:t>本页放大 ADMM 的跨组功率约束和停止判断。固定接收器 A、MSE 权重 Ω 和用户权重 η 后，x 步用 CG 解二次线性系统；z 步对同一 TRP 在所有资源组的加权波束功率联合投影；缩放对偶 y 按 x−z 更新。原始残差、对偶残差、CG 线性求解误差及 WMMSE 外层停止是不同量。当前返回可行副本 z 可以使功率预算满足，但不能证明内层或外层已收敛。210/420 UE 保存运行虽数值对拍与功率可行，正式规模停止条件未通过。下一页看测量误差进入接收计算。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本页回答当前代码如何利用非理想</a:t>
            </a:r>
            <a:r>
              <a:rPr dirty="0"/>
              <a:t> </a:t>
            </a:r>
            <a:r>
              <a:rPr dirty="0" err="1"/>
              <a:t>CSI，并为后面的新版方案划清边界。沿箭头从</a:t>
            </a:r>
            <a:r>
              <a:rPr dirty="0"/>
              <a:t> SRS </a:t>
            </a:r>
            <a:r>
              <a:rPr dirty="0" err="1"/>
              <a:t>质量</a:t>
            </a:r>
            <a:r>
              <a:rPr dirty="0"/>
              <a:t>/</a:t>
            </a:r>
            <a:r>
              <a:rPr dirty="0" err="1"/>
              <a:t>年龄讲到接收侧</a:t>
            </a:r>
            <a:r>
              <a:rPr dirty="0"/>
              <a:t> 4×4 </a:t>
            </a:r>
            <a:r>
              <a:rPr dirty="0" err="1"/>
              <a:t>条件协方差</a:t>
            </a:r>
            <a:r>
              <a:rPr dirty="0"/>
              <a:t> </a:t>
            </a:r>
            <a:r>
              <a:rPr dirty="0" err="1"/>
              <a:t>C、Ryy</a:t>
            </a:r>
            <a:r>
              <a:rPr dirty="0"/>
              <a:t> </a:t>
            </a:r>
            <a:r>
              <a:rPr dirty="0" err="1"/>
              <a:t>中的误差项、再到固定接收器后的二次算子</a:t>
            </a:r>
            <a:r>
              <a:rPr dirty="0"/>
              <a:t> 𝒬(C) </a:t>
            </a:r>
            <a:r>
              <a:rPr dirty="0" err="1"/>
              <a:t>与预编码</a:t>
            </a:r>
            <a:r>
              <a:rPr dirty="0"/>
              <a:t> </a:t>
            </a:r>
            <a:r>
              <a:rPr dirty="0" err="1"/>
              <a:t>w。这里的</a:t>
            </a:r>
            <a:r>
              <a:rPr dirty="0"/>
              <a:t> 𝒬 </a:t>
            </a:r>
            <a:r>
              <a:rPr dirty="0" err="1"/>
              <a:t>是求解器的线性算子，不是新版方案的</a:t>
            </a:r>
            <a:r>
              <a:rPr dirty="0"/>
              <a:t> 64×64 </a:t>
            </a:r>
            <a:r>
              <a:rPr dirty="0" err="1"/>
              <a:t>椭球矩阵</a:t>
            </a:r>
            <a:r>
              <a:rPr dirty="0"/>
              <a:t> </a:t>
            </a:r>
            <a:r>
              <a:rPr dirty="0" err="1"/>
              <a:t>Q。当前</a:t>
            </a:r>
            <a:r>
              <a:rPr dirty="0"/>
              <a:t> </a:t>
            </a:r>
            <a:r>
              <a:rPr dirty="0" err="1"/>
              <a:t>awgn_independent</a:t>
            </a:r>
            <a:r>
              <a:rPr dirty="0"/>
              <a:t> </a:t>
            </a:r>
            <a:r>
              <a:rPr dirty="0" err="1"/>
              <a:t>分支把先验、CSI-RS、SRS</a:t>
            </a:r>
            <a:r>
              <a:rPr dirty="0"/>
              <a:t> </a:t>
            </a:r>
            <a:r>
              <a:rPr dirty="0" err="1"/>
              <a:t>的精度相加；pilot_reuse_gaussian</a:t>
            </a:r>
            <a:r>
              <a:rPr dirty="0"/>
              <a:t> </a:t>
            </a:r>
            <a:r>
              <a:rPr dirty="0" err="1"/>
              <a:t>有单独分支。C</a:t>
            </a:r>
            <a:r>
              <a:rPr dirty="0"/>
              <a:t> 只描述统计平均意义的扰动，不保证任何确定性椭球内的最坏速率。下一页是当前符号表，之后单列新方案。老师若问是否已做到鲁棒保底：回答是统计误差惩罚已进入计算，最坏情况约束与公平对照结果尚未建立。</a:t>
            </a:r>
          </a:p>
          <a:p>
            <a:endParaRPr dirty="0"/>
          </a:p>
          <a:p>
            <a:r>
              <a:rPr dirty="0" err="1"/>
              <a:t>研究表达补充：已有基础是每链路接收侧</a:t>
            </a:r>
            <a:r>
              <a:rPr dirty="0"/>
              <a:t> 4×4 </a:t>
            </a:r>
            <a:r>
              <a:rPr dirty="0" err="1"/>
              <a:t>条件协方差</a:t>
            </a:r>
            <a:r>
              <a:rPr dirty="0"/>
              <a:t> C </a:t>
            </a:r>
            <a:r>
              <a:rPr dirty="0" err="1"/>
              <a:t>进入</a:t>
            </a:r>
            <a:r>
              <a:rPr dirty="0"/>
              <a:t> </a:t>
            </a:r>
            <a:r>
              <a:rPr dirty="0" err="1"/>
              <a:t>Ryy</a:t>
            </a:r>
            <a:r>
              <a:rPr dirty="0"/>
              <a:t> </a:t>
            </a:r>
            <a:r>
              <a:rPr dirty="0" err="1"/>
              <a:t>与预编码二次项。切入点是确定从这个统计量到完整</a:t>
            </a:r>
            <a:r>
              <a:rPr dirty="0"/>
              <a:t> 4×64 矩阵误差集合的坐标域、尺度和方向结构；协方差并非自动等于确定性椭球。拟研究置信水平、矩阵向量化、发射侧相关性假设及最坏情形内层的数学形式。验证时固定拓扑、功率预算和优化停止准则，分别比较名义、统一误差与非均匀误差对边缘体验、空口功率及收敛残差的影响；现有对拍不等于这一对照已经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回答：跨图使用的核心符号各表示什么，哪些有物理单位。维度r随用户与资源组变化，表中符号省略下标。Htrue</a:t>
            </a:r>
            <a:r>
              <a:rPr dirty="0"/>
              <a:t>/</a:t>
            </a:r>
            <a:r>
              <a:rPr dirty="0" err="1"/>
              <a:t>Hhat∈C</a:t>
            </a:r>
            <a:r>
              <a:rPr dirty="0"/>
              <a:t>^{4×64}，</a:t>
            </a:r>
            <a:r>
              <a:rPr dirty="0" err="1"/>
              <a:t>C、Ryy∈C</a:t>
            </a:r>
            <a:r>
              <a:rPr dirty="0"/>
              <a:t>^{4×4}，</a:t>
            </a:r>
            <a:r>
              <a:rPr dirty="0" err="1"/>
              <a:t>w∈C</a:t>
            </a:r>
            <a:r>
              <a:rPr dirty="0"/>
              <a:t>^{64×r}，A/F∈C^{4×r}，E/Ω∈C^{</a:t>
            </a:r>
            <a:r>
              <a:rPr dirty="0" err="1"/>
              <a:t>r×r</a:t>
            </a:r>
            <a:r>
              <a:rPr dirty="0"/>
              <a:t>}；x/z/</a:t>
            </a:r>
            <a:r>
              <a:rPr dirty="0" err="1"/>
              <a:t>y与w同维。ν为RB计数</a:t>
            </a:r>
            <a:r>
              <a:rPr dirty="0"/>
              <a:t>/</a:t>
            </a:r>
            <a:r>
              <a:rPr dirty="0" err="1"/>
              <a:t>权重，p和P_l按当前归一化功率制说明；SE</a:t>
            </a:r>
            <a:r>
              <a:rPr dirty="0"/>
              <a:t>=bit/s/</a:t>
            </a:r>
            <a:r>
              <a:rPr dirty="0" err="1"/>
              <a:t>Hz，Rexp依业务协议和采样规则定义。辅助索引、维度及假设可口头解释。下一页只介绍独立新版方案</a:t>
            </a:r>
            <a:r>
              <a:rPr dirty="0"/>
              <a:t>。</a:t>
            </a:r>
          </a:p>
          <a:p>
            <a:endParaRPr dirty="0"/>
          </a:p>
          <a:p>
            <a:r>
              <a:rPr dirty="0" err="1"/>
              <a:t>本页作查阅符号而非替代每页解释。l、k、g</a:t>
            </a:r>
            <a:r>
              <a:rPr dirty="0"/>
              <a:t> 是 </a:t>
            </a:r>
            <a:r>
              <a:rPr dirty="0" err="1"/>
              <a:t>TRP、UE、资源组索引；Htrue</a:t>
            </a:r>
            <a:r>
              <a:rPr dirty="0"/>
              <a:t>/</a:t>
            </a:r>
            <a:r>
              <a:rPr dirty="0" err="1"/>
              <a:t>Hhat</a:t>
            </a:r>
            <a:r>
              <a:rPr dirty="0"/>
              <a:t> 是 4×64 真/</a:t>
            </a:r>
            <a:r>
              <a:rPr dirty="0" err="1"/>
              <a:t>估计信道；C</a:t>
            </a:r>
            <a:r>
              <a:rPr dirty="0"/>
              <a:t> 是 4×4 </a:t>
            </a:r>
            <a:r>
              <a:rPr dirty="0" err="1"/>
              <a:t>接收侧条件误差；w</a:t>
            </a:r>
            <a:r>
              <a:rPr dirty="0"/>
              <a:t> 为 64×r </a:t>
            </a:r>
            <a:r>
              <a:rPr dirty="0" err="1"/>
              <a:t>的完整预编码块。A、E、Ω</a:t>
            </a:r>
            <a:r>
              <a:rPr dirty="0"/>
              <a:t> 是 WMMSE </a:t>
            </a:r>
            <a:r>
              <a:rPr dirty="0" err="1"/>
              <a:t>中的接收器、MSE</a:t>
            </a:r>
            <a:r>
              <a:rPr dirty="0"/>
              <a:t> </a:t>
            </a:r>
            <a:r>
              <a:rPr dirty="0" err="1"/>
              <a:t>和权重；x、z、y</a:t>
            </a:r>
            <a:r>
              <a:rPr dirty="0"/>
              <a:t> 是 ADMM </a:t>
            </a:r>
            <a:r>
              <a:rPr dirty="0" err="1"/>
              <a:t>原变量、可行副本、缩放对偶。p</a:t>
            </a:r>
            <a:r>
              <a:rPr dirty="0"/>
              <a:t> 是 w </a:t>
            </a:r>
            <a:r>
              <a:rPr dirty="0" err="1"/>
              <a:t>的加权范数，P</a:t>
            </a:r>
            <a:r>
              <a:rPr dirty="0"/>
              <a:t> </a:t>
            </a:r>
            <a:r>
              <a:rPr dirty="0" err="1"/>
              <a:t>是每</a:t>
            </a:r>
            <a:r>
              <a:rPr dirty="0"/>
              <a:t> TRP </a:t>
            </a:r>
            <a:r>
              <a:rPr dirty="0" err="1"/>
              <a:t>预算；RSE</a:t>
            </a:r>
            <a:r>
              <a:rPr dirty="0"/>
              <a:t> 和 </a:t>
            </a:r>
            <a:r>
              <a:rPr dirty="0" err="1"/>
              <a:t>Rexp</a:t>
            </a:r>
            <a:r>
              <a:rPr dirty="0"/>
              <a:t> </a:t>
            </a:r>
            <a:r>
              <a:rPr dirty="0" err="1"/>
              <a:t>分别为物理频谱效率与业务体验统计口径。新方案的</a:t>
            </a:r>
            <a:r>
              <a:rPr dirty="0"/>
              <a:t> 64×64 </a:t>
            </a:r>
            <a:r>
              <a:rPr dirty="0" err="1"/>
              <a:t>椭球</a:t>
            </a:r>
            <a:r>
              <a:rPr dirty="0"/>
              <a:t> Q </a:t>
            </a:r>
            <a:r>
              <a:rPr dirty="0" err="1"/>
              <a:t>不应与现有</a:t>
            </a:r>
            <a:r>
              <a:rPr dirty="0"/>
              <a:t> 4×4 C </a:t>
            </a:r>
            <a:r>
              <a:rPr dirty="0" err="1"/>
              <a:t>或二次算子</a:t>
            </a:r>
            <a:r>
              <a:rPr dirty="0"/>
              <a:t> 𝒬 </a:t>
            </a:r>
            <a:r>
              <a:rPr dirty="0" err="1"/>
              <a:t>混淆。下一页据此进入拟研究方案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本页回答为什么提出新版方案，以及“非均匀”究竟有哪两层。从上方因果链讲：SRS</a:t>
            </a:r>
            <a:r>
              <a:rPr dirty="0"/>
              <a:t> </a:t>
            </a:r>
            <a:r>
              <a:rPr dirty="0" err="1"/>
              <a:t>不准使</a:t>
            </a:r>
            <a:r>
              <a:rPr dirty="0"/>
              <a:t> CSI </a:t>
            </a:r>
            <a:r>
              <a:rPr dirty="0" err="1"/>
              <a:t>有偏差，协同波束和干扰预测可能失准，边缘</a:t>
            </a:r>
            <a:r>
              <a:rPr dirty="0"/>
              <a:t> UE </a:t>
            </a:r>
            <a:r>
              <a:rPr dirty="0" err="1"/>
              <a:t>的体验风险上升；规模、功率和前传开销也是动机，不是已解决结果。左侧链路尺度来自</a:t>
            </a:r>
            <a:r>
              <a:rPr dirty="0"/>
              <a:t> 202610 Markdown 第31–43行的经验式 σ²=f(SRS </a:t>
            </a:r>
            <a:r>
              <a:rPr dirty="0" err="1"/>
              <a:t>SINR,d,v,NLOS</a:t>
            </a:r>
            <a:r>
              <a:rPr dirty="0"/>
              <a:t>)，</a:t>
            </a:r>
            <a:r>
              <a:rPr dirty="0" err="1"/>
              <a:t>f、单位和数据标定未给定；C</a:t>
            </a:r>
            <a:r>
              <a:rPr dirty="0"/>
              <a:t>=1/(1+σ²) </a:t>
            </a:r>
            <a:r>
              <a:rPr dirty="0" err="1"/>
              <a:t>只有</a:t>
            </a:r>
            <a:r>
              <a:rPr dirty="0"/>
              <a:t> σ² </a:t>
            </a:r>
            <a:r>
              <a:rPr dirty="0" err="1"/>
              <a:t>已无量纲化才有清楚含义。右侧是同一链路内方向差异。公式来自本地</a:t>
            </a:r>
            <a:r>
              <a:rPr dirty="0"/>
              <a:t> 1.png，对应 Markdown 第47–51行：Δh </a:t>
            </a:r>
            <a:r>
              <a:rPr dirty="0" err="1"/>
              <a:t>为一条单接收天线链路的</a:t>
            </a:r>
            <a:r>
              <a:rPr dirty="0"/>
              <a:t> 64 </a:t>
            </a:r>
            <a:r>
              <a:rPr dirty="0" err="1"/>
              <a:t>维复误差向量，Q</a:t>
            </a:r>
            <a:r>
              <a:rPr dirty="0"/>
              <a:t> 为 64×64 </a:t>
            </a:r>
            <a:r>
              <a:rPr dirty="0" err="1"/>
              <a:t>正定形状矩阵；本地</a:t>
            </a:r>
            <a:r>
              <a:rPr dirty="0"/>
              <a:t> 3.png 对应第219–233行的对角 </a:t>
            </a:r>
            <a:r>
              <a:rPr dirty="0" err="1"/>
              <a:t>Q。对角仅在天线坐标或指定特征</a:t>
            </a:r>
            <a:r>
              <a:rPr dirty="0"/>
              <a:t>/</a:t>
            </a:r>
            <a:r>
              <a:rPr dirty="0" err="1"/>
              <a:t>波束域有效，一般空间相关性不自动对角。若</a:t>
            </a:r>
            <a:r>
              <a:rPr dirty="0"/>
              <a:t> Q </a:t>
            </a:r>
            <a:r>
              <a:rPr dirty="0" err="1"/>
              <a:t>还代表误差协方差，应引入置信半径</a:t>
            </a:r>
            <a:r>
              <a:rPr dirty="0"/>
              <a:t> </a:t>
            </a:r>
            <a:r>
              <a:rPr dirty="0" err="1"/>
              <a:t>τ，例如</a:t>
            </a:r>
            <a:r>
              <a:rPr dirty="0"/>
              <a:t> </a:t>
            </a:r>
            <a:r>
              <a:rPr dirty="0" err="1"/>
              <a:t>Δh^H</a:t>
            </a:r>
            <a:r>
              <a:rPr dirty="0"/>
              <a:t>(</a:t>
            </a:r>
            <a:r>
              <a:rPr dirty="0" err="1"/>
              <a:t>τQ</a:t>
            </a:r>
            <a:r>
              <a:rPr dirty="0"/>
              <a:t>)^−1Δh≤1，并说明分布与置信水平；这属于解释时的补充，不是原文已标定结果。原文 Q=Φ/C </a:t>
            </a:r>
            <a:r>
              <a:rPr dirty="0" err="1"/>
              <a:t>的经验缩放在</a:t>
            </a:r>
            <a:r>
              <a:rPr dirty="0"/>
              <a:t> C→1 时不趋零，故不能说高置信链路椭球自动收缩到零；C→0 </a:t>
            </a:r>
            <a:r>
              <a:rPr dirty="0" err="1"/>
              <a:t>时无界也需截断。当前代码的</a:t>
            </a:r>
            <a:r>
              <a:rPr dirty="0"/>
              <a:t> </a:t>
            </a:r>
            <a:r>
              <a:rPr dirty="0" err="1"/>
              <a:t>H_true</a:t>
            </a:r>
            <a:r>
              <a:rPr dirty="0"/>
              <a:t>/</a:t>
            </a:r>
            <a:r>
              <a:rPr dirty="0" err="1"/>
              <a:t>H_est</a:t>
            </a:r>
            <a:r>
              <a:rPr dirty="0"/>
              <a:t> 是 4×64，接收侧 </a:t>
            </a:r>
            <a:r>
              <a:rPr dirty="0" err="1"/>
              <a:t>C_rx</a:t>
            </a:r>
            <a:r>
              <a:rPr dirty="0"/>
              <a:t> 是 4×4，列独立假设下完整 </a:t>
            </a:r>
            <a:r>
              <a:rPr dirty="0" err="1"/>
              <a:t>vec</a:t>
            </a:r>
            <a:r>
              <a:rPr dirty="0"/>
              <a:t>(H) </a:t>
            </a:r>
            <a:r>
              <a:rPr dirty="0" err="1"/>
              <a:t>协方差形式为</a:t>
            </a:r>
            <a:r>
              <a:rPr dirty="0"/>
              <a:t> I_64⊗C_rx；它不等于原文发射侧 64×64 </a:t>
            </a:r>
            <a:r>
              <a:rPr dirty="0" err="1"/>
              <a:t>Q。下一页讲</a:t>
            </a:r>
            <a:r>
              <a:rPr dirty="0"/>
              <a:t> </a:t>
            </a:r>
            <a:r>
              <a:rPr dirty="0" err="1"/>
              <a:t>w、功率与稀疏决定什么。追问：大误差是否必然展宽波束？不必然，要由目标、信道几何与约束共同决定</a:t>
            </a:r>
            <a:r>
              <a:rPr dirty="0"/>
              <a:t>。</a:t>
            </a:r>
          </a:p>
          <a:p>
            <a:r>
              <a:rPr dirty="0" err="1"/>
              <a:t>研究表达补充：这一页的两层差异是研究入口，不是现成效果。先从现有</a:t>
            </a:r>
            <a:r>
              <a:rPr dirty="0"/>
              <a:t> </a:t>
            </a:r>
            <a:r>
              <a:rPr dirty="0" err="1"/>
              <a:t>Hhat</a:t>
            </a:r>
            <a:r>
              <a:rPr dirty="0"/>
              <a:t> 和 </a:t>
            </a:r>
            <a:r>
              <a:rPr dirty="0" err="1"/>
              <a:t>C_rx</a:t>
            </a:r>
            <a:r>
              <a:rPr dirty="0"/>
              <a:t> </a:t>
            </a:r>
            <a:r>
              <a:rPr dirty="0" err="1"/>
              <a:t>的统计估计出发，研究链路间误差尺度由</a:t>
            </a:r>
            <a:r>
              <a:rPr dirty="0"/>
              <a:t> SRS SINR、CSI </a:t>
            </a:r>
            <a:r>
              <a:rPr dirty="0" err="1"/>
              <a:t>年龄、距离等可观测量如何校准；再研究一条链路内在明确天线或波束域坐标基上的方向结构。当前</a:t>
            </a:r>
            <a:r>
              <a:rPr dirty="0"/>
              <a:t> Q=Φ/c </a:t>
            </a:r>
            <a:r>
              <a:rPr dirty="0" err="1"/>
              <a:t>是原文经验关系，尚需量纲、分布和置信半径；从单接收</a:t>
            </a:r>
            <a:r>
              <a:rPr dirty="0"/>
              <a:t> 64 </a:t>
            </a:r>
            <a:r>
              <a:rPr dirty="0" err="1"/>
              <a:t>维误差向量扩展到</a:t>
            </a:r>
            <a:r>
              <a:rPr dirty="0"/>
              <a:t> 4×64 </a:t>
            </a:r>
            <a:r>
              <a:rPr dirty="0" err="1"/>
              <a:t>信道，应明确相关性与向量化次序。验证以观测残差和覆盖概率检查校准，再做同条件资源优化对照；不能预设更大误差会自动展宽波束</a:t>
            </a:r>
            <a:r>
              <a:rPr dirty="0"/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本页回答新版方案到底优化什么。先说当前预编码 w 已含幅度和方向，不应再无定义地把独立 p 当决策变量；p_l=Σ_gν_gΣ_k||w_lkg||² 是跨资源组/跨 RB 的空口发射功率，s_lP_l 表示 TRP 关断时该 TRP 所有发射块为零。公式的公平效用 Uα、链路稀疏 λ_link、激活成本 λ_on 是对 Markdown 第69–85行原目标的清晰参数化；原文写 λΣ_nΣ_k(||w_nk||+γs_n)，s_n 成本因 Σ_k 被重复计数，分离系数是解释修正，不冒充原文。w_lk,: 的组跨所有 g；该组归零只删 l→k 服务，未必让 l 对其他 UE 停发，更不会消除 l→k 的所有物理干扰。若整 TRP 休眠，可用 s_l=0 和全组功率约束，但需处理固定设备功耗与空口功率不同的口径。原文二进制 s_l 先放松到 [0,1] 再阈值判决，阈值后要在固定活跃集上重优化并检查速率、服务可行性和功率；原文未给出完整过程。α-fair 目标与硬最低速率并存时可行性不能预设。原始“难题1”要求挑战 50% PRB 条件下边缘体验提升达到理想 CSI 集中协同提升的 80%，这更像相对提升比例，不是绝对速率比；共同基线、分母和统计样本需在正式指标定义中核定。&lt;10% 指相对独立功控基线的平均体验损失，&gt;30% 指空口总发射功率降低，不是设备耗电或总能耗。当前代码尚无新版目标实测结果。下一页解释该目标如何可能进入求解器以及缺口。</a:t>
            </a:r>
          </a:p>
          <a:p>
            <a:endParaRPr/>
          </a:p>
          <a:p>
            <a:r>
              <a:t>研究表达补充：已有基础是 w 已含发射幅度、当前跨资源组共享每 TRP 总功率。研究切入点是明确链路组稀疏和整 TRP 激活两个不同决策层，并给出松弛、阈值判决及重优化后的速率/服务可行性检查。拟研究公平效用、空口功率和稀疏代价的权衡；不能将链路归零说成整台设备休眠，也不能以设备耗电替代空口辐射功率。验证必须以原始难题的边缘体验、平均体验损失和空口功率口径为准，并锁定“80%提升”的共同基线与分母。&lt;10% 和 &gt;30% 是目标，不是新版方案已取得的结果。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>
            <a:normAutofit lnSpcReduction="10000"/>
          </a:bodyPr>
          <a:lstStyle/>
          <a:p>
            <a:r>
              <a:rPr dirty="0" err="1"/>
              <a:t>本页回答</a:t>
            </a:r>
            <a:r>
              <a:rPr dirty="0"/>
              <a:t> WMMSE 与 ADMM </a:t>
            </a:r>
            <a:r>
              <a:rPr dirty="0" err="1"/>
              <a:t>怎样联合工作，以及稀疏、休眠、事件触发究竟插在哪。先读左上当前外轮：w</a:t>
            </a:r>
            <a:r>
              <a:rPr dirty="0"/>
              <a:t> </a:t>
            </a:r>
            <a:r>
              <a:rPr dirty="0" err="1"/>
              <a:t>形成有效信道，按</a:t>
            </a:r>
            <a:r>
              <a:rPr dirty="0"/>
              <a:t> </a:t>
            </a:r>
            <a:r>
              <a:rPr dirty="0" err="1"/>
              <a:t>Ryy</a:t>
            </a:r>
            <a:r>
              <a:rPr dirty="0"/>
              <a:t> </a:t>
            </a:r>
            <a:r>
              <a:rPr dirty="0" err="1"/>
              <a:t>更新</a:t>
            </a:r>
            <a:r>
              <a:rPr dirty="0"/>
              <a:t> A、E 和 </a:t>
            </a:r>
            <a:r>
              <a:rPr dirty="0" err="1"/>
              <a:t>Ω，固定它们与用户权重</a:t>
            </a:r>
            <a:r>
              <a:rPr dirty="0"/>
              <a:t> η </a:t>
            </a:r>
            <a:r>
              <a:rPr dirty="0" err="1"/>
              <a:t>后建立预编码二次子问题；这是分块交替，不表示整个联合问题凸。当前统计误差</a:t>
            </a:r>
            <a:r>
              <a:rPr dirty="0"/>
              <a:t> C </a:t>
            </a:r>
            <a:r>
              <a:rPr dirty="0" err="1"/>
              <a:t>进入</a:t>
            </a:r>
            <a:r>
              <a:rPr dirty="0"/>
              <a:t> </a:t>
            </a:r>
            <a:r>
              <a:rPr dirty="0" err="1"/>
              <a:t>Ryy</a:t>
            </a:r>
            <a:r>
              <a:rPr dirty="0"/>
              <a:t> </a:t>
            </a:r>
            <a:r>
              <a:rPr dirty="0" err="1"/>
              <a:t>与二次算子；原文最坏情形</a:t>
            </a:r>
            <a:r>
              <a:rPr dirty="0"/>
              <a:t> </a:t>
            </a:r>
            <a:r>
              <a:rPr dirty="0" err="1"/>
              <a:t>max_w</a:t>
            </a:r>
            <a:r>
              <a:rPr dirty="0"/>
              <a:t> </a:t>
            </a:r>
            <a:r>
              <a:rPr dirty="0" err="1"/>
              <a:t>min_ΔH</a:t>
            </a:r>
            <a:r>
              <a:rPr dirty="0"/>
              <a:t> </a:t>
            </a:r>
            <a:r>
              <a:rPr dirty="0" err="1"/>
              <a:t>见本地</a:t>
            </a:r>
            <a:r>
              <a:rPr dirty="0"/>
              <a:t> 2.png，对应 Markdown 第53–61行，但未给出与 WMMSE </a:t>
            </a:r>
            <a:r>
              <a:rPr dirty="0" err="1"/>
              <a:t>的等价转化，不能把统计平均模型叫作所有椭球误差的保底。再读内轮：当前代码在一个</a:t>
            </a:r>
            <a:r>
              <a:rPr dirty="0"/>
              <a:t> MATLAB </a:t>
            </a:r>
            <a:r>
              <a:rPr dirty="0" err="1"/>
              <a:t>进程里用</a:t>
            </a:r>
            <a:r>
              <a:rPr dirty="0"/>
              <a:t> CG </a:t>
            </a:r>
            <a:r>
              <a:rPr dirty="0" err="1"/>
              <a:t>更新</a:t>
            </a:r>
            <a:r>
              <a:rPr dirty="0"/>
              <a:t> </a:t>
            </a:r>
            <a:r>
              <a:rPr dirty="0" err="1"/>
              <a:t>x、联合跨组功率投影</a:t>
            </a:r>
            <a:r>
              <a:rPr dirty="0"/>
              <a:t> </a:t>
            </a:r>
            <a:r>
              <a:rPr dirty="0" err="1"/>
              <a:t>z、缩放对偶</a:t>
            </a:r>
            <a:r>
              <a:rPr dirty="0"/>
              <a:t> y+=</a:t>
            </a:r>
            <a:r>
              <a:rPr dirty="0" err="1"/>
              <a:t>x−z。原文提议把链路组稀疏加到</a:t>
            </a:r>
            <a:r>
              <a:rPr dirty="0"/>
              <a:t> x </a:t>
            </a:r>
            <a:r>
              <a:rPr dirty="0" err="1"/>
              <a:t>步；近端</a:t>
            </a:r>
            <a:r>
              <a:rPr dirty="0"/>
              <a:t> group-shrink </a:t>
            </a:r>
            <a:r>
              <a:rPr dirty="0" err="1"/>
              <a:t>的单独算子有闭式形式，但耦合二次项加组稀疏的完整子问题一般不能一次软阈值求解，固定变量后凸性要逐项判断。原文的未缩放</a:t>
            </a:r>
            <a:r>
              <a:rPr dirty="0"/>
              <a:t> μ </a:t>
            </a:r>
            <a:r>
              <a:rPr dirty="0" err="1"/>
              <a:t>对偶更新应为</a:t>
            </a:r>
            <a:r>
              <a:rPr dirty="0"/>
              <a:t> μ+=ρ(x−z)，</a:t>
            </a:r>
            <a:r>
              <a:rPr dirty="0" err="1"/>
              <a:t>缩放</a:t>
            </a:r>
            <a:r>
              <a:rPr dirty="0"/>
              <a:t> y=μ/ρ </a:t>
            </a:r>
            <a:r>
              <a:rPr dirty="0" err="1"/>
              <a:t>时为</a:t>
            </a:r>
            <a:r>
              <a:rPr dirty="0"/>
              <a:t> y+=</a:t>
            </a:r>
            <a:r>
              <a:rPr dirty="0" err="1"/>
              <a:t>x−z，当前代码使用后者。原始残差应是更新后</a:t>
            </a:r>
            <a:r>
              <a:rPr dirty="0"/>
              <a:t> x^{t+1}−z^{t+1}，</a:t>
            </a:r>
            <a:r>
              <a:rPr dirty="0" err="1"/>
              <a:t>对偶残差</a:t>
            </a:r>
            <a:r>
              <a:rPr dirty="0"/>
              <a:t> ρ(z^{t+1}−</a:t>
            </a:r>
            <a:r>
              <a:rPr dirty="0" err="1"/>
              <a:t>z^t</a:t>
            </a:r>
            <a:r>
              <a:rPr dirty="0"/>
              <a:t>)；Markdown 第133行写 x^{t+1}−</a:t>
            </a:r>
            <a:r>
              <a:rPr dirty="0" err="1"/>
              <a:t>z^t，不能当本轮原始残差。事件触发若按相对上次发送的消息</a:t>
            </a:r>
            <a:r>
              <a:rPr dirty="0"/>
              <a:t> m </a:t>
            </a:r>
            <a:r>
              <a:rPr dirty="0" err="1"/>
              <a:t>与缓存</a:t>
            </a:r>
            <a:r>
              <a:rPr dirty="0"/>
              <a:t> m̄ </a:t>
            </a:r>
            <a:r>
              <a:rPr dirty="0" err="1"/>
              <a:t>比较，还必须定义</a:t>
            </a:r>
            <a:r>
              <a:rPr dirty="0"/>
              <a:t> m 的内容、未发送时协调侧使用的缓存、哪些消息每轮仍发送，以及对偶与共识如何更新；原文第135–141行“静默并跳过对偶”尚不足以形成收敛的完整算法。TRP </a:t>
            </a:r>
            <a:r>
              <a:rPr dirty="0" err="1"/>
              <a:t>本地并行也需拆开跨</a:t>
            </a:r>
            <a:r>
              <a:rPr dirty="0"/>
              <a:t> TRP </a:t>
            </a:r>
            <a:r>
              <a:rPr dirty="0" err="1"/>
              <a:t>的相干与干扰耦合，变量副本本身不证明已分布式。最后看右侧状态：当前矩阵</a:t>
            </a:r>
            <a:r>
              <a:rPr dirty="0"/>
              <a:t> </a:t>
            </a:r>
            <a:r>
              <a:rPr dirty="0" err="1"/>
              <a:t>WMMSE、接收侧统计</a:t>
            </a:r>
            <a:r>
              <a:rPr dirty="0"/>
              <a:t> C </a:t>
            </a:r>
            <a:r>
              <a:rPr dirty="0" err="1"/>
              <a:t>和集中</a:t>
            </a:r>
            <a:r>
              <a:rPr dirty="0"/>
              <a:t> ADMM 有源码；210/420 UE 同输入对拍、功率可行有记录，但正式规模停止条件未通过；最坏情况、组稀疏、休眠、本地计算、消息缓存和事件触发无实现；历史搜索未接正式入口。下一步不是在汇报中承诺效果，而是补充定义和做同条件对照。</a:t>
            </a:r>
          </a:p>
          <a:p>
            <a:r>
              <a:rPr dirty="0" err="1"/>
              <a:t>研究表达补充：右侧状态栏保留当前事实。已有基础是集中式矩阵</a:t>
            </a:r>
            <a:r>
              <a:rPr dirty="0"/>
              <a:t> </a:t>
            </a:r>
            <a:r>
              <a:rPr dirty="0" err="1"/>
              <a:t>WMMSE、统计误差项和</a:t>
            </a:r>
            <a:r>
              <a:rPr dirty="0"/>
              <a:t> ADMM 可行功率副本。拟研究的事件触发、稀疏与本地计算用相应节点标为“</a:t>
            </a:r>
            <a:r>
              <a:rPr dirty="0" err="1"/>
              <a:t>拟议</a:t>
            </a:r>
            <a:r>
              <a:rPr dirty="0"/>
              <a:t>”，</a:t>
            </a:r>
            <a:r>
              <a:rPr dirty="0" err="1"/>
              <a:t>不属于当前</a:t>
            </a:r>
            <a:r>
              <a:rPr dirty="0"/>
              <a:t> ADMM </a:t>
            </a:r>
            <a:r>
              <a:rPr dirty="0" err="1"/>
              <a:t>执行路径。针对</a:t>
            </a:r>
            <a:r>
              <a:rPr dirty="0"/>
              <a:t> TRP </a:t>
            </a:r>
            <a:r>
              <a:rPr dirty="0" err="1"/>
              <a:t>本地化，需研究跨</a:t>
            </a:r>
            <a:r>
              <a:rPr dirty="0"/>
              <a:t> TRP 相干项与干扰二次项的变量划分、共识副本、交换消息和缓存；针对触发规则，需区分本轮原始残差、对偶残差以及相对上次发送值的变化，说明静默时继续计算什么。验证比较集中式基线与拟议方法的边缘体验、功率可行性、内外层停止、运行时间和传递量；不预设收敛保证或通信降低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固定一个资源组 g。维度：Hhat_klg∈C^{4×64}，w_ljg∈C^{64×r}，F_kjg∈C^{4×r}，C_klg∈C^{4×4}，Ryy_kg∈C^{4×4}，A_kg∈C^{4×r}，E_kg、Ω_kg∈C^{r×r}；p_lg、ν_g、η_kg 是实标量。当前默认 rank r=2。</a:t>
            </a:r>
          </a:p>
          <a:p>
            <a:r>
              <a:t>从可行 w 出发，先求每个 UE k 接收数据流 j 的有效信道 F_kjg=Σ_l Hhat_klg w_ljg。每个 TRP l 的组功率 p_lg=Σ_j‖w_ljg‖_F²。接收协方差 Ryy_kg=I_4+Σ_j F_kjg F_kjg^H+Σ_l p_lg C_klg。单位噪声 I_4 是源码归一化模型；后一项为估计误差的统计鲁棒修正。然后 A_kg=(Ryy_kg)^−1 F_kkg。</a:t>
            </a:r>
          </a:p>
          <a:p>
            <a:r>
              <a:t>完整 MSE：E_kg=I_r−A_kg^H F_kkg−F_kkg^H A_kg+A_kg^H Ryy_kg A_kg，数值实现取 Hermitian 对称部分。Ω_kg=E_kg^−1。MMSE 后估计速率 R_est,kg=−log₂det E_kg。用户权重 η 来自效用对用户估计速率的导数：默认加权总频谱效率分支 η=1；可选平滑 PF 的 U_k=ln(1+R_est,k/R_floor)，R_floor=0.01 bit/s/Hz，导数为 1/(R_est,k+R_floor)，源码以 1/max(R_est,k+R_floor,R_floor) 防止极端数值，再按已调度用户权重的中位数归一化。</a:t>
            </a:r>
          </a:p>
          <a:p>
            <a:r>
              <a:t>更新预编码的 ADMM 内轮固定当前 A、Ω、η，以及 Hhat、C、ν、服务掩码和功率预算；将 WMMSE 代理写成关于 w 的二次问题。ADMM 使用 CG 求原变量、跨资源组功率投影求可行副本、更新对偶量，输出可行 w+。外轮对试探 w+ 重算 F、Ryy、A、E、Ω 与目标，做接受或回溯；下一轮重新计算 η（PF 分支），默认 η 继续为 1。此处流程中的 F 和 Ryy 均是估计信道统计量，不是 Htrue 的最终评价量。衔接：这解释了估计信道为何先于预编码更新提供统计输入，而物理发送仍是先经 w 再过真实信道。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8.xml"/><Relationship Id="rId1" Type="http://schemas.openxmlformats.org/officeDocument/2006/relationships/tags" Target="../tags/tag7.xml"/><Relationship Id="rId4" Type="http://schemas.openxmlformats.org/officeDocument/2006/relationships/image" Target="../media/image6.png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4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1.xml"/><Relationship Id="rId2" Type="http://schemas.openxmlformats.org/officeDocument/2006/relationships/tags" Target="../tags/tag10.xml"/><Relationship Id="rId1" Type="http://schemas.openxmlformats.org/officeDocument/2006/relationships/tags" Target="../tags/tag9.xml"/><Relationship Id="rId4" Type="http://schemas.openxmlformats.org/officeDocument/2006/relationships/image" Target="../media/image27.png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4.png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2.png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8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53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54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Layouts/_rels/slideLayout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5.xml"/></Relationships>
</file>

<file path=ppt/slideLayouts/_rels/slideLayout56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7.xml"/><Relationship Id="rId1" Type="http://schemas.openxmlformats.org/officeDocument/2006/relationships/tags" Target="../tags/tag16.xml"/><Relationship Id="rId4" Type="http://schemas.openxmlformats.org/officeDocument/2006/relationships/image" Target="../media/image6.png"/></Relationships>
</file>

<file path=ppt/slideLayouts/_rels/slideLayout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2.xml"/></Relationships>
</file>

<file path=ppt/slideLayouts/_rels/slideLayout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2.xml"/></Relationships>
</file>

<file path=ppt/slideLayouts/_rels/slideLayout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Layouts/_rels/slideLayout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2.xml"/></Relationships>
</file>

<file path=ppt/slideLayouts/_rels/slideLayout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8.png"/><Relationship Id="rId1" Type="http://schemas.openxmlformats.org/officeDocument/2006/relationships/slideMaster" Target="../slideMasters/slideMaster2.xml"/></Relationships>
</file>

<file path=ppt/slideLayouts/_rels/slideLayout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1.png"/><Relationship Id="rId1" Type="http://schemas.openxmlformats.org/officeDocument/2006/relationships/slideMaster" Target="../slideMasters/slideMaster2.xml"/></Relationships>
</file>

<file path=ppt/slideLayouts/_rels/slideLayout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24.png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Master" Target="../slideMasters/slideMaster2.xml"/></Relationships>
</file>

<file path=ppt/slideLayouts/_rels/slideLayout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2.xml"/></Relationships>
</file>

<file path=ppt/slideLayouts/_rels/slideLayout71.xml.rels><?xml version="1.0" encoding="UTF-8" standalone="yes"?>
<Relationships xmlns="http://schemas.openxmlformats.org/package/2006/relationships"><Relationship Id="rId3" Type="http://schemas.openxmlformats.org/officeDocument/2006/relationships/slideMaster" Target="../slideMasters/slideMaster2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4" Type="http://schemas.openxmlformats.org/officeDocument/2006/relationships/image" Target="../media/image27.png"/></Relationships>
</file>

<file path=ppt/slideLayouts/_rels/slideLayout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Master" Target="../slideMasters/slideMaster2.xml"/></Relationships>
</file>

<file path=ppt/slideLayouts/_rels/slideLayout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2.xml"/></Relationships>
</file>

<file path=ppt/slideLayouts/_rels/slideLayout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9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14.png"/></Relationships>
</file>

<file path=ppt/slideLayouts/_rels/slideLayout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Master" Target="../slideMasters/slideMaster2.xml"/><Relationship Id="rId4" Type="http://schemas.openxmlformats.org/officeDocument/2006/relationships/image" Target="../media/image32.png"/></Relationships>
</file>

<file path=ppt/slideLayouts/_rels/slideLayout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2.xml"/></Relationships>
</file>

<file path=ppt/slideLayouts/_rels/slideLayout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2.xml"/></Relationships>
</file>

<file path=ppt/slideLayouts/_rels/slideLayout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2.xml"/></Relationships>
</file>

<file path=ppt/slideLayouts/_rels/slideLayout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26.png"/><Relationship Id="rId1" Type="http://schemas.openxmlformats.org/officeDocument/2006/relationships/slideMaster" Target="../slideMasters/slideMaster2.xml"/></Relationships>
</file>

<file path=ppt/slideLayouts/_rels/slideLayout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2.xml"/></Relationships>
</file>

<file path=ppt/slideLayouts/_rels/slideLayout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3.png"/><Relationship Id="rId1" Type="http://schemas.openxmlformats.org/officeDocument/2006/relationships/slideMaster" Target="../slideMasters/slideMaster2.xml"/></Relationships>
</file>

<file path=ppt/slideLayouts/_rels/slideLayout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Master" Target="../slideMasters/slideMaster2.xml"/></Relationships>
</file>

<file path=ppt/slideLayouts/_rels/slideLayout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/Relationships>
</file>

<file path=ppt/slideLayouts/_rels/slideLayout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2.xml"/></Relationships>
</file>

<file path=ppt/slideLayouts/_rels/slideLayout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2.xml"/></Relationships>
</file>

<file path=ppt/slideLayouts/_rels/slideLayout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Master" Target="../slideMasters/slideMaster2.xml"/></Relationships>
</file>

<file path=ppt/slideLayouts/_rels/slideLayout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2.xml"/></Relationships>
</file>

<file path=ppt/slideLayouts/_rels/slideLayout9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Master" Target="../slideMasters/slideMaster2.xml"/></Relationships>
</file>

<file path=ppt/slideLayouts/_rels/slideLayout9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9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Master" Target="../slideMasters/slideMaster2.xml"/></Relationships>
</file>

<file path=ppt/slideLayouts/_rels/slideLayout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2.xml"/></Relationships>
</file>

<file path=ppt/slideLayouts/_rels/slideLayout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jpe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1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 cstate="screen"/>
          <a:srcRect r="25963"/>
          <a:stretch>
            <a:fillRect/>
          </a:stretch>
        </p:blipFill>
        <p:spPr>
          <a:xfrm>
            <a:off x="7191376" y="133072"/>
            <a:ext cx="5028334" cy="653579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3549208" y="3871615"/>
            <a:ext cx="7287114" cy="781876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zh-CN" altLang="en-US" dirty="0"/>
          </a:p>
        </p:txBody>
      </p:sp>
      <p:sp>
        <p:nvSpPr>
          <p:cNvPr id="14" name="文本占位符 12"/>
          <p:cNvSpPr>
            <a:spLocks noGrp="1"/>
          </p:cNvSpPr>
          <p:nvPr>
            <p:ph type="body" sz="quarter" idx="11" hasCustomPrompt="1"/>
          </p:nvPr>
        </p:nvSpPr>
        <p:spPr>
          <a:xfrm>
            <a:off x="3549208" y="5438453"/>
            <a:ext cx="7287114" cy="41033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5" name="文本占位符 12"/>
          <p:cNvSpPr>
            <a:spLocks noGrp="1"/>
          </p:cNvSpPr>
          <p:nvPr>
            <p:ph type="body" sz="quarter" idx="12" hasCustomPrompt="1"/>
          </p:nvPr>
        </p:nvSpPr>
        <p:spPr>
          <a:xfrm>
            <a:off x="3549208" y="4908366"/>
            <a:ext cx="7287114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8" name="矩形 7"/>
          <p:cNvSpPr/>
          <p:nvPr userDrawn="1"/>
        </p:nvSpPr>
        <p:spPr>
          <a:xfrm>
            <a:off x="1152525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3" hasCustomPrompt="1"/>
          </p:nvPr>
        </p:nvSpPr>
        <p:spPr>
          <a:xfrm>
            <a:off x="3549208" y="1484311"/>
            <a:ext cx="7287114" cy="2386807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6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单击此处</a:t>
            </a:r>
            <a:endParaRPr lang="en-US" altLang="zh-CN" dirty="0"/>
          </a:p>
          <a:p>
            <a:pPr lvl="0"/>
            <a:r>
              <a:rPr lang="zh-CN" altLang="en-US" dirty="0"/>
              <a:t>输入大标题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292799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11121340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 userDrawn="1"/>
        </p:nvSpPr>
        <p:spPr>
          <a:xfrm rot="16200000">
            <a:off x="10462781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bg1">
                    <a:alpha val="5000"/>
                  </a:schemeClr>
                </a:solidFill>
              </a:rPr>
              <a:t>BEIJING INSTITUTE OF TECHNOLOGY</a:t>
            </a:r>
          </a:p>
        </p:txBody>
      </p:sp>
      <p:grpSp>
        <p:nvGrpSpPr>
          <p:cNvPr id="16" name="组合 15"/>
          <p:cNvGrpSpPr/>
          <p:nvPr userDrawn="1"/>
        </p:nvGrpSpPr>
        <p:grpSpPr>
          <a:xfrm>
            <a:off x="611819" y="2031917"/>
            <a:ext cx="1732861" cy="3286784"/>
            <a:chOff x="9778366" y="1977238"/>
            <a:chExt cx="1732861" cy="3286784"/>
          </a:xfrm>
          <a:solidFill>
            <a:schemeClr val="bg1">
              <a:alpha val="5000"/>
            </a:schemeClr>
          </a:solidFill>
        </p:grpSpPr>
        <p:grpSp>
          <p:nvGrpSpPr>
            <p:cNvPr id="17" name="组合 16"/>
            <p:cNvGrpSpPr/>
            <p:nvPr/>
          </p:nvGrpSpPr>
          <p:grpSpPr>
            <a:xfrm>
              <a:off x="9778366" y="2020414"/>
              <a:ext cx="567014" cy="3193100"/>
              <a:chOff x="11305242" y="2003776"/>
              <a:chExt cx="354194" cy="1994619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1382341" y="3698614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380187" y="2628491"/>
                <a:ext cx="208353" cy="2412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8" name="组合 17"/>
            <p:cNvGrpSpPr/>
            <p:nvPr/>
          </p:nvGrpSpPr>
          <p:grpSpPr>
            <a:xfrm>
              <a:off x="10861863" y="1977238"/>
              <a:ext cx="649364" cy="3286784"/>
              <a:chOff x="10232762" y="2216649"/>
              <a:chExt cx="405635" cy="2053139"/>
            </a:xfrm>
            <a:grpFill/>
          </p:grpSpPr>
          <p:grpSp>
            <p:nvGrpSpPr>
              <p:cNvPr id="19" name="组合 18"/>
              <p:cNvGrpSpPr/>
              <p:nvPr/>
            </p:nvGrpSpPr>
            <p:grpSpPr>
              <a:xfrm>
                <a:off x="10279016" y="3306476"/>
                <a:ext cx="313128" cy="329555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10268702" y="2216649"/>
                <a:ext cx="355220" cy="448646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10332867" y="2868571"/>
                <a:ext cx="238182" cy="20533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10232762" y="3871448"/>
                <a:ext cx="405635" cy="398340"/>
                <a:chOff x="11854992" y="1994536"/>
                <a:chExt cx="405635" cy="398340"/>
              </a:xfrm>
              <a:grpFill/>
            </p:grpSpPr>
            <p:sp>
              <p:nvSpPr>
                <p:cNvPr id="23" name="Freeform 11"/>
                <p:cNvSpPr>
                  <a:spLocks noEditPoints="1"/>
                </p:cNvSpPr>
                <p:nvPr/>
              </p:nvSpPr>
              <p:spPr bwMode="auto">
                <a:xfrm>
                  <a:off x="11976099" y="1994536"/>
                  <a:ext cx="284528" cy="398340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2"/>
                <p:cNvSpPr/>
                <p:nvPr/>
              </p:nvSpPr>
              <p:spPr bwMode="auto">
                <a:xfrm>
                  <a:off x="11854992" y="2009127"/>
                  <a:ext cx="153208" cy="383749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</p:grp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74738" y="515429"/>
            <a:ext cx="2295327" cy="504694"/>
          </a:xfrm>
          <a:prstGeom prst="rect">
            <a:avLst/>
          </a:prstGeom>
        </p:spPr>
      </p:pic>
      <p:cxnSp>
        <p:nvCxnSpPr>
          <p:cNvPr id="42" name="直接连接符 41"/>
          <p:cNvCxnSpPr/>
          <p:nvPr userDrawn="1"/>
        </p:nvCxnSpPr>
        <p:spPr>
          <a:xfrm>
            <a:off x="2927998" y="1355988"/>
            <a:ext cx="0" cy="458984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 userDrawn="1"/>
        </p:nvCxnSpPr>
        <p:spPr>
          <a:xfrm>
            <a:off x="11522544" y="1400593"/>
            <a:ext cx="0" cy="4545237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1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图片 4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4600575" y="133072"/>
            <a:ext cx="6791691" cy="6535793"/>
          </a:xfrm>
          <a:prstGeom prst="rect">
            <a:avLst/>
          </a:prstGeom>
        </p:spPr>
      </p:pic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216315" y="3871615"/>
            <a:ext cx="7287114" cy="781876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zh-CN" altLang="en-US" dirty="0"/>
          </a:p>
        </p:txBody>
      </p:sp>
      <p:sp>
        <p:nvSpPr>
          <p:cNvPr id="14" name="文本占位符 12"/>
          <p:cNvSpPr>
            <a:spLocks noGrp="1"/>
          </p:cNvSpPr>
          <p:nvPr>
            <p:ph type="body" sz="quarter" idx="11" hasCustomPrompt="1"/>
          </p:nvPr>
        </p:nvSpPr>
        <p:spPr>
          <a:xfrm>
            <a:off x="1216315" y="5438453"/>
            <a:ext cx="7287114" cy="41033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5" name="文本占位符 12"/>
          <p:cNvSpPr>
            <a:spLocks noGrp="1"/>
          </p:cNvSpPr>
          <p:nvPr>
            <p:ph type="body" sz="quarter" idx="12" hasCustomPrompt="1"/>
          </p:nvPr>
        </p:nvSpPr>
        <p:spPr>
          <a:xfrm>
            <a:off x="1216315" y="4908366"/>
            <a:ext cx="7287114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3" hasCustomPrompt="1"/>
          </p:nvPr>
        </p:nvSpPr>
        <p:spPr>
          <a:xfrm>
            <a:off x="1216315" y="1484311"/>
            <a:ext cx="7287114" cy="2267551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6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en-US" altLang="zh-CN" dirty="0"/>
          </a:p>
          <a:p>
            <a:pPr lvl="0"/>
            <a:r>
              <a:rPr lang="zh-CN" altLang="en-US" dirty="0"/>
              <a:t>输入标题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667561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 userDrawn="1"/>
        </p:nvSpPr>
        <p:spPr>
          <a:xfrm>
            <a:off x="925830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 userDrawn="1"/>
        </p:nvSpPr>
        <p:spPr>
          <a:xfrm>
            <a:off x="888242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6" name="组合 15"/>
          <p:cNvGrpSpPr/>
          <p:nvPr userDrawn="1"/>
        </p:nvGrpSpPr>
        <p:grpSpPr>
          <a:xfrm>
            <a:off x="9832019" y="2031917"/>
            <a:ext cx="1732861" cy="3286784"/>
            <a:chOff x="9778366" y="1977238"/>
            <a:chExt cx="1732861" cy="3286784"/>
          </a:xfrm>
          <a:solidFill>
            <a:schemeClr val="bg1">
              <a:alpha val="5000"/>
            </a:schemeClr>
          </a:solidFill>
        </p:grpSpPr>
        <p:grpSp>
          <p:nvGrpSpPr>
            <p:cNvPr id="17" name="组合 16"/>
            <p:cNvGrpSpPr/>
            <p:nvPr/>
          </p:nvGrpSpPr>
          <p:grpSpPr>
            <a:xfrm>
              <a:off x="9778366" y="2020414"/>
              <a:ext cx="567014" cy="3193100"/>
              <a:chOff x="11305242" y="2003776"/>
              <a:chExt cx="354194" cy="1994619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1382341" y="3698614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380187" y="2628491"/>
                <a:ext cx="208353" cy="2412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8" name="组合 17"/>
            <p:cNvGrpSpPr/>
            <p:nvPr/>
          </p:nvGrpSpPr>
          <p:grpSpPr>
            <a:xfrm>
              <a:off x="10861863" y="1977238"/>
              <a:ext cx="649364" cy="3286784"/>
              <a:chOff x="10232762" y="2216649"/>
              <a:chExt cx="405635" cy="2053139"/>
            </a:xfrm>
            <a:grpFill/>
          </p:grpSpPr>
          <p:grpSp>
            <p:nvGrpSpPr>
              <p:cNvPr id="19" name="组合 18"/>
              <p:cNvGrpSpPr/>
              <p:nvPr/>
            </p:nvGrpSpPr>
            <p:grpSpPr>
              <a:xfrm>
                <a:off x="10279016" y="3306476"/>
                <a:ext cx="313128" cy="329555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10268702" y="2216649"/>
                <a:ext cx="355220" cy="448646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10332867" y="2868571"/>
                <a:ext cx="238182" cy="20533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10232762" y="3871448"/>
                <a:ext cx="405635" cy="398340"/>
                <a:chOff x="11854992" y="1994536"/>
                <a:chExt cx="405635" cy="398340"/>
              </a:xfrm>
              <a:grpFill/>
            </p:grpSpPr>
            <p:sp>
              <p:nvSpPr>
                <p:cNvPr id="23" name="Freeform 11"/>
                <p:cNvSpPr>
                  <a:spLocks noEditPoints="1"/>
                </p:cNvSpPr>
                <p:nvPr/>
              </p:nvSpPr>
              <p:spPr bwMode="auto">
                <a:xfrm>
                  <a:off x="11976099" y="1994536"/>
                  <a:ext cx="284528" cy="398340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2"/>
                <p:cNvSpPr/>
                <p:nvPr/>
              </p:nvSpPr>
              <p:spPr bwMode="auto">
                <a:xfrm>
                  <a:off x="11854992" y="2009127"/>
                  <a:ext cx="153208" cy="383749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41" name="文本框 40"/>
          <p:cNvSpPr txBox="1"/>
          <p:nvPr userDrawn="1"/>
        </p:nvSpPr>
        <p:spPr>
          <a:xfrm rot="16200000">
            <a:off x="-1443469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bg1">
                    <a:alpha val="5000"/>
                  </a:schemeClr>
                </a:solidFill>
              </a:rPr>
              <a:t>BEIJING INSTITUTE OF TECHNOLOGY</a:t>
            </a: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52633" y="548450"/>
            <a:ext cx="2295327" cy="504694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666749" y="1329225"/>
            <a:ext cx="0" cy="471473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/>
          <p:cNvCxnSpPr/>
          <p:nvPr userDrawn="1"/>
        </p:nvCxnSpPr>
        <p:spPr>
          <a:xfrm>
            <a:off x="9258300" y="1280160"/>
            <a:ext cx="0" cy="4835169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244"/>
              </a:gs>
              <a:gs pos="100000">
                <a:schemeClr val="accent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dirty="0"/>
          </a:p>
        </p:txBody>
      </p:sp>
      <p:sp>
        <p:nvSpPr>
          <p:cNvPr id="8" name="任意多边形: 形状 39"/>
          <p:cNvSpPr/>
          <p:nvPr userDrawn="1"/>
        </p:nvSpPr>
        <p:spPr>
          <a:xfrm>
            <a:off x="221886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pattFill prst="pct5">
            <a:fgClr>
              <a:schemeClr val="bg1">
                <a:lumMod val="85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190500" sx="101000" sy="101000" algn="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任意多边形: 形状 39"/>
          <p:cNvSpPr/>
          <p:nvPr userDrawn="1"/>
        </p:nvSpPr>
        <p:spPr>
          <a:xfrm>
            <a:off x="189674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A13F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任意多边形: 形状 39"/>
          <p:cNvSpPr/>
          <p:nvPr userDrawn="1"/>
        </p:nvSpPr>
        <p:spPr>
          <a:xfrm>
            <a:off x="0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sx="101000" sy="101000" algn="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任意多边形: 形状 74"/>
          <p:cNvSpPr/>
          <p:nvPr userDrawn="1"/>
        </p:nvSpPr>
        <p:spPr>
          <a:xfrm flipV="1">
            <a:off x="660400" y="3829587"/>
            <a:ext cx="6489382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-1" fmla="*/ 0 w 6415214"/>
              <a:gd name="connsiteY0-2" fmla="*/ 171407 h 262847"/>
              <a:gd name="connsiteX1-3" fmla="*/ 6415214 w 6415214"/>
              <a:gd name="connsiteY1-4" fmla="*/ 171407 h 262847"/>
              <a:gd name="connsiteX2-5" fmla="*/ 6415214 w 6415214"/>
              <a:gd name="connsiteY2-6" fmla="*/ 100390 h 262847"/>
              <a:gd name="connsiteX3-7" fmla="*/ 511261 w 6415214"/>
              <a:gd name="connsiteY3-8" fmla="*/ 100390 h 262847"/>
              <a:gd name="connsiteX4-9" fmla="*/ 229919 w 6415214"/>
              <a:gd name="connsiteY4-10" fmla="*/ 0 h 262847"/>
              <a:gd name="connsiteX5-11" fmla="*/ 229919 w 6415214"/>
              <a:gd name="connsiteY5-12" fmla="*/ 100390 h 262847"/>
              <a:gd name="connsiteX6-13" fmla="*/ 0 w 6415214"/>
              <a:gd name="connsiteY6-14" fmla="*/ 100390 h 262847"/>
              <a:gd name="connsiteX7" fmla="*/ 91440 w 6415214"/>
              <a:gd name="connsiteY7" fmla="*/ 262847 h 262847"/>
              <a:gd name="connsiteX0-15" fmla="*/ 0 w 6415214"/>
              <a:gd name="connsiteY0-16" fmla="*/ 171407 h 171407"/>
              <a:gd name="connsiteX1-17" fmla="*/ 6415214 w 6415214"/>
              <a:gd name="connsiteY1-18" fmla="*/ 171407 h 171407"/>
              <a:gd name="connsiteX2-19" fmla="*/ 6415214 w 6415214"/>
              <a:gd name="connsiteY2-20" fmla="*/ 100390 h 171407"/>
              <a:gd name="connsiteX3-21" fmla="*/ 511261 w 6415214"/>
              <a:gd name="connsiteY3-22" fmla="*/ 100390 h 171407"/>
              <a:gd name="connsiteX4-23" fmla="*/ 229919 w 6415214"/>
              <a:gd name="connsiteY4-24" fmla="*/ 0 h 171407"/>
              <a:gd name="connsiteX5-25" fmla="*/ 229919 w 6415214"/>
              <a:gd name="connsiteY5-26" fmla="*/ 100390 h 171407"/>
              <a:gd name="connsiteX6-27" fmla="*/ 0 w 6415214"/>
              <a:gd name="connsiteY6-28" fmla="*/ 100390 h 171407"/>
              <a:gd name="connsiteX0-29" fmla="*/ 0 w 6415214"/>
              <a:gd name="connsiteY0-30" fmla="*/ 171407 h 171407"/>
              <a:gd name="connsiteX1-31" fmla="*/ 6415214 w 6415214"/>
              <a:gd name="connsiteY1-32" fmla="*/ 100390 h 171407"/>
              <a:gd name="connsiteX2-33" fmla="*/ 511261 w 6415214"/>
              <a:gd name="connsiteY2-34" fmla="*/ 100390 h 171407"/>
              <a:gd name="connsiteX3-35" fmla="*/ 229919 w 6415214"/>
              <a:gd name="connsiteY3-36" fmla="*/ 0 h 171407"/>
              <a:gd name="connsiteX4-37" fmla="*/ 229919 w 6415214"/>
              <a:gd name="connsiteY4-38" fmla="*/ 100390 h 171407"/>
              <a:gd name="connsiteX5-39" fmla="*/ 0 w 6415214"/>
              <a:gd name="connsiteY5-40" fmla="*/ 100390 h 171407"/>
              <a:gd name="connsiteX0-41" fmla="*/ 6415214 w 6415214"/>
              <a:gd name="connsiteY0-42" fmla="*/ 100390 h 100390"/>
              <a:gd name="connsiteX1-43" fmla="*/ 511261 w 6415214"/>
              <a:gd name="connsiteY1-44" fmla="*/ 100390 h 100390"/>
              <a:gd name="connsiteX2-45" fmla="*/ 229919 w 6415214"/>
              <a:gd name="connsiteY2-46" fmla="*/ 0 h 100390"/>
              <a:gd name="connsiteX3-47" fmla="*/ 229919 w 6415214"/>
              <a:gd name="connsiteY3-48" fmla="*/ 100390 h 100390"/>
              <a:gd name="connsiteX4-49" fmla="*/ 0 w 6415214"/>
              <a:gd name="connsiteY4-50" fmla="*/ 100390 h 100390"/>
              <a:gd name="connsiteX0-51" fmla="*/ 6415214 w 6415214"/>
              <a:gd name="connsiteY0-52" fmla="*/ 195640 h 195640"/>
              <a:gd name="connsiteX1-53" fmla="*/ 511261 w 6415214"/>
              <a:gd name="connsiteY1-54" fmla="*/ 195640 h 195640"/>
              <a:gd name="connsiteX2-55" fmla="*/ 227538 w 6415214"/>
              <a:gd name="connsiteY2-56" fmla="*/ 0 h 195640"/>
              <a:gd name="connsiteX3-57" fmla="*/ 229919 w 6415214"/>
              <a:gd name="connsiteY3-58" fmla="*/ 195640 h 195640"/>
              <a:gd name="connsiteX4-59" fmla="*/ 0 w 6415214"/>
              <a:gd name="connsiteY4-60" fmla="*/ 195640 h 195640"/>
              <a:gd name="connsiteX0-61" fmla="*/ 6415214 w 6415214"/>
              <a:gd name="connsiteY0-62" fmla="*/ 193259 h 193259"/>
              <a:gd name="connsiteX1-63" fmla="*/ 511261 w 6415214"/>
              <a:gd name="connsiteY1-64" fmla="*/ 193259 h 193259"/>
              <a:gd name="connsiteX2-65" fmla="*/ 232301 w 6415214"/>
              <a:gd name="connsiteY2-66" fmla="*/ 0 h 193259"/>
              <a:gd name="connsiteX3-67" fmla="*/ 229919 w 6415214"/>
              <a:gd name="connsiteY3-68" fmla="*/ 193259 h 193259"/>
              <a:gd name="connsiteX4-69" fmla="*/ 0 w 6415214"/>
              <a:gd name="connsiteY4-70" fmla="*/ 193259 h 19325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标题 47"/>
          <p:cNvSpPr>
            <a:spLocks noGrp="1"/>
          </p:cNvSpPr>
          <p:nvPr>
            <p:ph type="title" hasCustomPrompt="1"/>
          </p:nvPr>
        </p:nvSpPr>
        <p:spPr>
          <a:xfrm>
            <a:off x="630418" y="2616692"/>
            <a:ext cx="7055958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13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654709" y="2352090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14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655638" y="4304189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474450" y="318256"/>
            <a:ext cx="1899117" cy="792864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2400" b="1" i="0" spc="100" dirty="0">
                <a:solidFill>
                  <a:schemeClr val="accent3"/>
                </a:solidFill>
                <a:latin typeface="+mn-ea"/>
              </a:rPr>
              <a:t>◀ BIT</a:t>
            </a:r>
            <a:r>
              <a:rPr lang="en-US" altLang="zh-CN" sz="2400" b="1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2400" b="1" i="0" spc="100" dirty="0">
                <a:solidFill>
                  <a:schemeClr val="accent3"/>
                </a:solidFill>
                <a:latin typeface="+mn-ea"/>
              </a:rPr>
              <a:t>▶</a:t>
            </a:r>
            <a:endParaRPr lang="zh-CN" altLang="en-US" sz="2400" b="1" i="0" spc="100" dirty="0">
              <a:solidFill>
                <a:schemeClr val="accent3"/>
              </a:solidFill>
              <a:latin typeface="+mn-ea"/>
            </a:endParaRPr>
          </a:p>
        </p:txBody>
      </p:sp>
      <p:pic>
        <p:nvPicPr>
          <p:cNvPr id="23" name="图片 22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250894" y="-774608"/>
            <a:ext cx="7885491" cy="7588381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8250874" y="2196869"/>
            <a:ext cx="3243162" cy="2464261"/>
          </a:xfrm>
          <a:prstGeom prst="rect">
            <a:avLst/>
          </a:prstGeom>
        </p:spPr>
      </p:pic>
      <p:grpSp>
        <p:nvGrpSpPr>
          <p:cNvPr id="24" name="组合 23"/>
          <p:cNvGrpSpPr/>
          <p:nvPr userDrawn="1"/>
        </p:nvGrpSpPr>
        <p:grpSpPr>
          <a:xfrm>
            <a:off x="671368" y="6083135"/>
            <a:ext cx="2542613" cy="276499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25" name="组合 24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3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1" name="组合 4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4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4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26" name="组合 25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27" name="组合 26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3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8" name="组合 27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3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9" name="组合 28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32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3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4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0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A-矩形 7"/>
          <p:cNvSpPr/>
          <p:nvPr userDrawn="1">
            <p:custDataLst>
              <p:tags r:id="rId1"/>
            </p:custDataLst>
          </p:nvPr>
        </p:nvSpPr>
        <p:spPr>
          <a:xfrm>
            <a:off x="11373037" y="1"/>
            <a:ext cx="818963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137938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11373037" y="0"/>
            <a:ext cx="0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图片 3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2610651" y="161103"/>
            <a:ext cx="6791691" cy="6535792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0" y="1504950"/>
            <a:ext cx="12192000" cy="38481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31" name="任意多边形: 形状 30"/>
          <p:cNvSpPr/>
          <p:nvPr userDrawn="1"/>
        </p:nvSpPr>
        <p:spPr>
          <a:xfrm flipV="1">
            <a:off x="5143364" y="3786901"/>
            <a:ext cx="6236023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-1" fmla="*/ 0 w 6415214"/>
              <a:gd name="connsiteY0-2" fmla="*/ 171407 h 262847"/>
              <a:gd name="connsiteX1-3" fmla="*/ 6415214 w 6415214"/>
              <a:gd name="connsiteY1-4" fmla="*/ 171407 h 262847"/>
              <a:gd name="connsiteX2-5" fmla="*/ 6415214 w 6415214"/>
              <a:gd name="connsiteY2-6" fmla="*/ 100390 h 262847"/>
              <a:gd name="connsiteX3-7" fmla="*/ 511261 w 6415214"/>
              <a:gd name="connsiteY3-8" fmla="*/ 100390 h 262847"/>
              <a:gd name="connsiteX4-9" fmla="*/ 229919 w 6415214"/>
              <a:gd name="connsiteY4-10" fmla="*/ 0 h 262847"/>
              <a:gd name="connsiteX5-11" fmla="*/ 229919 w 6415214"/>
              <a:gd name="connsiteY5-12" fmla="*/ 100390 h 262847"/>
              <a:gd name="connsiteX6-13" fmla="*/ 0 w 6415214"/>
              <a:gd name="connsiteY6-14" fmla="*/ 100390 h 262847"/>
              <a:gd name="connsiteX7" fmla="*/ 91440 w 6415214"/>
              <a:gd name="connsiteY7" fmla="*/ 262847 h 262847"/>
              <a:gd name="connsiteX0-15" fmla="*/ 0 w 6415214"/>
              <a:gd name="connsiteY0-16" fmla="*/ 171407 h 171407"/>
              <a:gd name="connsiteX1-17" fmla="*/ 6415214 w 6415214"/>
              <a:gd name="connsiteY1-18" fmla="*/ 171407 h 171407"/>
              <a:gd name="connsiteX2-19" fmla="*/ 6415214 w 6415214"/>
              <a:gd name="connsiteY2-20" fmla="*/ 100390 h 171407"/>
              <a:gd name="connsiteX3-21" fmla="*/ 511261 w 6415214"/>
              <a:gd name="connsiteY3-22" fmla="*/ 100390 h 171407"/>
              <a:gd name="connsiteX4-23" fmla="*/ 229919 w 6415214"/>
              <a:gd name="connsiteY4-24" fmla="*/ 0 h 171407"/>
              <a:gd name="connsiteX5-25" fmla="*/ 229919 w 6415214"/>
              <a:gd name="connsiteY5-26" fmla="*/ 100390 h 171407"/>
              <a:gd name="connsiteX6-27" fmla="*/ 0 w 6415214"/>
              <a:gd name="connsiteY6-28" fmla="*/ 100390 h 171407"/>
              <a:gd name="connsiteX0-29" fmla="*/ 0 w 6415214"/>
              <a:gd name="connsiteY0-30" fmla="*/ 171407 h 171407"/>
              <a:gd name="connsiteX1-31" fmla="*/ 6415214 w 6415214"/>
              <a:gd name="connsiteY1-32" fmla="*/ 100390 h 171407"/>
              <a:gd name="connsiteX2-33" fmla="*/ 511261 w 6415214"/>
              <a:gd name="connsiteY2-34" fmla="*/ 100390 h 171407"/>
              <a:gd name="connsiteX3-35" fmla="*/ 229919 w 6415214"/>
              <a:gd name="connsiteY3-36" fmla="*/ 0 h 171407"/>
              <a:gd name="connsiteX4-37" fmla="*/ 229919 w 6415214"/>
              <a:gd name="connsiteY4-38" fmla="*/ 100390 h 171407"/>
              <a:gd name="connsiteX5-39" fmla="*/ 0 w 6415214"/>
              <a:gd name="connsiteY5-40" fmla="*/ 100390 h 171407"/>
              <a:gd name="connsiteX0-41" fmla="*/ 6415214 w 6415214"/>
              <a:gd name="connsiteY0-42" fmla="*/ 100390 h 100390"/>
              <a:gd name="connsiteX1-43" fmla="*/ 511261 w 6415214"/>
              <a:gd name="connsiteY1-44" fmla="*/ 100390 h 100390"/>
              <a:gd name="connsiteX2-45" fmla="*/ 229919 w 6415214"/>
              <a:gd name="connsiteY2-46" fmla="*/ 0 h 100390"/>
              <a:gd name="connsiteX3-47" fmla="*/ 229919 w 6415214"/>
              <a:gd name="connsiteY3-48" fmla="*/ 100390 h 100390"/>
              <a:gd name="connsiteX4-49" fmla="*/ 0 w 6415214"/>
              <a:gd name="connsiteY4-50" fmla="*/ 100390 h 100390"/>
              <a:gd name="connsiteX0-51" fmla="*/ 6415214 w 6415214"/>
              <a:gd name="connsiteY0-52" fmla="*/ 195640 h 195640"/>
              <a:gd name="connsiteX1-53" fmla="*/ 511261 w 6415214"/>
              <a:gd name="connsiteY1-54" fmla="*/ 195640 h 195640"/>
              <a:gd name="connsiteX2-55" fmla="*/ 227538 w 6415214"/>
              <a:gd name="connsiteY2-56" fmla="*/ 0 h 195640"/>
              <a:gd name="connsiteX3-57" fmla="*/ 229919 w 6415214"/>
              <a:gd name="connsiteY3-58" fmla="*/ 195640 h 195640"/>
              <a:gd name="connsiteX4-59" fmla="*/ 0 w 6415214"/>
              <a:gd name="connsiteY4-60" fmla="*/ 195640 h 195640"/>
              <a:gd name="connsiteX0-61" fmla="*/ 6415214 w 6415214"/>
              <a:gd name="connsiteY0-62" fmla="*/ 193259 h 193259"/>
              <a:gd name="connsiteX1-63" fmla="*/ 511261 w 6415214"/>
              <a:gd name="connsiteY1-64" fmla="*/ 193259 h 193259"/>
              <a:gd name="connsiteX2-65" fmla="*/ 232301 w 6415214"/>
              <a:gd name="connsiteY2-66" fmla="*/ 0 h 193259"/>
              <a:gd name="connsiteX3-67" fmla="*/ 229919 w 6415214"/>
              <a:gd name="connsiteY3-68" fmla="*/ 193259 h 193259"/>
              <a:gd name="connsiteX4-69" fmla="*/ 0 w 6415214"/>
              <a:gd name="connsiteY4-70" fmla="*/ 193259 h 19325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48" name="标题 47"/>
          <p:cNvSpPr>
            <a:spLocks noGrp="1"/>
          </p:cNvSpPr>
          <p:nvPr>
            <p:ph type="title" hasCustomPrompt="1"/>
          </p:nvPr>
        </p:nvSpPr>
        <p:spPr>
          <a:xfrm>
            <a:off x="5113420" y="2558484"/>
            <a:ext cx="6236023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60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5137014" y="2329801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38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5143364" y="4198880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1111261" y="2359437"/>
            <a:ext cx="2855386" cy="216961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9" name="任意多边形: 形状 118"/>
          <p:cNvSpPr/>
          <p:nvPr userDrawn="1"/>
        </p:nvSpPr>
        <p:spPr>
          <a:xfrm rot="1916941">
            <a:off x="-628945" y="-604401"/>
            <a:ext cx="12918999" cy="10347422"/>
          </a:xfrm>
          <a:custGeom>
            <a:avLst/>
            <a:gdLst>
              <a:gd name="connsiteX0" fmla="*/ 3910821 w 12918999"/>
              <a:gd name="connsiteY0" fmla="*/ 3392979 h 10347422"/>
              <a:gd name="connsiteX1" fmla="*/ 10262073 w 12918999"/>
              <a:gd name="connsiteY1" fmla="*/ 135295 h 10347422"/>
              <a:gd name="connsiteX2" fmla="*/ 10593809 w 12918999"/>
              <a:gd name="connsiteY2" fmla="*/ 0 h 10347422"/>
              <a:gd name="connsiteX3" fmla="*/ 12918999 w 12918999"/>
              <a:gd name="connsiteY3" fmla="*/ 3728462 h 10347422"/>
              <a:gd name="connsiteX4" fmla="*/ 11966464 w 12918999"/>
              <a:gd name="connsiteY4" fmla="*/ 4224159 h 10347422"/>
              <a:gd name="connsiteX5" fmla="*/ 3050273 w 12918999"/>
              <a:gd name="connsiteY5" fmla="*/ 10050202 h 10347422"/>
              <a:gd name="connsiteX6" fmla="*/ 2678241 w 12918999"/>
              <a:gd name="connsiteY6" fmla="*/ 10347422 h 10347422"/>
              <a:gd name="connsiteX7" fmla="*/ 0 w 12918999"/>
              <a:gd name="connsiteY7" fmla="*/ 6052840 h 10347422"/>
              <a:gd name="connsiteX8" fmla="*/ 4301 w 12918999"/>
              <a:gd name="connsiteY8" fmla="*/ 6049545 h 10347422"/>
              <a:gd name="connsiteX9" fmla="*/ 3049697 w 12918999"/>
              <a:gd name="connsiteY9" fmla="*/ 3931365 h 10347422"/>
              <a:gd name="connsiteX10" fmla="*/ 3910821 w 12918999"/>
              <a:gd name="connsiteY10" fmla="*/ 3392979 h 10347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918999" h="10347422">
                <a:moveTo>
                  <a:pt x="3910821" y="3392979"/>
                </a:moveTo>
                <a:cubicBezTo>
                  <a:pt x="5934272" y="2157348"/>
                  <a:pt x="8056184" y="1066634"/>
                  <a:pt x="10262073" y="135295"/>
                </a:cubicBezTo>
                <a:lnTo>
                  <a:pt x="10593809" y="0"/>
                </a:lnTo>
                <a:lnTo>
                  <a:pt x="12918999" y="3728462"/>
                </a:lnTo>
                <a:lnTo>
                  <a:pt x="11966464" y="4224159"/>
                </a:lnTo>
                <a:cubicBezTo>
                  <a:pt x="8816355" y="5904658"/>
                  <a:pt x="5833798" y="7857148"/>
                  <a:pt x="3050273" y="10050202"/>
                </a:cubicBezTo>
                <a:lnTo>
                  <a:pt x="2678241" y="10347422"/>
                </a:lnTo>
                <a:lnTo>
                  <a:pt x="0" y="6052840"/>
                </a:lnTo>
                <a:lnTo>
                  <a:pt x="4301" y="6049545"/>
                </a:lnTo>
                <a:cubicBezTo>
                  <a:pt x="990558" y="5305797"/>
                  <a:pt x="2006380" y="4599047"/>
                  <a:pt x="3049697" y="3931365"/>
                </a:cubicBezTo>
                <a:cubicBezTo>
                  <a:pt x="3334701" y="3748973"/>
                  <a:pt x="3621756" y="3569497"/>
                  <a:pt x="3910821" y="3392979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06" name="任意多边形: 形状 105"/>
          <p:cNvSpPr/>
          <p:nvPr userDrawn="1"/>
        </p:nvSpPr>
        <p:spPr>
          <a:xfrm rot="2885786">
            <a:off x="1087929" y="-2969595"/>
            <a:ext cx="10843749" cy="12155155"/>
          </a:xfrm>
          <a:custGeom>
            <a:avLst/>
            <a:gdLst>
              <a:gd name="connsiteX0" fmla="*/ 6051751 w 10843749"/>
              <a:gd name="connsiteY0" fmla="*/ 1433305 h 12155155"/>
              <a:gd name="connsiteX1" fmla="*/ 6837805 w 10843749"/>
              <a:gd name="connsiteY1" fmla="*/ 587393 h 12155155"/>
              <a:gd name="connsiteX2" fmla="*/ 7410328 w 10843749"/>
              <a:gd name="connsiteY2" fmla="*/ 0 h 12155155"/>
              <a:gd name="connsiteX3" fmla="*/ 10843749 w 10843749"/>
              <a:gd name="connsiteY3" fmla="*/ 3081016 h 12155155"/>
              <a:gd name="connsiteX4" fmla="*/ 2700969 w 10843749"/>
              <a:gd name="connsiteY4" fmla="*/ 12155155 h 12155155"/>
              <a:gd name="connsiteX5" fmla="*/ 0 w 10843749"/>
              <a:gd name="connsiteY5" fmla="*/ 9731411 h 12155155"/>
              <a:gd name="connsiteX6" fmla="*/ 261077 w 10843749"/>
              <a:gd name="connsiteY6" fmla="*/ 9278934 h 12155155"/>
              <a:gd name="connsiteX7" fmla="*/ 6051751 w 10843749"/>
              <a:gd name="connsiteY7" fmla="*/ 1433305 h 12155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43749" h="12155155">
                <a:moveTo>
                  <a:pt x="6051751" y="1433305"/>
                </a:moveTo>
                <a:cubicBezTo>
                  <a:pt x="6310424" y="1148193"/>
                  <a:pt x="6572461" y="866201"/>
                  <a:pt x="6837805" y="587393"/>
                </a:cubicBezTo>
                <a:lnTo>
                  <a:pt x="7410328" y="0"/>
                </a:lnTo>
                <a:lnTo>
                  <a:pt x="10843749" y="3081016"/>
                </a:lnTo>
                <a:lnTo>
                  <a:pt x="2700969" y="12155155"/>
                </a:lnTo>
                <a:lnTo>
                  <a:pt x="0" y="9731411"/>
                </a:lnTo>
                <a:lnTo>
                  <a:pt x="261077" y="9278934"/>
                </a:lnTo>
                <a:cubicBezTo>
                  <a:pt x="1926385" y="6466781"/>
                  <a:pt x="3869211" y="3838947"/>
                  <a:pt x="6051751" y="1433305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8" name="任意多边形: 形状 117"/>
          <p:cNvSpPr/>
          <p:nvPr userDrawn="1"/>
        </p:nvSpPr>
        <p:spPr>
          <a:xfrm rot="1846855">
            <a:off x="-307281" y="-539696"/>
            <a:ext cx="12650822" cy="11532482"/>
          </a:xfrm>
          <a:custGeom>
            <a:avLst/>
            <a:gdLst>
              <a:gd name="connsiteX0" fmla="*/ 7956679 w 12650822"/>
              <a:gd name="connsiteY0" fmla="*/ 1195248 h 11532482"/>
              <a:gd name="connsiteX1" fmla="*/ 9978822 w 12650822"/>
              <a:gd name="connsiteY1" fmla="*/ 62012 h 11532482"/>
              <a:gd name="connsiteX2" fmla="*/ 10098991 w 12650822"/>
              <a:gd name="connsiteY2" fmla="*/ 0 h 11532482"/>
              <a:gd name="connsiteX3" fmla="*/ 12650822 w 12650822"/>
              <a:gd name="connsiteY3" fmla="*/ 4283979 h 11532482"/>
              <a:gd name="connsiteX4" fmla="*/ 12245569 w 12650822"/>
              <a:gd name="connsiteY4" fmla="*/ 4531370 h 11532482"/>
              <a:gd name="connsiteX5" fmla="*/ 3166697 w 12650822"/>
              <a:gd name="connsiteY5" fmla="*/ 11321300 h 11532482"/>
              <a:gd name="connsiteX6" fmla="*/ 2933905 w 12650822"/>
              <a:gd name="connsiteY6" fmla="*/ 11532482 h 11532482"/>
              <a:gd name="connsiteX7" fmla="*/ 1718627 w 12650822"/>
              <a:gd name="connsiteY7" fmla="*/ 9865697 h 11532482"/>
              <a:gd name="connsiteX8" fmla="*/ 0 w 12650822"/>
              <a:gd name="connsiteY8" fmla="*/ 6980488 h 11532482"/>
              <a:gd name="connsiteX9" fmla="*/ 22022 w 12650822"/>
              <a:gd name="connsiteY9" fmla="*/ 6960742 h 11532482"/>
              <a:gd name="connsiteX10" fmla="*/ 4718407 w 12650822"/>
              <a:gd name="connsiteY10" fmla="*/ 3273000 h 11532482"/>
              <a:gd name="connsiteX11" fmla="*/ 7956679 w 12650822"/>
              <a:gd name="connsiteY11" fmla="*/ 1195248 h 11532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650822" h="11532482">
                <a:moveTo>
                  <a:pt x="7956679" y="1195248"/>
                </a:moveTo>
                <a:cubicBezTo>
                  <a:pt x="8621077" y="803084"/>
                  <a:pt x="9295272" y="425195"/>
                  <a:pt x="9978822" y="62012"/>
                </a:cubicBezTo>
                <a:lnTo>
                  <a:pt x="10098991" y="0"/>
                </a:lnTo>
                <a:lnTo>
                  <a:pt x="12650822" y="4283979"/>
                </a:lnTo>
                <a:lnTo>
                  <a:pt x="12245569" y="4531370"/>
                </a:lnTo>
                <a:cubicBezTo>
                  <a:pt x="9012618" y="6531229"/>
                  <a:pt x="5974903" y="8805712"/>
                  <a:pt x="3166697" y="11321300"/>
                </a:cubicBezTo>
                <a:lnTo>
                  <a:pt x="2933905" y="11532482"/>
                </a:lnTo>
                <a:lnTo>
                  <a:pt x="1718627" y="9865697"/>
                </a:lnTo>
                <a:lnTo>
                  <a:pt x="0" y="6980488"/>
                </a:lnTo>
                <a:lnTo>
                  <a:pt x="22022" y="6960742"/>
                </a:lnTo>
                <a:cubicBezTo>
                  <a:pt x="1511041" y="5644986"/>
                  <a:pt x="3079104" y="4413194"/>
                  <a:pt x="4718407" y="3273000"/>
                </a:cubicBezTo>
                <a:cubicBezTo>
                  <a:pt x="5769244" y="2542106"/>
                  <a:pt x="6849352" y="1848853"/>
                  <a:pt x="7956679" y="1195248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3000"/>
                </a:schemeClr>
              </a:gs>
              <a:gs pos="100000">
                <a:schemeClr val="accent2">
                  <a:alpha val="18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49" name="任意多边形: 形状 83"/>
          <p:cNvSpPr/>
          <p:nvPr userDrawn="1"/>
        </p:nvSpPr>
        <p:spPr>
          <a:xfrm>
            <a:off x="-1" y="2998308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50" name="任意多边形: 形状 83"/>
          <p:cNvSpPr/>
          <p:nvPr userDrawn="1"/>
        </p:nvSpPr>
        <p:spPr>
          <a:xfrm>
            <a:off x="-2" y="3019587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102" name="任意多边形: 形状 101"/>
          <p:cNvSpPr/>
          <p:nvPr userDrawn="1"/>
        </p:nvSpPr>
        <p:spPr>
          <a:xfrm rot="2676034">
            <a:off x="-1681418" y="5021332"/>
            <a:ext cx="3362838" cy="3410056"/>
          </a:xfrm>
          <a:custGeom>
            <a:avLst/>
            <a:gdLst>
              <a:gd name="connsiteX0" fmla="*/ 0 w 3362838"/>
              <a:gd name="connsiteY0" fmla="*/ 0 h 3410056"/>
              <a:gd name="connsiteX1" fmla="*/ 3362838 w 3362838"/>
              <a:gd name="connsiteY1" fmla="*/ 3410056 h 3410056"/>
              <a:gd name="connsiteX2" fmla="*/ 3362837 w 3362838"/>
              <a:gd name="connsiteY2" fmla="*/ 3410056 h 3410056"/>
              <a:gd name="connsiteX3" fmla="*/ 0 w 3362838"/>
              <a:gd name="connsiteY3" fmla="*/ 1 h 3410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62838" h="3410056">
                <a:moveTo>
                  <a:pt x="0" y="0"/>
                </a:moveTo>
                <a:lnTo>
                  <a:pt x="3362838" y="3410056"/>
                </a:lnTo>
                <a:lnTo>
                  <a:pt x="3362837" y="3410056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4" name="任意多边形: 形状 83"/>
          <p:cNvSpPr/>
          <p:nvPr userDrawn="1"/>
        </p:nvSpPr>
        <p:spPr>
          <a:xfrm>
            <a:off x="0" y="3201986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48" name="标题 47"/>
          <p:cNvSpPr>
            <a:spLocks noGrp="1"/>
          </p:cNvSpPr>
          <p:nvPr userDrawn="1">
            <p:ph type="title" hasCustomPrompt="1"/>
          </p:nvPr>
        </p:nvSpPr>
        <p:spPr>
          <a:xfrm>
            <a:off x="515939" y="3758091"/>
            <a:ext cx="11160124" cy="132343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algn="ctr">
              <a:lnSpc>
                <a:spcPct val="100000"/>
              </a:lnSpc>
              <a:defRPr lang="zh-CN" altLang="en-US" sz="4000" b="1" spc="100" dirty="0">
                <a:solidFill>
                  <a:schemeClr val="tx1"/>
                </a:solidFill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北京理工大学</a:t>
            </a:r>
            <a:br>
              <a:rPr lang="zh-CN" altLang="en-US" dirty="0"/>
            </a:br>
            <a:r>
              <a:rPr lang="zh-CN" altLang="en-US" dirty="0"/>
              <a:t>毕业设计论文答辩模板</a:t>
            </a:r>
          </a:p>
        </p:txBody>
      </p:sp>
      <p:sp>
        <p:nvSpPr>
          <p:cNvPr id="38" name="文本占位符 53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063320" y="5540739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 algn="ctr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cxnSp>
        <p:nvCxnSpPr>
          <p:cNvPr id="18" name="直接连接符 17"/>
          <p:cNvCxnSpPr/>
          <p:nvPr userDrawn="1"/>
        </p:nvCxnSpPr>
        <p:spPr>
          <a:xfrm>
            <a:off x="2108522" y="5295418"/>
            <a:ext cx="797495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3866200" y="944838"/>
            <a:ext cx="4510874" cy="1262604"/>
          </a:xfrm>
          <a:prstGeom prst="rect">
            <a:avLst/>
          </a:prstGeom>
        </p:spPr>
      </p:pic>
      <p:sp>
        <p:nvSpPr>
          <p:cNvPr id="51" name="文本框 50"/>
          <p:cNvSpPr txBox="1"/>
          <p:nvPr userDrawn="1"/>
        </p:nvSpPr>
        <p:spPr>
          <a:xfrm>
            <a:off x="150844" y="608868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400" b="1" i="0" spc="100" dirty="0">
                <a:solidFill>
                  <a:schemeClr val="accent3"/>
                </a:solidFill>
                <a:latin typeface="+mn-ea"/>
                <a:ea typeface="+mn-ea"/>
              </a:rPr>
              <a:t>BIT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|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SINCE 1940</a:t>
            </a:r>
            <a:endParaRPr lang="zh-CN" altLang="en-US" sz="1400" b="1" i="0" spc="100" dirty="0">
              <a:solidFill>
                <a:schemeClr val="accent3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52" name="组合 51"/>
          <p:cNvGrpSpPr/>
          <p:nvPr userDrawn="1"/>
        </p:nvGrpSpPr>
        <p:grpSpPr>
          <a:xfrm>
            <a:off x="10083479" y="6315185"/>
            <a:ext cx="1765866" cy="192031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53" name="组合 5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91" name="组合 9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9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9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54" name="组合 5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55" name="组合 5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8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8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6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5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2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任意多边形: 形状 19"/>
          <p:cNvSpPr/>
          <p:nvPr userDrawn="1"/>
        </p:nvSpPr>
        <p:spPr>
          <a:xfrm flipH="1" flipV="1">
            <a:off x="4442085" y="3759199"/>
            <a:ext cx="3307830" cy="2335892"/>
          </a:xfrm>
          <a:custGeom>
            <a:avLst/>
            <a:gdLst>
              <a:gd name="connsiteX0" fmla="*/ 3162300 w 3162300"/>
              <a:gd name="connsiteY0" fmla="*/ 2147409 h 2147409"/>
              <a:gd name="connsiteX1" fmla="*/ 0 w 3162300"/>
              <a:gd name="connsiteY1" fmla="*/ 2147409 h 2147409"/>
              <a:gd name="connsiteX2" fmla="*/ 0 w 3162300"/>
              <a:gd name="connsiteY2" fmla="*/ 1565265 h 2147409"/>
              <a:gd name="connsiteX3" fmla="*/ 0 w 3162300"/>
              <a:gd name="connsiteY3" fmla="*/ 1544697 h 2147409"/>
              <a:gd name="connsiteX4" fmla="*/ 0 w 3162300"/>
              <a:gd name="connsiteY4" fmla="*/ 0 h 2147409"/>
              <a:gd name="connsiteX5" fmla="*/ 1585774 w 3162300"/>
              <a:gd name="connsiteY5" fmla="*/ 1112898 h 2147409"/>
              <a:gd name="connsiteX6" fmla="*/ 3162300 w 3162300"/>
              <a:gd name="connsiteY6" fmla="*/ 0 h 2147409"/>
              <a:gd name="connsiteX7" fmla="*/ 3162300 w 3162300"/>
              <a:gd name="connsiteY7" fmla="*/ 1544697 h 2147409"/>
              <a:gd name="connsiteX8" fmla="*/ 3162300 w 3162300"/>
              <a:gd name="connsiteY8" fmla="*/ 1565265 h 2147409"/>
              <a:gd name="connsiteX0-1" fmla="*/ 0 w 3162300"/>
              <a:gd name="connsiteY0-2" fmla="*/ 2147409 h 2238849"/>
              <a:gd name="connsiteX1-3" fmla="*/ 0 w 3162300"/>
              <a:gd name="connsiteY1-4" fmla="*/ 1565265 h 2238849"/>
              <a:gd name="connsiteX2-5" fmla="*/ 0 w 3162300"/>
              <a:gd name="connsiteY2-6" fmla="*/ 1544697 h 2238849"/>
              <a:gd name="connsiteX3-7" fmla="*/ 0 w 3162300"/>
              <a:gd name="connsiteY3-8" fmla="*/ 0 h 2238849"/>
              <a:gd name="connsiteX4-9" fmla="*/ 1585774 w 3162300"/>
              <a:gd name="connsiteY4-10" fmla="*/ 1112898 h 2238849"/>
              <a:gd name="connsiteX5-11" fmla="*/ 3162300 w 3162300"/>
              <a:gd name="connsiteY5-12" fmla="*/ 0 h 2238849"/>
              <a:gd name="connsiteX6-13" fmla="*/ 3162300 w 3162300"/>
              <a:gd name="connsiteY6-14" fmla="*/ 1544697 h 2238849"/>
              <a:gd name="connsiteX7-15" fmla="*/ 3162300 w 3162300"/>
              <a:gd name="connsiteY7-16" fmla="*/ 1565265 h 2238849"/>
              <a:gd name="connsiteX8-17" fmla="*/ 3162300 w 3162300"/>
              <a:gd name="connsiteY8-18" fmla="*/ 2147409 h 2238849"/>
              <a:gd name="connsiteX9" fmla="*/ 91440 w 3162300"/>
              <a:gd name="connsiteY9" fmla="*/ 2238849 h 2238849"/>
              <a:gd name="connsiteX0-19" fmla="*/ 0 w 3162300"/>
              <a:gd name="connsiteY0-20" fmla="*/ 2147409 h 2147409"/>
              <a:gd name="connsiteX1-21" fmla="*/ 0 w 3162300"/>
              <a:gd name="connsiteY1-22" fmla="*/ 1565265 h 2147409"/>
              <a:gd name="connsiteX2-23" fmla="*/ 0 w 3162300"/>
              <a:gd name="connsiteY2-24" fmla="*/ 1544697 h 2147409"/>
              <a:gd name="connsiteX3-25" fmla="*/ 0 w 3162300"/>
              <a:gd name="connsiteY3-26" fmla="*/ 0 h 2147409"/>
              <a:gd name="connsiteX4-27" fmla="*/ 1585774 w 3162300"/>
              <a:gd name="connsiteY4-28" fmla="*/ 1112898 h 2147409"/>
              <a:gd name="connsiteX5-29" fmla="*/ 3162300 w 3162300"/>
              <a:gd name="connsiteY5-30" fmla="*/ 0 h 2147409"/>
              <a:gd name="connsiteX6-31" fmla="*/ 3162300 w 3162300"/>
              <a:gd name="connsiteY6-32" fmla="*/ 1544697 h 2147409"/>
              <a:gd name="connsiteX7-33" fmla="*/ 3162300 w 3162300"/>
              <a:gd name="connsiteY7-34" fmla="*/ 1565265 h 2147409"/>
              <a:gd name="connsiteX8-35" fmla="*/ 3162300 w 3162300"/>
              <a:gd name="connsiteY8-36" fmla="*/ 2147409 h 214740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3162300" h="2147409">
                <a:moveTo>
                  <a:pt x="0" y="2147409"/>
                </a:moveTo>
                <a:lnTo>
                  <a:pt x="0" y="1565265"/>
                </a:lnTo>
                <a:lnTo>
                  <a:pt x="0" y="1544697"/>
                </a:lnTo>
                <a:lnTo>
                  <a:pt x="0" y="0"/>
                </a:lnTo>
                <a:lnTo>
                  <a:pt x="1585774" y="1112898"/>
                </a:lnTo>
                <a:lnTo>
                  <a:pt x="3162300" y="0"/>
                </a:lnTo>
                <a:lnTo>
                  <a:pt x="3162300" y="1544697"/>
                </a:lnTo>
                <a:lnTo>
                  <a:pt x="3162300" y="1565265"/>
                </a:lnTo>
                <a:lnTo>
                  <a:pt x="3162300" y="2147409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11" name="矩形 3"/>
          <p:cNvSpPr/>
          <p:nvPr userDrawn="1"/>
        </p:nvSpPr>
        <p:spPr>
          <a:xfrm>
            <a:off x="4442085" y="1015093"/>
            <a:ext cx="3307830" cy="1428368"/>
          </a:xfrm>
          <a:custGeom>
            <a:avLst/>
            <a:gdLst>
              <a:gd name="connsiteX0" fmla="*/ 0 w 3162300"/>
              <a:gd name="connsiteY0" fmla="*/ 0 h 1871961"/>
              <a:gd name="connsiteX1" fmla="*/ 3162300 w 3162300"/>
              <a:gd name="connsiteY1" fmla="*/ 0 h 1871961"/>
              <a:gd name="connsiteX2" fmla="*/ 3162300 w 3162300"/>
              <a:gd name="connsiteY2" fmla="*/ 1871961 h 1871961"/>
              <a:gd name="connsiteX3" fmla="*/ 0 w 3162300"/>
              <a:gd name="connsiteY3" fmla="*/ 1871961 h 1871961"/>
              <a:gd name="connsiteX4" fmla="*/ 0 w 3162300"/>
              <a:gd name="connsiteY4" fmla="*/ 0 h 1871961"/>
              <a:gd name="connsiteX0-1" fmla="*/ 0 w 3162300"/>
              <a:gd name="connsiteY0-2" fmla="*/ 1871961 h 1963401"/>
              <a:gd name="connsiteX1-3" fmla="*/ 0 w 3162300"/>
              <a:gd name="connsiteY1-4" fmla="*/ 0 h 1963401"/>
              <a:gd name="connsiteX2-5" fmla="*/ 3162300 w 3162300"/>
              <a:gd name="connsiteY2-6" fmla="*/ 0 h 1963401"/>
              <a:gd name="connsiteX3-7" fmla="*/ 3162300 w 3162300"/>
              <a:gd name="connsiteY3-8" fmla="*/ 1871961 h 1963401"/>
              <a:gd name="connsiteX4-9" fmla="*/ 91440 w 3162300"/>
              <a:gd name="connsiteY4-10" fmla="*/ 1963401 h 1963401"/>
              <a:gd name="connsiteX0-11" fmla="*/ 0 w 3162300"/>
              <a:gd name="connsiteY0-12" fmla="*/ 1871961 h 1871961"/>
              <a:gd name="connsiteX1-13" fmla="*/ 0 w 3162300"/>
              <a:gd name="connsiteY1-14" fmla="*/ 0 h 1871961"/>
              <a:gd name="connsiteX2-15" fmla="*/ 3162300 w 3162300"/>
              <a:gd name="connsiteY2-16" fmla="*/ 0 h 1871961"/>
              <a:gd name="connsiteX3-17" fmla="*/ 3162300 w 3162300"/>
              <a:gd name="connsiteY3-18" fmla="*/ 1871961 h 187196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3162300" h="1871961">
                <a:moveTo>
                  <a:pt x="0" y="1871961"/>
                </a:moveTo>
                <a:lnTo>
                  <a:pt x="0" y="0"/>
                </a:lnTo>
                <a:lnTo>
                  <a:pt x="3162300" y="0"/>
                </a:lnTo>
                <a:lnTo>
                  <a:pt x="3162300" y="1871961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等腰三角形 11"/>
          <p:cNvSpPr/>
          <p:nvPr userDrawn="1"/>
        </p:nvSpPr>
        <p:spPr>
          <a:xfrm flipV="1">
            <a:off x="6007269" y="3832178"/>
            <a:ext cx="177462" cy="152984"/>
          </a:xfrm>
          <a:prstGeom prst="triangle">
            <a:avLst/>
          </a:prstGeom>
          <a:solidFill>
            <a:schemeClr val="bg1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974749" y="1401223"/>
            <a:ext cx="2256308" cy="63154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 l="128" r="23340"/>
          <a:stretch>
            <a:fillRect/>
          </a:stretch>
        </p:blipFill>
        <p:spPr>
          <a:xfrm>
            <a:off x="4303956" y="0"/>
            <a:ext cx="7888043" cy="68580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1" y="0"/>
            <a:ext cx="12192000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706026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 l="15573" r="198"/>
          <a:stretch>
            <a:fillRect/>
          </a:stretch>
        </p:blipFill>
        <p:spPr>
          <a:xfrm>
            <a:off x="0" y="0"/>
            <a:ext cx="8678174" cy="68580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9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7382858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/>
          <a:srcRect/>
          <a:stretch>
            <a:fillRect/>
          </a:stretch>
        </p:blipFill>
        <p:spPr>
          <a:xfrm>
            <a:off x="4768810" y="7452"/>
            <a:ext cx="7423189" cy="6850548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2" y="0"/>
            <a:ext cx="12192001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5" name="组合 14"/>
          <p:cNvGrpSpPr/>
          <p:nvPr userDrawn="1"/>
        </p:nvGrpSpPr>
        <p:grpSpPr>
          <a:xfrm>
            <a:off x="706026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/>
          <a:srcRect/>
          <a:stretch>
            <a:fillRect/>
          </a:stretch>
        </p:blipFill>
        <p:spPr>
          <a:xfrm>
            <a:off x="-10414" y="0"/>
            <a:ext cx="8336943" cy="686004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10414" y="0"/>
            <a:ext cx="12202413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5" name="组合 14"/>
          <p:cNvGrpSpPr/>
          <p:nvPr userDrawn="1"/>
        </p:nvGrpSpPr>
        <p:grpSpPr>
          <a:xfrm>
            <a:off x="7382858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-6352" y="0"/>
            <a:ext cx="12198351" cy="5024521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6351" y="0"/>
            <a:ext cx="12198349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0"/>
                </a:schemeClr>
              </a:gs>
              <a:gs pos="66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660400" y="4550546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7223405" y="2402693"/>
            <a:ext cx="4785100" cy="477494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4" cstate="screen"/>
          <a:srcRect l="6610" b="12305"/>
          <a:stretch>
            <a:fillRect/>
          </a:stretch>
        </p:blipFill>
        <p:spPr>
          <a:xfrm>
            <a:off x="14873" y="5340546"/>
            <a:ext cx="6018099" cy="1518363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 rotWithShape="1">
          <a:blip r:embed="rId4" cstate="screen"/>
          <a:srcRect l="6610" b="12305"/>
          <a:stretch>
            <a:fillRect/>
          </a:stretch>
        </p:blipFill>
        <p:spPr>
          <a:xfrm flipH="1">
            <a:off x="6154789" y="5340546"/>
            <a:ext cx="6018099" cy="1518363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5018002" y="2568943"/>
            <a:ext cx="2143294" cy="59991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/>
          <a:stretch>
            <a:fillRect/>
          </a:stretch>
        </p:blipFill>
        <p:spPr>
          <a:xfrm>
            <a:off x="0" y="0"/>
            <a:ext cx="12192000" cy="590249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1" y="0"/>
            <a:ext cx="12191998" cy="6858000"/>
          </a:xfrm>
          <a:prstGeom prst="rect">
            <a:avLst/>
          </a:prstGeom>
          <a:gradFill>
            <a:gsLst>
              <a:gs pos="0">
                <a:schemeClr val="bg1">
                  <a:alpha val="30000"/>
                </a:schemeClr>
              </a:gs>
              <a:gs pos="6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660400" y="4626145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 flipV="1">
            <a:off x="14873" y="-15231"/>
            <a:ext cx="6018099" cy="1518363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 userDrawn="1"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 flipH="1" flipV="1">
            <a:off x="6154789" y="-15231"/>
            <a:ext cx="6018099" cy="1518363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5018002" y="2577573"/>
            <a:ext cx="2143294" cy="599913"/>
          </a:xfrm>
          <a:prstGeom prst="rect">
            <a:avLst/>
          </a:prstGeom>
        </p:spPr>
      </p:pic>
      <p:grpSp>
        <p:nvGrpSpPr>
          <p:cNvPr id="17" name="组合 16"/>
          <p:cNvGrpSpPr/>
          <p:nvPr userDrawn="1"/>
        </p:nvGrpSpPr>
        <p:grpSpPr>
          <a:xfrm>
            <a:off x="3040886" y="5719548"/>
            <a:ext cx="6136451" cy="681262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9000"/>
                </a:schemeClr>
              </a:gs>
              <a:gs pos="0">
                <a:schemeClr val="bg1">
                  <a:alpha val="3000"/>
                </a:schemeClr>
              </a:gs>
            </a:gsLst>
            <a:lin ang="16200000" scaled="1"/>
            <a:tileRect/>
          </a:gradFill>
        </p:grpSpPr>
        <p:grpSp>
          <p:nvGrpSpPr>
            <p:cNvPr id="18" name="组合 17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9" name="组合 18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20" name="组合 19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3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529" y="-2924"/>
            <a:ext cx="12193057" cy="3633531"/>
          </a:xfrm>
          <a:prstGeom prst="rect">
            <a:avLst/>
          </a:prstGeom>
        </p:spPr>
      </p:pic>
      <p:sp>
        <p:nvSpPr>
          <p:cNvPr id="37" name="任意形状 36"/>
          <p:cNvSpPr/>
          <p:nvPr userDrawn="1"/>
        </p:nvSpPr>
        <p:spPr>
          <a:xfrm>
            <a:off x="-134112" y="-106934"/>
            <a:ext cx="12468264" cy="3829332"/>
          </a:xfrm>
          <a:custGeom>
            <a:avLst/>
            <a:gdLst>
              <a:gd name="connsiteX0" fmla="*/ 0 w 12192000"/>
              <a:gd name="connsiteY0" fmla="*/ 0 h 3632200"/>
              <a:gd name="connsiteX1" fmla="*/ 12192000 w 12192000"/>
              <a:gd name="connsiteY1" fmla="*/ 0 h 3632200"/>
              <a:gd name="connsiteX2" fmla="*/ 12192000 w 12192000"/>
              <a:gd name="connsiteY2" fmla="*/ 2602097 h 3632200"/>
              <a:gd name="connsiteX3" fmla="*/ 11858362 w 12192000"/>
              <a:gd name="connsiteY3" fmla="*/ 2747371 h 3632200"/>
              <a:gd name="connsiteX4" fmla="*/ 6859519 w 12192000"/>
              <a:gd name="connsiteY4" fmla="*/ 3619648 h 3632200"/>
              <a:gd name="connsiteX5" fmla="*/ 6096062 w 12192000"/>
              <a:gd name="connsiteY5" fmla="*/ 3632200 h 3632200"/>
              <a:gd name="connsiteX6" fmla="*/ 6095939 w 12192000"/>
              <a:gd name="connsiteY6" fmla="*/ 3632200 h 3632200"/>
              <a:gd name="connsiteX7" fmla="*/ 5332482 w 12192000"/>
              <a:gd name="connsiteY7" fmla="*/ 3619648 h 3632200"/>
              <a:gd name="connsiteX8" fmla="*/ 333638 w 12192000"/>
              <a:gd name="connsiteY8" fmla="*/ 2747371 h 3632200"/>
              <a:gd name="connsiteX9" fmla="*/ 0 w 12192000"/>
              <a:gd name="connsiteY9" fmla="*/ 2602097 h 363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3632200">
                <a:moveTo>
                  <a:pt x="0" y="0"/>
                </a:moveTo>
                <a:lnTo>
                  <a:pt x="12192000" y="0"/>
                </a:lnTo>
                <a:lnTo>
                  <a:pt x="12192000" y="2602097"/>
                </a:lnTo>
                <a:lnTo>
                  <a:pt x="11858362" y="2747371"/>
                </a:lnTo>
                <a:cubicBezTo>
                  <a:pt x="10640880" y="3227716"/>
                  <a:pt x="8867829" y="3553239"/>
                  <a:pt x="6859519" y="3619648"/>
                </a:cubicBezTo>
                <a:lnTo>
                  <a:pt x="6096062" y="3632200"/>
                </a:lnTo>
                <a:lnTo>
                  <a:pt x="6095939" y="3632200"/>
                </a:lnTo>
                <a:lnTo>
                  <a:pt x="5332482" y="3619648"/>
                </a:lnTo>
                <a:cubicBezTo>
                  <a:pt x="3324171" y="3553239"/>
                  <a:pt x="1551120" y="3227716"/>
                  <a:pt x="333638" y="2747371"/>
                </a:cubicBezTo>
                <a:lnTo>
                  <a:pt x="0" y="2602097"/>
                </a:lnTo>
                <a:close/>
              </a:path>
            </a:pathLst>
          </a:custGeom>
          <a:noFill/>
          <a:ln w="2857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noAutofit/>
          </a:bodyPr>
          <a:lstStyle/>
          <a:p>
            <a:pPr algn="l">
              <a:lnSpc>
                <a:spcPct val="130000"/>
              </a:lnSpc>
            </a:pPr>
            <a:endParaRPr kumimoji="1" lang="zh-CN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1" name="矩形 40"/>
          <p:cNvSpPr/>
          <p:nvPr userDrawn="1"/>
        </p:nvSpPr>
        <p:spPr>
          <a:xfrm>
            <a:off x="0" y="0"/>
            <a:ext cx="12192000" cy="163286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normAutofit fontScale="25000" lnSpcReduction="20000"/>
          </a:bodyPr>
          <a:lstStyle/>
          <a:p>
            <a:pPr algn="l">
              <a:lnSpc>
                <a:spcPct val="130000"/>
              </a:lnSpc>
            </a:pPr>
            <a:endParaRPr kumimoji="1" lang="zh-CN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502191" y="3048198"/>
            <a:ext cx="1193467" cy="1192626"/>
          </a:xfrm>
          <a:prstGeom prst="rect">
            <a:avLst/>
          </a:prstGeom>
        </p:spPr>
      </p:pic>
      <p:sp>
        <p:nvSpPr>
          <p:cNvPr id="43" name="文本框 42"/>
          <p:cNvSpPr txBox="1"/>
          <p:nvPr userDrawn="1"/>
        </p:nvSpPr>
        <p:spPr>
          <a:xfrm>
            <a:off x="150844" y="617414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400" b="1" i="0" spc="100" dirty="0">
                <a:solidFill>
                  <a:schemeClr val="accent3"/>
                </a:solidFill>
                <a:latin typeface="+mn-ea"/>
                <a:ea typeface="+mn-ea"/>
              </a:rPr>
              <a:t>BIT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|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SINCE 1940</a:t>
            </a:r>
            <a:endParaRPr lang="zh-CN" altLang="en-US" sz="1400" b="1" i="0" spc="100" dirty="0">
              <a:solidFill>
                <a:schemeClr val="accent3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44" name="组合 43"/>
          <p:cNvGrpSpPr/>
          <p:nvPr userDrawn="1"/>
        </p:nvGrpSpPr>
        <p:grpSpPr>
          <a:xfrm>
            <a:off x="10083479" y="6400645"/>
            <a:ext cx="1765866" cy="192031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45" name="组合 44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5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61" name="组合 6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6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2" name="组合 6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6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46" name="组合 45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47" name="组合 46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5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5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52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4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50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7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任意多边形: 形状 44"/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1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2" name="图片 2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222990" y="1401505"/>
            <a:ext cx="3746000" cy="104851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7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任意多边形: 形状 44"/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1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453730" y="4619682"/>
            <a:ext cx="3284503" cy="72219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 b="7394"/>
          <a:stretch>
            <a:fillRect/>
          </a:stretch>
        </p:blipFill>
        <p:spPr>
          <a:xfrm>
            <a:off x="-3165" y="0"/>
            <a:ext cx="12191980" cy="6858000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10" y="1"/>
            <a:ext cx="12191980" cy="6857994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  <a:lumMod val="85000"/>
                </a:schemeClr>
              </a:gs>
              <a:gs pos="50000">
                <a:schemeClr val="accent1">
                  <a:alpha val="90000"/>
                  <a:lumMod val="85000"/>
                </a:schemeClr>
              </a:gs>
              <a:gs pos="100000">
                <a:schemeClr val="accent1">
                  <a:alpha val="90000"/>
                  <a:lumMod val="85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  <a:buFontTx/>
              <a:buNone/>
            </a:pPr>
            <a:endParaRPr lang="zh-CN" altLang="en-US"/>
          </a:p>
        </p:txBody>
      </p:sp>
      <p:sp>
        <p:nvSpPr>
          <p:cNvPr id="6" name="文本占位符 10"/>
          <p:cNvSpPr>
            <a:spLocks noGrp="1"/>
          </p:cNvSpPr>
          <p:nvPr>
            <p:ph type="body" sz="quarter" idx="11" hasCustomPrompt="1"/>
          </p:nvPr>
        </p:nvSpPr>
        <p:spPr>
          <a:xfrm>
            <a:off x="1572100" y="3028371"/>
            <a:ext cx="9041450" cy="911074"/>
          </a:xfrm>
        </p:spPr>
        <p:txBody>
          <a:bodyPr/>
          <a:lstStyle>
            <a:lvl1pPr marL="0" indent="0" algn="ctr">
              <a:buFontTx/>
              <a:buNone/>
              <a:defRPr sz="4800" b="1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北京理工大学毕业答辩</a:t>
            </a:r>
            <a:r>
              <a:rPr lang="en-US" altLang="zh-CN" dirty="0"/>
              <a:t>PPT</a:t>
            </a:r>
            <a:r>
              <a:rPr lang="zh-CN" altLang="en-US" dirty="0"/>
              <a:t>模板</a:t>
            </a: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3767417" y="1018488"/>
            <a:ext cx="4650816" cy="13017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9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81566"/>
            <a:ext cx="12192000" cy="3244934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0" y="3317875"/>
            <a:ext cx="12192000" cy="3540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66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 bwMode="auto">
          <a:xfrm>
            <a:off x="9790632" y="109143"/>
            <a:ext cx="2286546" cy="29753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224285" y="-494144"/>
            <a:ext cx="3165893" cy="41243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9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0" y="0"/>
            <a:ext cx="12192000" cy="5089582"/>
            <a:chOff x="0" y="0"/>
            <a:chExt cx="12192000" cy="5089582"/>
          </a:xfrm>
          <a:solidFill>
            <a:schemeClr val="accent1"/>
          </a:solidFill>
        </p:grpSpPr>
        <p:sp>
          <p:nvSpPr>
            <p:cNvPr id="3" name="等腰三角形 2"/>
            <p:cNvSpPr/>
            <p:nvPr/>
          </p:nvSpPr>
          <p:spPr>
            <a:xfrm flipV="1">
              <a:off x="0" y="4123423"/>
              <a:ext cx="12192000" cy="966159"/>
            </a:xfrm>
            <a:prstGeom prst="triangle">
              <a:avLst/>
            </a:prstGeom>
            <a:grpFill/>
            <a:ln>
              <a:noFill/>
            </a:ln>
            <a:effectLst>
              <a:outerShdw blurRad="76200" dist="12700" dir="5400000" sx="103000" sy="103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0" y="0"/>
              <a:ext cx="12192000" cy="412342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" name="组合 4"/>
          <p:cNvGrpSpPr/>
          <p:nvPr userDrawn="1"/>
        </p:nvGrpSpPr>
        <p:grpSpPr>
          <a:xfrm>
            <a:off x="1866428" y="1872369"/>
            <a:ext cx="8481919" cy="863927"/>
            <a:chOff x="1797415" y="1328902"/>
            <a:chExt cx="8481919" cy="863927"/>
          </a:xfrm>
        </p:grpSpPr>
        <p:grpSp>
          <p:nvGrpSpPr>
            <p:cNvPr id="6" name="组合 5"/>
            <p:cNvGrpSpPr/>
            <p:nvPr/>
          </p:nvGrpSpPr>
          <p:grpSpPr>
            <a:xfrm>
              <a:off x="6886532" y="1337094"/>
              <a:ext cx="3392802" cy="846135"/>
              <a:chOff x="10340336" y="2247899"/>
              <a:chExt cx="2724438" cy="679451"/>
            </a:xfrm>
          </p:grpSpPr>
          <p:sp>
            <p:nvSpPr>
              <p:cNvPr id="2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2" name="组合 2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solidFill>
                <a:schemeClr val="bg1"/>
              </a:solidFill>
            </p:grpSpPr>
            <p:sp>
              <p:nvSpPr>
                <p:cNvPr id="2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3" name="组合 2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solidFill>
                <a:schemeClr val="bg1"/>
              </a:solidFill>
            </p:grpSpPr>
            <p:sp>
              <p:nvSpPr>
                <p:cNvPr id="2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7" name="组合 6"/>
            <p:cNvGrpSpPr/>
            <p:nvPr/>
          </p:nvGrpSpPr>
          <p:grpSpPr>
            <a:xfrm>
              <a:off x="1797415" y="1328902"/>
              <a:ext cx="3445163" cy="863927"/>
              <a:chOff x="6738929" y="2270918"/>
              <a:chExt cx="2766486" cy="693738"/>
            </a:xfrm>
          </p:grpSpPr>
          <p:grpSp>
            <p:nvGrpSpPr>
              <p:cNvPr id="8" name="组合 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solidFill>
                <a:schemeClr val="bg1"/>
              </a:solidFill>
            </p:grpSpPr>
            <p:sp>
              <p:nvSpPr>
                <p:cNvPr id="1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" name="组合 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solidFill>
                <a:schemeClr val="bg1"/>
              </a:solidFill>
            </p:grpSpPr>
            <p:sp>
              <p:nvSpPr>
                <p:cNvPr id="1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" name="组合 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solidFill>
                <a:schemeClr val="bg1"/>
              </a:solidFill>
            </p:grpSpPr>
            <p:sp>
              <p:nvSpPr>
                <p:cNvPr id="1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目录样式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567"/>
            <a:ext cx="5022689" cy="6857433"/>
          </a:xfrm>
          <a:prstGeom prst="rect">
            <a:avLst/>
          </a:prstGeom>
        </p:spPr>
      </p:pic>
      <p:sp>
        <p:nvSpPr>
          <p:cNvPr id="3" name="矩形 白1"/>
          <p:cNvSpPr/>
          <p:nvPr userDrawn="1"/>
        </p:nvSpPr>
        <p:spPr>
          <a:xfrm rot="5400000">
            <a:off x="-917658" y="918223"/>
            <a:ext cx="6858002" cy="5022690"/>
          </a:xfrm>
          <a:prstGeom prst="rect">
            <a:avLst/>
          </a:prstGeom>
          <a:gradFill flip="none" rotWithShape="1">
            <a:gsLst>
              <a:gs pos="50000">
                <a:schemeClr val="bg1">
                  <a:alpha val="50000"/>
                </a:schemeClr>
              </a:gs>
              <a:gs pos="0">
                <a:schemeClr val="bg1"/>
              </a:gs>
              <a:gs pos="100000">
                <a:srgbClr val="FFFFFF">
                  <a:alpha val="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dirty="0">
              <a:cs typeface="+mn-ea"/>
              <a:sym typeface="+mn-lt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0" y="2289050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15558" b="38705"/>
          <a:stretch>
            <a:fillRect/>
          </a:stretch>
        </p:blipFill>
        <p:spPr>
          <a:xfrm>
            <a:off x="1" y="0"/>
            <a:ext cx="12192000" cy="2290219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-1" y="-7884"/>
            <a:ext cx="12192001" cy="2298103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024353" y="841210"/>
            <a:ext cx="2143294" cy="599913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-81481" y="2289050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" name="直接连接符 3"/>
          <p:cNvCxnSpPr/>
          <p:nvPr userDrawn="1"/>
        </p:nvCxnSpPr>
        <p:spPr>
          <a:xfrm>
            <a:off x="5723340" y="1294827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 userDrawn="1"/>
        </p:nvCxnSpPr>
        <p:spPr>
          <a:xfrm>
            <a:off x="5723340" y="5613415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图片 12"/>
          <p:cNvPicPr>
            <a:picLocks noChangeAspect="1"/>
          </p:cNvPicPr>
          <p:nvPr userDrawn="1"/>
        </p:nvPicPr>
        <p:blipFill rotWithShape="1">
          <a:blip r:embed="rId4" cstate="screen"/>
          <a:srcRect l="49471"/>
          <a:stretch>
            <a:fillRect/>
          </a:stretch>
        </p:blipFill>
        <p:spPr>
          <a:xfrm>
            <a:off x="-34506" y="163259"/>
            <a:ext cx="3298317" cy="6531481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4" cstate="screen"/>
          <a:srcRect r="49912"/>
          <a:stretch>
            <a:fillRect/>
          </a:stretch>
        </p:blipFill>
        <p:spPr>
          <a:xfrm>
            <a:off x="8928190" y="163258"/>
            <a:ext cx="3269562" cy="653148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3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 rot="16200000">
            <a:off x="-1538864" y="2653429"/>
            <a:ext cx="522963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8000" b="1" spc="50" dirty="0">
                <a:solidFill>
                  <a:schemeClr val="bg1">
                    <a:lumMod val="85000"/>
                  </a:schemeClr>
                </a:solidFill>
                <a:latin typeface="+mj-lt"/>
              </a:rPr>
              <a:t>Contents</a:t>
            </a:r>
            <a:r>
              <a:rPr lang="en-US" altLang="zh-CN" sz="4400" b="1" spc="50" dirty="0">
                <a:solidFill>
                  <a:schemeClr val="accent4"/>
                </a:solidFill>
                <a:latin typeface="+mj-lt"/>
              </a:rPr>
              <a:t>■</a:t>
            </a:r>
            <a:endParaRPr lang="zh-CN" altLang="en-US" sz="4400" b="1" spc="50" dirty="0">
              <a:solidFill>
                <a:schemeClr val="accent4"/>
              </a:solidFill>
              <a:latin typeface="+mj-lt"/>
            </a:endParaRPr>
          </a:p>
        </p:txBody>
      </p:sp>
      <p:sp>
        <p:nvSpPr>
          <p:cNvPr id="9" name="文本框 8"/>
          <p:cNvSpPr txBox="1"/>
          <p:nvPr userDrawn="1"/>
        </p:nvSpPr>
        <p:spPr>
          <a:xfrm>
            <a:off x="1116549" y="3752395"/>
            <a:ext cx="738664" cy="224676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3600" b="1" spc="600" dirty="0">
                <a:solidFill>
                  <a:schemeClr val="accent1"/>
                </a:solidFill>
              </a:rPr>
              <a:t>结构大纲</a:t>
            </a:r>
          </a:p>
        </p:txBody>
      </p:sp>
      <p:sp>
        <p:nvSpPr>
          <p:cNvPr id="12" name="文本框 11"/>
          <p:cNvSpPr txBox="1"/>
          <p:nvPr userDrawn="1"/>
        </p:nvSpPr>
        <p:spPr>
          <a:xfrm>
            <a:off x="9519824" y="6600901"/>
            <a:ext cx="25234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000" spc="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BEIJING</a:t>
            </a:r>
            <a:r>
              <a:rPr lang="en-US" altLang="zh-CN" sz="1000" spc="0" baseline="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INSTITUTE OF TECHNOLOGY</a:t>
            </a:r>
            <a:endParaRPr lang="zh-CN" altLang="en-US" sz="1000" spc="0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041148" y="78493"/>
            <a:ext cx="2025400" cy="566914"/>
          </a:xfrm>
          <a:prstGeom prst="rect">
            <a:avLst/>
          </a:prstGeom>
        </p:spPr>
      </p:pic>
      <p:sp>
        <p:nvSpPr>
          <p:cNvPr id="82" name="任意多边形: 形状 59"/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83" name="图片 82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84" name="矩形 83"/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5" name="组合 84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86" name="组合 85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10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102" name="组合 10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10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10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7" name="组合 86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88" name="组合 8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9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9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9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9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3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 r="20215"/>
          <a:stretch>
            <a:fillRect/>
          </a:stretch>
        </p:blipFill>
        <p:spPr>
          <a:xfrm>
            <a:off x="6592525" y="0"/>
            <a:ext cx="5609371" cy="6765696"/>
          </a:xfrm>
          <a:prstGeom prst="rect">
            <a:avLst/>
          </a:prstGeom>
        </p:spPr>
      </p:pic>
      <p:sp>
        <p:nvSpPr>
          <p:cNvPr id="63" name="任意多边形: 形状 59"/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64" name="图片 6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65" name="矩形 64"/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6" name="组合 65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67" name="组合 66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1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2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83" name="组合 82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88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9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4" name="组合 83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85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7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8" name="组合 67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69" name="组合 68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79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0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0" name="组合 69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77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8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1" name="组合 70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74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5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6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72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3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screen"/>
          <a:srcRect r="30571" b="46397"/>
          <a:stretch>
            <a:fillRect/>
          </a:stretch>
        </p:blipFill>
        <p:spPr>
          <a:xfrm>
            <a:off x="9019185" y="4400550"/>
            <a:ext cx="3194586" cy="24693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3" cstate="screen"/>
          <a:srcRect t="-74" b="12515"/>
          <a:stretch>
            <a:fillRect/>
          </a:stretch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0" y="4398806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63500" dir="5400000" algn="t" rotWithShape="0">
              <a:prstClr val="black">
                <a:alpha val="2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3" cstate="screen"/>
          <a:srcRect t="-74" b="12515"/>
          <a:stretch>
            <a:fillRect/>
          </a:stretch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15" name="矩形 14"/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-71956" y="4398806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图片 16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sp>
        <p:nvSpPr>
          <p:cNvPr id="18" name="矩形: 圆角 162"/>
          <p:cNvSpPr/>
          <p:nvPr userDrawn="1"/>
        </p:nvSpPr>
        <p:spPr>
          <a:xfrm>
            <a:off x="1664486" y="3107981"/>
            <a:ext cx="8945408" cy="3014890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8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9" name="矩形: 圆角 163"/>
          <p:cNvSpPr/>
          <p:nvPr userDrawn="1"/>
        </p:nvSpPr>
        <p:spPr>
          <a:xfrm>
            <a:off x="1463942" y="3222979"/>
            <a:ext cx="9346497" cy="2899892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94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0" name="矩形: 圆角 164"/>
          <p:cNvSpPr/>
          <p:nvPr userDrawn="1"/>
        </p:nvSpPr>
        <p:spPr>
          <a:xfrm>
            <a:off x="1200150" y="3365257"/>
            <a:ext cx="9791700" cy="2757614"/>
          </a:xfrm>
          <a:prstGeom prst="roundRect">
            <a:avLst>
              <a:gd name="adj" fmla="val 3205"/>
            </a:avLst>
          </a:prstGeom>
          <a:gradFill flip="none" rotWithShape="1">
            <a:gsLst>
              <a:gs pos="0">
                <a:sysClr val="window" lastClr="FFFFFF"/>
              </a:gs>
              <a:gs pos="100000">
                <a:srgbClr val="F8F8F8"/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outerShdw blurRad="317500" sx="102000" sy="102000" algn="ctr" rotWithShape="0">
              <a:sysClr val="window" lastClr="FFFFFF">
                <a:lumMod val="75000"/>
                <a:alpha val="40000"/>
              </a:sysClr>
            </a:outerShdw>
          </a:effectLst>
        </p:spPr>
        <p:txBody>
          <a:bodyPr rot="0" spcFirstLastPara="0" vertOverflow="overflow" horzOverflow="overflow" vert="horz" wrap="square" lIns="540000" tIns="72000" rIns="540000" bIns="72000" numCol="1" spcCol="0" rtlCol="0" fromWordArt="0" anchor="ctr" anchorCtr="0" forceAA="0" compatLnSpc="1">
            <a:noAutofit/>
          </a:bodyPr>
          <a:lstStyle/>
          <a:p>
            <a:pPr marL="0" marR="0" lvl="0" indent="457200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6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screen"/>
          <a:srcRect l="29063" r="32938"/>
          <a:stretch>
            <a:fillRect/>
          </a:stretch>
        </p:blipFill>
        <p:spPr>
          <a:xfrm>
            <a:off x="0" y="0"/>
            <a:ext cx="3914775" cy="6857999"/>
          </a:xfrm>
          <a:prstGeom prst="rect">
            <a:avLst/>
          </a:prstGeom>
        </p:spPr>
      </p:pic>
      <p:sp>
        <p:nvSpPr>
          <p:cNvPr id="13" name="矩形 12"/>
          <p:cNvSpPr/>
          <p:nvPr userDrawn="1"/>
        </p:nvSpPr>
        <p:spPr>
          <a:xfrm>
            <a:off x="0" y="1"/>
            <a:ext cx="3914775" cy="6857999"/>
          </a:xfrm>
          <a:prstGeom prst="rect">
            <a:avLst/>
          </a:prstGeom>
          <a:solidFill>
            <a:schemeClr val="accent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/>
          <p:cNvSpPr/>
          <p:nvPr userDrawn="1"/>
        </p:nvSpPr>
        <p:spPr>
          <a:xfrm>
            <a:off x="0" y="0"/>
            <a:ext cx="3914774" cy="6858000"/>
          </a:xfrm>
          <a:prstGeom prst="rect">
            <a:avLst/>
          </a:prstGeom>
          <a:gradFill flip="none" rotWithShape="1">
            <a:gsLst>
              <a:gs pos="25000">
                <a:schemeClr val="accent1">
                  <a:alpha val="0"/>
                </a:schemeClr>
              </a:gs>
              <a:gs pos="100000">
                <a:schemeClr val="accent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3960456" y="0"/>
            <a:ext cx="0" cy="685800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组合 20"/>
          <p:cNvGrpSpPr/>
          <p:nvPr userDrawn="1"/>
        </p:nvGrpSpPr>
        <p:grpSpPr>
          <a:xfrm>
            <a:off x="3961505" y="2797003"/>
            <a:ext cx="122686" cy="1263995"/>
            <a:chOff x="4630742" y="2258287"/>
            <a:chExt cx="122686" cy="1263995"/>
          </a:xfrm>
          <a:solidFill>
            <a:schemeClr val="accent4"/>
          </a:solidFill>
        </p:grpSpPr>
        <p:sp>
          <p:nvSpPr>
            <p:cNvPr id="22" name="等腰三角形 21"/>
            <p:cNvSpPr/>
            <p:nvPr/>
          </p:nvSpPr>
          <p:spPr>
            <a:xfrm rot="5400000">
              <a:off x="4620926" y="2839164"/>
              <a:ext cx="142318" cy="122686"/>
            </a:xfrm>
            <a:prstGeom prst="triangle">
              <a:avLst/>
            </a:prstGeom>
            <a:grp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" name="直接连接符 22"/>
            <p:cNvCxnSpPr/>
            <p:nvPr/>
          </p:nvCxnSpPr>
          <p:spPr>
            <a:xfrm>
              <a:off x="4630742" y="2258287"/>
              <a:ext cx="0" cy="1263995"/>
            </a:xfrm>
            <a:prstGeom prst="line">
              <a:avLst/>
            </a:prstGeom>
            <a:grpFill/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连接符 41"/>
          <p:cNvCxnSpPr/>
          <p:nvPr userDrawn="1"/>
        </p:nvCxnSpPr>
        <p:spPr>
          <a:xfrm>
            <a:off x="1053541" y="2793542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/>
          <p:cNvSpPr/>
          <p:nvPr userDrawn="1"/>
        </p:nvSpPr>
        <p:spPr>
          <a:xfrm>
            <a:off x="846867" y="2752385"/>
            <a:ext cx="21971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dist"/>
            <a:r>
              <a:rPr lang="zh-CN" altLang="en-US" sz="5400" spc="600" dirty="0">
                <a:solidFill>
                  <a:schemeClr val="bg1"/>
                </a:solidFill>
                <a:latin typeface="+mn-ea"/>
                <a:ea typeface="+mn-ea"/>
              </a:rPr>
              <a:t>目录</a:t>
            </a:r>
          </a:p>
        </p:txBody>
      </p:sp>
      <p:sp>
        <p:nvSpPr>
          <p:cNvPr id="44" name="矩形 43"/>
          <p:cNvSpPr/>
          <p:nvPr userDrawn="1"/>
        </p:nvSpPr>
        <p:spPr>
          <a:xfrm>
            <a:off x="963806" y="3595872"/>
            <a:ext cx="190650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dist"/>
            <a:r>
              <a:rPr lang="en-US" altLang="zh-CN" sz="2400" dirty="0">
                <a:solidFill>
                  <a:schemeClr val="bg1"/>
                </a:solidFill>
              </a:rPr>
              <a:t>CONTENTS</a:t>
            </a:r>
          </a:p>
        </p:txBody>
      </p:sp>
      <p:cxnSp>
        <p:nvCxnSpPr>
          <p:cNvPr id="45" name="直接连接符 44"/>
          <p:cNvCxnSpPr/>
          <p:nvPr userDrawn="1"/>
        </p:nvCxnSpPr>
        <p:spPr>
          <a:xfrm>
            <a:off x="1053541" y="4060998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64854" y="2218510"/>
            <a:ext cx="1715719" cy="480234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4" cstate="screen"/>
          <a:srcRect r="15912" b="16285"/>
          <a:stretch>
            <a:fillRect/>
          </a:stretch>
        </p:blipFill>
        <p:spPr>
          <a:xfrm>
            <a:off x="7258050" y="1942165"/>
            <a:ext cx="4949784" cy="493364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6-2">
    <p:bg>
      <p:bgPr>
        <a:gradFill>
          <a:gsLst>
            <a:gs pos="25000">
              <a:schemeClr val="accent1">
                <a:alpha val="0"/>
              </a:schemeClr>
            </a:gs>
            <a:gs pos="100000">
              <a:schemeClr val="accent1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493231"/>
            <a:ext cx="5251028" cy="5254131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6943725" y="0"/>
            <a:ext cx="5248273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矩形 119"/>
          <p:cNvSpPr/>
          <p:nvPr userDrawn="1"/>
        </p:nvSpPr>
        <p:spPr>
          <a:xfrm>
            <a:off x="660400" y="6054314"/>
            <a:ext cx="2014538" cy="1438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2" hasCustomPrompt="1"/>
          </p:nvPr>
        </p:nvSpPr>
        <p:spPr>
          <a:xfrm>
            <a:off x="510342" y="982400"/>
            <a:ext cx="3551237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spc="1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第几部分 ▶</a:t>
            </a:r>
          </a:p>
        </p:txBody>
      </p:sp>
      <p:sp>
        <p:nvSpPr>
          <p:cNvPr id="122" name="文本占位符 15"/>
          <p:cNvSpPr>
            <a:spLocks noGrp="1"/>
          </p:cNvSpPr>
          <p:nvPr>
            <p:ph type="body" sz="quarter" idx="13" hasCustomPrompt="1"/>
          </p:nvPr>
        </p:nvSpPr>
        <p:spPr>
          <a:xfrm>
            <a:off x="510342" y="2742089"/>
            <a:ext cx="7197752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spc="10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请在此处添加你的标题</a:t>
            </a:r>
          </a:p>
        </p:txBody>
      </p:sp>
      <p:sp>
        <p:nvSpPr>
          <p:cNvPr id="123" name="文本占位符 15"/>
          <p:cNvSpPr>
            <a:spLocks noGrp="1"/>
          </p:cNvSpPr>
          <p:nvPr>
            <p:ph type="body" sz="quarter" idx="14" hasCustomPrompt="1"/>
          </p:nvPr>
        </p:nvSpPr>
        <p:spPr>
          <a:xfrm>
            <a:off x="561172" y="3837713"/>
            <a:ext cx="7146922" cy="152291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400" spc="100" baseline="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这里可以写一点点文字，介绍此章节主要内容</a:t>
            </a:r>
            <a:endParaRPr lang="en-US" altLang="zh-CN" dirty="0"/>
          </a:p>
          <a:p>
            <a:pPr lvl="0"/>
            <a:r>
              <a:rPr lang="zh-CN" altLang="en-US" dirty="0"/>
              <a:t>国外现状</a:t>
            </a:r>
            <a:endParaRPr lang="en-US" altLang="zh-CN" dirty="0"/>
          </a:p>
          <a:p>
            <a:pPr lvl="0"/>
            <a:r>
              <a:rPr lang="zh-CN" altLang="en-US" dirty="0"/>
              <a:t>国内现状</a:t>
            </a:r>
            <a:endParaRPr lang="en-US" altLang="zh-CN" dirty="0"/>
          </a:p>
          <a:p>
            <a:pPr lvl="0"/>
            <a:r>
              <a:rPr lang="en-US" altLang="zh-CN" dirty="0"/>
              <a:t>…</a:t>
            </a:r>
          </a:p>
          <a:p>
            <a:pPr lvl="0"/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6167300"/>
            <a:ext cx="12192000" cy="6907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grpSp>
        <p:nvGrpSpPr>
          <p:cNvPr id="115" name="组合 114"/>
          <p:cNvGrpSpPr/>
          <p:nvPr userDrawn="1"/>
        </p:nvGrpSpPr>
        <p:grpSpPr>
          <a:xfrm>
            <a:off x="684666" y="6423435"/>
            <a:ext cx="1915659" cy="208321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117" name="组合 116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134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5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136" name="组合 135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141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2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7" name="组合 136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138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9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0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18" name="组合 117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9" name="组合 118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132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3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1" name="组合 120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30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1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4" name="组合 123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27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8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9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25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6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143" name="图片 142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203766" y="6386257"/>
            <a:ext cx="1257421" cy="276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2041996" y="3927615"/>
            <a:ext cx="8108006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1473992" y="3927615"/>
            <a:ext cx="9244014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l="1" t="13078" r="-1" b="115"/>
          <a:stretch>
            <a:fillRect/>
          </a:stretch>
        </p:blipFill>
        <p:spPr>
          <a:xfrm>
            <a:off x="0" y="-1"/>
            <a:ext cx="12191999" cy="4362681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4346687"/>
            <a:ext cx="12192001" cy="2511313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4346687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936" y="4346687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1828800" y="2524126"/>
            <a:ext cx="8494006" cy="356807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69" name="图片 68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861200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/>
          <p:cNvSpPr/>
          <p:nvPr userDrawn="1"/>
        </p:nvSpPr>
        <p:spPr>
          <a:xfrm>
            <a:off x="7423183" y="0"/>
            <a:ext cx="4768815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/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4" name="矩形 43"/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5" name="文本框 44"/>
          <p:cNvSpPr txBox="1"/>
          <p:nvPr userDrawn="1"/>
        </p:nvSpPr>
        <p:spPr>
          <a:xfrm>
            <a:off x="-2647787" y="-2281727"/>
            <a:ext cx="6031920" cy="11172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72000" dirty="0">
                <a:solidFill>
                  <a:schemeClr val="bg1">
                    <a:alpha val="40000"/>
                  </a:schemeClr>
                </a:solidFill>
              </a:rPr>
              <a:t>0</a:t>
            </a:r>
            <a:endParaRPr lang="zh-CN" altLang="en-US" sz="72000" dirty="0">
              <a:solidFill>
                <a:schemeClr val="bg1">
                  <a:alpha val="40000"/>
                </a:schemeClr>
              </a:solidFill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/>
          <p:cNvSpPr/>
          <p:nvPr userDrawn="1"/>
        </p:nvSpPr>
        <p:spPr>
          <a:xfrm>
            <a:off x="6870981" y="0"/>
            <a:ext cx="5321017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/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4" name="矩形 43"/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  <p:grpSp>
        <p:nvGrpSpPr>
          <p:cNvPr id="9" name="Group 6"/>
          <p:cNvGrpSpPr/>
          <p:nvPr userDrawn="1"/>
        </p:nvGrpSpPr>
        <p:grpSpPr bwMode="auto">
          <a:xfrm>
            <a:off x="778934" y="687917"/>
            <a:ext cx="3299884" cy="5425016"/>
            <a:chOff x="0" y="0"/>
            <a:chExt cx="2476153" cy="4069266"/>
          </a:xfrm>
          <a:solidFill>
            <a:schemeClr val="bg1">
              <a:alpha val="25000"/>
            </a:schemeClr>
          </a:solidFill>
        </p:grpSpPr>
        <p:sp>
          <p:nvSpPr>
            <p:cNvPr id="10" name="矩形 3"/>
            <p:cNvSpPr>
              <a:spLocks noChangeArrowheads="1"/>
            </p:cNvSpPr>
            <p:nvPr/>
          </p:nvSpPr>
          <p:spPr bwMode="auto">
            <a:xfrm>
              <a:off x="0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3" name="矩形 4"/>
            <p:cNvSpPr>
              <a:spLocks noChangeArrowheads="1"/>
            </p:cNvSpPr>
            <p:nvPr/>
          </p:nvSpPr>
          <p:spPr bwMode="auto">
            <a:xfrm>
              <a:off x="437624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4" name="矩形 5"/>
            <p:cNvSpPr>
              <a:spLocks noChangeArrowheads="1"/>
            </p:cNvSpPr>
            <p:nvPr/>
          </p:nvSpPr>
          <p:spPr bwMode="auto">
            <a:xfrm>
              <a:off x="875248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5" name="矩形 6"/>
            <p:cNvSpPr>
              <a:spLocks noChangeArrowheads="1"/>
            </p:cNvSpPr>
            <p:nvPr/>
          </p:nvSpPr>
          <p:spPr bwMode="auto">
            <a:xfrm>
              <a:off x="1312872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6" name="矩形 7"/>
            <p:cNvSpPr>
              <a:spLocks noChangeArrowheads="1"/>
            </p:cNvSpPr>
            <p:nvPr/>
          </p:nvSpPr>
          <p:spPr bwMode="auto">
            <a:xfrm>
              <a:off x="1750496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7" name="矩形 8"/>
            <p:cNvSpPr>
              <a:spLocks noChangeArrowheads="1"/>
            </p:cNvSpPr>
            <p:nvPr/>
          </p:nvSpPr>
          <p:spPr bwMode="auto">
            <a:xfrm>
              <a:off x="2188121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8" name="矩形 59"/>
            <p:cNvSpPr>
              <a:spLocks noChangeArrowheads="1"/>
            </p:cNvSpPr>
            <p:nvPr/>
          </p:nvSpPr>
          <p:spPr bwMode="auto">
            <a:xfrm>
              <a:off x="0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9" name="矩形 60"/>
            <p:cNvSpPr>
              <a:spLocks noChangeArrowheads="1"/>
            </p:cNvSpPr>
            <p:nvPr/>
          </p:nvSpPr>
          <p:spPr bwMode="auto">
            <a:xfrm>
              <a:off x="437624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0" name="矩形 61"/>
            <p:cNvSpPr>
              <a:spLocks noChangeArrowheads="1"/>
            </p:cNvSpPr>
            <p:nvPr/>
          </p:nvSpPr>
          <p:spPr bwMode="auto">
            <a:xfrm>
              <a:off x="875248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1" name="矩形 62"/>
            <p:cNvSpPr>
              <a:spLocks noChangeArrowheads="1"/>
            </p:cNvSpPr>
            <p:nvPr/>
          </p:nvSpPr>
          <p:spPr bwMode="auto">
            <a:xfrm>
              <a:off x="1312872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2" name="矩形 63"/>
            <p:cNvSpPr>
              <a:spLocks noChangeArrowheads="1"/>
            </p:cNvSpPr>
            <p:nvPr/>
          </p:nvSpPr>
          <p:spPr bwMode="auto">
            <a:xfrm>
              <a:off x="1750496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3" name="矩形 64"/>
            <p:cNvSpPr>
              <a:spLocks noChangeArrowheads="1"/>
            </p:cNvSpPr>
            <p:nvPr/>
          </p:nvSpPr>
          <p:spPr bwMode="auto">
            <a:xfrm>
              <a:off x="2188121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4" name="矩形 66"/>
            <p:cNvSpPr>
              <a:spLocks noChangeArrowheads="1"/>
            </p:cNvSpPr>
            <p:nvPr/>
          </p:nvSpPr>
          <p:spPr bwMode="auto">
            <a:xfrm>
              <a:off x="0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5" name="矩形 67"/>
            <p:cNvSpPr>
              <a:spLocks noChangeArrowheads="1"/>
            </p:cNvSpPr>
            <p:nvPr/>
          </p:nvSpPr>
          <p:spPr bwMode="auto">
            <a:xfrm>
              <a:off x="437624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6" name="矩形 68"/>
            <p:cNvSpPr>
              <a:spLocks noChangeArrowheads="1"/>
            </p:cNvSpPr>
            <p:nvPr/>
          </p:nvSpPr>
          <p:spPr bwMode="auto">
            <a:xfrm>
              <a:off x="875248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7" name="矩形 69"/>
            <p:cNvSpPr>
              <a:spLocks noChangeArrowheads="1"/>
            </p:cNvSpPr>
            <p:nvPr/>
          </p:nvSpPr>
          <p:spPr bwMode="auto">
            <a:xfrm>
              <a:off x="1312872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8" name="矩形 70"/>
            <p:cNvSpPr>
              <a:spLocks noChangeArrowheads="1"/>
            </p:cNvSpPr>
            <p:nvPr/>
          </p:nvSpPr>
          <p:spPr bwMode="auto">
            <a:xfrm>
              <a:off x="1750496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9" name="矩形 71"/>
            <p:cNvSpPr>
              <a:spLocks noChangeArrowheads="1"/>
            </p:cNvSpPr>
            <p:nvPr/>
          </p:nvSpPr>
          <p:spPr bwMode="auto">
            <a:xfrm>
              <a:off x="2188121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0" name="矩形 73"/>
            <p:cNvSpPr>
              <a:spLocks noChangeArrowheads="1"/>
            </p:cNvSpPr>
            <p:nvPr/>
          </p:nvSpPr>
          <p:spPr bwMode="auto">
            <a:xfrm>
              <a:off x="0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1" name="矩形 74"/>
            <p:cNvSpPr>
              <a:spLocks noChangeArrowheads="1"/>
            </p:cNvSpPr>
            <p:nvPr/>
          </p:nvSpPr>
          <p:spPr bwMode="auto">
            <a:xfrm>
              <a:off x="437624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2" name="矩形 75"/>
            <p:cNvSpPr>
              <a:spLocks noChangeArrowheads="1"/>
            </p:cNvSpPr>
            <p:nvPr/>
          </p:nvSpPr>
          <p:spPr bwMode="auto">
            <a:xfrm>
              <a:off x="875248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3" name="矩形 76"/>
            <p:cNvSpPr>
              <a:spLocks noChangeArrowheads="1"/>
            </p:cNvSpPr>
            <p:nvPr/>
          </p:nvSpPr>
          <p:spPr bwMode="auto">
            <a:xfrm>
              <a:off x="1312872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4" name="矩形 77"/>
            <p:cNvSpPr>
              <a:spLocks noChangeArrowheads="1"/>
            </p:cNvSpPr>
            <p:nvPr/>
          </p:nvSpPr>
          <p:spPr bwMode="auto">
            <a:xfrm>
              <a:off x="1750496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5" name="矩形 78"/>
            <p:cNvSpPr>
              <a:spLocks noChangeArrowheads="1"/>
            </p:cNvSpPr>
            <p:nvPr/>
          </p:nvSpPr>
          <p:spPr bwMode="auto">
            <a:xfrm>
              <a:off x="2188121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6" name="矩形 80"/>
            <p:cNvSpPr>
              <a:spLocks noChangeArrowheads="1"/>
            </p:cNvSpPr>
            <p:nvPr/>
          </p:nvSpPr>
          <p:spPr bwMode="auto">
            <a:xfrm>
              <a:off x="0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7" name="矩形 81"/>
            <p:cNvSpPr>
              <a:spLocks noChangeArrowheads="1"/>
            </p:cNvSpPr>
            <p:nvPr/>
          </p:nvSpPr>
          <p:spPr bwMode="auto">
            <a:xfrm>
              <a:off x="437624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8" name="矩形 82"/>
            <p:cNvSpPr>
              <a:spLocks noChangeArrowheads="1"/>
            </p:cNvSpPr>
            <p:nvPr/>
          </p:nvSpPr>
          <p:spPr bwMode="auto">
            <a:xfrm>
              <a:off x="875248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9" name="矩形 83"/>
            <p:cNvSpPr>
              <a:spLocks noChangeArrowheads="1"/>
            </p:cNvSpPr>
            <p:nvPr/>
          </p:nvSpPr>
          <p:spPr bwMode="auto">
            <a:xfrm>
              <a:off x="1312872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0" name="矩形 84"/>
            <p:cNvSpPr>
              <a:spLocks noChangeArrowheads="1"/>
            </p:cNvSpPr>
            <p:nvPr/>
          </p:nvSpPr>
          <p:spPr bwMode="auto">
            <a:xfrm>
              <a:off x="1750496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1" name="矩形 85"/>
            <p:cNvSpPr>
              <a:spLocks noChangeArrowheads="1"/>
            </p:cNvSpPr>
            <p:nvPr/>
          </p:nvSpPr>
          <p:spPr bwMode="auto">
            <a:xfrm>
              <a:off x="2188121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2" name="矩形 87"/>
            <p:cNvSpPr>
              <a:spLocks noChangeArrowheads="1"/>
            </p:cNvSpPr>
            <p:nvPr/>
          </p:nvSpPr>
          <p:spPr bwMode="auto">
            <a:xfrm>
              <a:off x="0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7" name="矩形 88"/>
            <p:cNvSpPr>
              <a:spLocks noChangeArrowheads="1"/>
            </p:cNvSpPr>
            <p:nvPr/>
          </p:nvSpPr>
          <p:spPr bwMode="auto">
            <a:xfrm>
              <a:off x="437624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8" name="矩形 89"/>
            <p:cNvSpPr>
              <a:spLocks noChangeArrowheads="1"/>
            </p:cNvSpPr>
            <p:nvPr/>
          </p:nvSpPr>
          <p:spPr bwMode="auto">
            <a:xfrm>
              <a:off x="875248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9" name="矩形 90"/>
            <p:cNvSpPr>
              <a:spLocks noChangeArrowheads="1"/>
            </p:cNvSpPr>
            <p:nvPr/>
          </p:nvSpPr>
          <p:spPr bwMode="auto">
            <a:xfrm>
              <a:off x="1312872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0" name="矩形 91"/>
            <p:cNvSpPr>
              <a:spLocks noChangeArrowheads="1"/>
            </p:cNvSpPr>
            <p:nvPr/>
          </p:nvSpPr>
          <p:spPr bwMode="auto">
            <a:xfrm>
              <a:off x="1750496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1" name="矩形 92"/>
            <p:cNvSpPr>
              <a:spLocks noChangeArrowheads="1"/>
            </p:cNvSpPr>
            <p:nvPr/>
          </p:nvSpPr>
          <p:spPr bwMode="auto">
            <a:xfrm>
              <a:off x="2188121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2" name="矩形 94"/>
            <p:cNvSpPr>
              <a:spLocks noChangeArrowheads="1"/>
            </p:cNvSpPr>
            <p:nvPr/>
          </p:nvSpPr>
          <p:spPr bwMode="auto">
            <a:xfrm>
              <a:off x="0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3" name="矩形 95"/>
            <p:cNvSpPr>
              <a:spLocks noChangeArrowheads="1"/>
            </p:cNvSpPr>
            <p:nvPr/>
          </p:nvSpPr>
          <p:spPr bwMode="auto">
            <a:xfrm>
              <a:off x="437624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4" name="矩形 96"/>
            <p:cNvSpPr>
              <a:spLocks noChangeArrowheads="1"/>
            </p:cNvSpPr>
            <p:nvPr/>
          </p:nvSpPr>
          <p:spPr bwMode="auto">
            <a:xfrm>
              <a:off x="875248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5" name="矩形 97"/>
            <p:cNvSpPr>
              <a:spLocks noChangeArrowheads="1"/>
            </p:cNvSpPr>
            <p:nvPr/>
          </p:nvSpPr>
          <p:spPr bwMode="auto">
            <a:xfrm>
              <a:off x="1312872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6" name="矩形 98"/>
            <p:cNvSpPr>
              <a:spLocks noChangeArrowheads="1"/>
            </p:cNvSpPr>
            <p:nvPr/>
          </p:nvSpPr>
          <p:spPr bwMode="auto">
            <a:xfrm>
              <a:off x="1750496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7" name="矩形 99"/>
            <p:cNvSpPr>
              <a:spLocks noChangeArrowheads="1"/>
            </p:cNvSpPr>
            <p:nvPr/>
          </p:nvSpPr>
          <p:spPr bwMode="auto">
            <a:xfrm>
              <a:off x="2188121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8" name="矩形 101"/>
            <p:cNvSpPr>
              <a:spLocks noChangeArrowheads="1"/>
            </p:cNvSpPr>
            <p:nvPr/>
          </p:nvSpPr>
          <p:spPr bwMode="auto">
            <a:xfrm>
              <a:off x="0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9" name="矩形 102"/>
            <p:cNvSpPr>
              <a:spLocks noChangeArrowheads="1"/>
            </p:cNvSpPr>
            <p:nvPr/>
          </p:nvSpPr>
          <p:spPr bwMode="auto">
            <a:xfrm>
              <a:off x="437624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0" name="矩形 103"/>
            <p:cNvSpPr>
              <a:spLocks noChangeArrowheads="1"/>
            </p:cNvSpPr>
            <p:nvPr/>
          </p:nvSpPr>
          <p:spPr bwMode="auto">
            <a:xfrm>
              <a:off x="875248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1" name="矩形 104"/>
            <p:cNvSpPr>
              <a:spLocks noChangeArrowheads="1"/>
            </p:cNvSpPr>
            <p:nvPr/>
          </p:nvSpPr>
          <p:spPr bwMode="auto">
            <a:xfrm>
              <a:off x="1312872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2" name="矩形 105"/>
            <p:cNvSpPr>
              <a:spLocks noChangeArrowheads="1"/>
            </p:cNvSpPr>
            <p:nvPr/>
          </p:nvSpPr>
          <p:spPr bwMode="auto">
            <a:xfrm>
              <a:off x="1750496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3" name="矩形 106"/>
            <p:cNvSpPr>
              <a:spLocks noChangeArrowheads="1"/>
            </p:cNvSpPr>
            <p:nvPr/>
          </p:nvSpPr>
          <p:spPr bwMode="auto">
            <a:xfrm>
              <a:off x="2188121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4" name="矩形 108"/>
            <p:cNvSpPr>
              <a:spLocks noChangeArrowheads="1"/>
            </p:cNvSpPr>
            <p:nvPr/>
          </p:nvSpPr>
          <p:spPr bwMode="auto">
            <a:xfrm>
              <a:off x="0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5" name="矩形 109"/>
            <p:cNvSpPr>
              <a:spLocks noChangeArrowheads="1"/>
            </p:cNvSpPr>
            <p:nvPr/>
          </p:nvSpPr>
          <p:spPr bwMode="auto">
            <a:xfrm>
              <a:off x="437624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6" name="矩形 110"/>
            <p:cNvSpPr>
              <a:spLocks noChangeArrowheads="1"/>
            </p:cNvSpPr>
            <p:nvPr/>
          </p:nvSpPr>
          <p:spPr bwMode="auto">
            <a:xfrm>
              <a:off x="875248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7" name="矩形 111"/>
            <p:cNvSpPr>
              <a:spLocks noChangeArrowheads="1"/>
            </p:cNvSpPr>
            <p:nvPr/>
          </p:nvSpPr>
          <p:spPr bwMode="auto">
            <a:xfrm>
              <a:off x="1312872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8" name="矩形 112"/>
            <p:cNvSpPr>
              <a:spLocks noChangeArrowheads="1"/>
            </p:cNvSpPr>
            <p:nvPr/>
          </p:nvSpPr>
          <p:spPr bwMode="auto">
            <a:xfrm>
              <a:off x="1750496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9" name="矩形 113"/>
            <p:cNvSpPr>
              <a:spLocks noChangeArrowheads="1"/>
            </p:cNvSpPr>
            <p:nvPr/>
          </p:nvSpPr>
          <p:spPr bwMode="auto">
            <a:xfrm>
              <a:off x="2188121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0" name="矩形 115"/>
            <p:cNvSpPr>
              <a:spLocks noChangeArrowheads="1"/>
            </p:cNvSpPr>
            <p:nvPr/>
          </p:nvSpPr>
          <p:spPr bwMode="auto">
            <a:xfrm>
              <a:off x="0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1" name="矩形 116"/>
            <p:cNvSpPr>
              <a:spLocks noChangeArrowheads="1"/>
            </p:cNvSpPr>
            <p:nvPr/>
          </p:nvSpPr>
          <p:spPr bwMode="auto">
            <a:xfrm>
              <a:off x="437624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2" name="矩形 117"/>
            <p:cNvSpPr>
              <a:spLocks noChangeArrowheads="1"/>
            </p:cNvSpPr>
            <p:nvPr/>
          </p:nvSpPr>
          <p:spPr bwMode="auto">
            <a:xfrm>
              <a:off x="875248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3" name="矩形 118"/>
            <p:cNvSpPr>
              <a:spLocks noChangeArrowheads="1"/>
            </p:cNvSpPr>
            <p:nvPr/>
          </p:nvSpPr>
          <p:spPr bwMode="auto">
            <a:xfrm>
              <a:off x="1312872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4" name="矩形 119"/>
            <p:cNvSpPr>
              <a:spLocks noChangeArrowheads="1"/>
            </p:cNvSpPr>
            <p:nvPr/>
          </p:nvSpPr>
          <p:spPr bwMode="auto">
            <a:xfrm>
              <a:off x="1750496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5" name="矩形 120"/>
            <p:cNvSpPr>
              <a:spLocks noChangeArrowheads="1"/>
            </p:cNvSpPr>
            <p:nvPr/>
          </p:nvSpPr>
          <p:spPr bwMode="auto">
            <a:xfrm>
              <a:off x="2188121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63157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/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/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grpSp>
        <p:nvGrpSpPr>
          <p:cNvPr id="56" name="组合 55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33" name="组合 3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4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5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5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4" name="组合 3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35" name="组合 3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4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4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4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7" name="直接连接符 6"/>
          <p:cNvCxnSpPr/>
          <p:nvPr userDrawn="1"/>
        </p:nvCxnSpPr>
        <p:spPr>
          <a:xfrm>
            <a:off x="1366474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5" name="直接连接符 4"/>
          <p:cNvCxnSpPr/>
          <p:nvPr userDrawn="1"/>
        </p:nvCxnSpPr>
        <p:spPr>
          <a:xfrm>
            <a:off x="11155416" y="6133167"/>
            <a:ext cx="0" cy="75617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417309" y="362097"/>
            <a:ext cx="8643848" cy="5909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36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cxnSp>
        <p:nvCxnSpPr>
          <p:cNvPr id="87" name="直接连接符 86"/>
          <p:cNvCxnSpPr/>
          <p:nvPr userDrawn="1"/>
        </p:nvCxnSpPr>
        <p:spPr>
          <a:xfrm>
            <a:off x="442913" y="957831"/>
            <a:ext cx="11306175" cy="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77585" y="334397"/>
            <a:ext cx="1871503" cy="561768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447254" y="957831"/>
            <a:ext cx="7808986" cy="94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11792769" y="56260"/>
            <a:ext cx="363220" cy="3067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9pPr>
          </a:lstStyle>
          <a:p>
            <a:pPr>
              <a:defRPr/>
            </a:pPr>
            <a:fld id="{ED856349-79DF-4269-BEE4-3014BAD1A95F}" type="slidenum">
              <a:rPr lang="en-US" altLang="zh-CN" sz="1400" b="1" smtClean="0">
                <a:solidFill>
                  <a:srgbClr val="404040"/>
                </a:solidFill>
              </a:rPr>
              <a:t>‹#›</a:t>
            </a:fld>
            <a:endParaRPr lang="zh-CN" altLang="en-US" sz="1400" b="1" dirty="0">
              <a:solidFill>
                <a:srgbClr val="404040"/>
              </a:solidFill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88" name="矩形 87"/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/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4" name="平行四边形 3"/>
          <p:cNvSpPr/>
          <p:nvPr userDrawn="1"/>
        </p:nvSpPr>
        <p:spPr>
          <a:xfrm>
            <a:off x="198120" y="302341"/>
            <a:ext cx="746398" cy="342128"/>
          </a:xfrm>
          <a:prstGeom prst="parallelogram">
            <a:avLst>
              <a:gd name="adj" fmla="val 25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72" name="组合 71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73" name="组合 7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89" name="组合 8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9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9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74" name="组合 7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75" name="组合 7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8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6" name="组合 7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8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7" name="组合 7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8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7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96" name="直接连接符 95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949325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/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366474" y="863157"/>
            <a:ext cx="10502238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368806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/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3" cstate="screen"/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>
    <p:fade/>
  </p:transition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0185149" y="863157"/>
            <a:ext cx="1683563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>
    <p:fade/>
  </p:transition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749863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56" name="组合 55"/>
          <p:cNvGrpSpPr/>
          <p:nvPr userDrawn="1"/>
        </p:nvGrpSpPr>
        <p:grpSpPr>
          <a:xfrm>
            <a:off x="5227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33" name="组合 3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4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5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5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4" name="组合 3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35" name="组合 3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4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4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4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57" name="图片 56"/>
          <p:cNvPicPr>
            <a:picLocks noChangeAspect="1"/>
          </p:cNvPicPr>
          <p:nvPr userDrawn="1"/>
        </p:nvPicPr>
        <p:blipFill rotWithShape="1">
          <a:blip r:embed="rId2" cstate="screen"/>
          <a:srcRect l="-333"/>
          <a:stretch>
            <a:fillRect/>
          </a:stretch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  <p:cxnSp>
        <p:nvCxnSpPr>
          <p:cNvPr id="87" name="直接连接符 86"/>
          <p:cNvCxnSpPr/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-511603" y="253621"/>
            <a:ext cx="1221064" cy="438825"/>
            <a:chOff x="-529708" y="381991"/>
            <a:chExt cx="1221064" cy="438825"/>
          </a:xfrm>
        </p:grpSpPr>
        <p:sp>
          <p:nvSpPr>
            <p:cNvPr id="58" name="梯形 57"/>
            <p:cNvSpPr/>
            <p:nvPr userDrawn="1"/>
          </p:nvSpPr>
          <p:spPr>
            <a:xfrm rot="16200000">
              <a:off x="-107121" y="-40596"/>
              <a:ext cx="375890" cy="1221064"/>
            </a:xfrm>
            <a:prstGeom prst="trapezoid">
              <a:avLst>
                <a:gd name="adj" fmla="val 7230"/>
              </a:avLst>
            </a:prstGeom>
            <a:gradFill>
              <a:gsLst>
                <a:gs pos="100000">
                  <a:schemeClr val="accent1"/>
                </a:gs>
                <a:gs pos="0">
                  <a:schemeClr val="accent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梯形 58"/>
            <p:cNvSpPr/>
            <p:nvPr userDrawn="1"/>
          </p:nvSpPr>
          <p:spPr>
            <a:xfrm rot="16200000">
              <a:off x="-79397" y="146495"/>
              <a:ext cx="267255" cy="1058332"/>
            </a:xfrm>
            <a:prstGeom prst="trapezoid">
              <a:avLst>
                <a:gd name="adj" fmla="val 723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梯形 59"/>
            <p:cNvSpPr/>
            <p:nvPr userDrawn="1"/>
          </p:nvSpPr>
          <p:spPr>
            <a:xfrm rot="16200000">
              <a:off x="-95133" y="158023"/>
              <a:ext cx="267255" cy="1058332"/>
            </a:xfrm>
            <a:prstGeom prst="trapezoid">
              <a:avLst>
                <a:gd name="adj" fmla="val 7230"/>
              </a:avLst>
            </a:prstGeom>
            <a:gradFill flip="none" rotWithShape="1">
              <a:gsLst>
                <a:gs pos="100000">
                  <a:schemeClr val="accent4"/>
                </a:gs>
                <a:gs pos="0">
                  <a:schemeClr val="accent4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文本框 6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6" name="图片 85"/>
          <p:cNvPicPr>
            <a:picLocks noChangeAspect="1"/>
          </p:cNvPicPr>
          <p:nvPr userDrawn="1"/>
        </p:nvPicPr>
        <p:blipFill rotWithShape="1">
          <a:blip r:embed="rId2" cstate="screen"/>
          <a:srcRect l="-333"/>
          <a:stretch>
            <a:fillRect/>
          </a:stretch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/>
          <p:cNvSpPr/>
          <p:nvPr userDrawn="1"/>
        </p:nvSpPr>
        <p:spPr>
          <a:xfrm>
            <a:off x="442912" y="-82551"/>
            <a:ext cx="11306175" cy="90870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2490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8" name="组合 7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9" name="组合 8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3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0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27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" name="组合 10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1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9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6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4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38" name="直接连接符 37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  <p:grpSp>
        <p:nvGrpSpPr>
          <p:cNvPr id="46" name="组合 45"/>
          <p:cNvGrpSpPr/>
          <p:nvPr userDrawn="1"/>
        </p:nvGrpSpPr>
        <p:grpSpPr>
          <a:xfrm>
            <a:off x="637534" y="199773"/>
            <a:ext cx="463263" cy="481001"/>
            <a:chOff x="598941" y="128599"/>
            <a:chExt cx="463263" cy="481001"/>
          </a:xfrm>
        </p:grpSpPr>
        <p:sp>
          <p:nvSpPr>
            <p:cNvPr id="45" name="矩形 44"/>
            <p:cNvSpPr/>
            <p:nvPr userDrawn="1"/>
          </p:nvSpPr>
          <p:spPr>
            <a:xfrm>
              <a:off x="701671" y="249067"/>
              <a:ext cx="360533" cy="36053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/>
            <p:cNvSpPr/>
            <p:nvPr userDrawn="1"/>
          </p:nvSpPr>
          <p:spPr>
            <a:xfrm>
              <a:off x="701671" y="247801"/>
              <a:ext cx="275115" cy="2565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/>
            <p:cNvSpPr/>
            <p:nvPr userDrawn="1"/>
          </p:nvSpPr>
          <p:spPr>
            <a:xfrm>
              <a:off x="598941" y="128599"/>
              <a:ext cx="360533" cy="36053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矩形 34"/>
          <p:cNvSpPr/>
          <p:nvPr userDrawn="1"/>
        </p:nvSpPr>
        <p:spPr>
          <a:xfrm>
            <a:off x="9402184" y="-82800"/>
            <a:ext cx="2346903" cy="9072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/>
          <p:cNvSpPr/>
          <p:nvPr userDrawn="1"/>
        </p:nvSpPr>
        <p:spPr>
          <a:xfrm>
            <a:off x="9402184" y="0"/>
            <a:ext cx="2346904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9" name="图片 3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平行四边形 1"/>
          <p:cNvSpPr/>
          <p:nvPr userDrawn="1"/>
        </p:nvSpPr>
        <p:spPr>
          <a:xfrm>
            <a:off x="658714" y="482300"/>
            <a:ext cx="748201" cy="484094"/>
          </a:xfrm>
          <a:prstGeom prst="parallelogram">
            <a:avLst>
              <a:gd name="adj" fmla="val 71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/>
          <p:cNvSpPr/>
          <p:nvPr userDrawn="1"/>
        </p:nvSpPr>
        <p:spPr>
          <a:xfrm>
            <a:off x="442912" y="-82800"/>
            <a:ext cx="11306175" cy="846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1855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8" name="组合 7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9" name="组合 8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3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0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27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" name="组合 10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1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9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6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4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38" name="直接连接符 37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  <p:sp>
        <p:nvSpPr>
          <p:cNvPr id="43" name="矩形 42"/>
          <p:cNvSpPr/>
          <p:nvPr userDrawn="1"/>
        </p:nvSpPr>
        <p:spPr>
          <a:xfrm>
            <a:off x="648385" y="0"/>
            <a:ext cx="413819" cy="966395"/>
          </a:xfrm>
          <a:prstGeom prst="rect">
            <a:avLst/>
          </a:prstGeom>
          <a:ln>
            <a:noFill/>
          </a:ln>
          <a:effectLst>
            <a:outerShdw blurRad="127000" dist="25400" dir="5400000" sx="102000" sy="102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 spd="med">
    <p:fade/>
  </p:transition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9385300" y="-82550"/>
            <a:ext cx="2363787" cy="8452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385300" y="0"/>
            <a:ext cx="2363788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318632" y="0"/>
            <a:ext cx="11550080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" name="标题 11"/>
          <p:cNvSpPr>
            <a:spLocks noGrp="1"/>
          </p:cNvSpPr>
          <p:nvPr>
            <p:ph type="title"/>
          </p:nvPr>
        </p:nvSpPr>
        <p:spPr>
          <a:xfrm>
            <a:off x="541539" y="247495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13" name="组合 12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14" name="组合 13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8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0" name="组合 29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5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1" name="组合 30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2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3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4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5" name="组合 14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6" name="组合 15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6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7" name="组合 16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4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8" name="组合 17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1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9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1144922" y="6188075"/>
            <a:ext cx="72379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488246" y="0"/>
            <a:ext cx="2380466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828800" y="4214818"/>
            <a:ext cx="8534400" cy="142398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sp>
        <p:nvSpPr>
          <p:cNvPr id="4" name="灯片编号占位符 5"/>
          <p:cNvSpPr>
            <a:spLocks noGrp="1"/>
          </p:cNvSpPr>
          <p:nvPr>
            <p:ph type="sldNum" sz="quarter" idx="10"/>
          </p:nvPr>
        </p:nvSpPr>
        <p:spPr>
          <a:xfrm>
            <a:off x="11049000" y="6492876"/>
            <a:ext cx="1143000" cy="365125"/>
          </a:xfr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solidFill>
                  <a:prstClr val="black"/>
                </a:solidFill>
                <a:latin typeface="+mn-lt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fld id="{391EDFD1-D3AB-4518-98BC-E386A1BB9611}" type="slidenum">
              <a:rPr kumimoji="0" lang="zh-CN" alt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宋体" pitchFamily="2" charset="-122"/>
                <a:cs typeface="+mn-cs"/>
              </a:rPr>
              <a:t>‹#›</a:t>
            </a:fld>
            <a:endParaRPr kumimoji="0" lang="zh-CN" alt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宋体" pitchFamily="2" charset="-122"/>
              <a:cs typeface="+mn-cs"/>
            </a:endParaRPr>
          </a:p>
        </p:txBody>
      </p:sp>
      <p:sp>
        <p:nvSpPr>
          <p:cNvPr id="5" name="TextBox 11"/>
          <p:cNvSpPr txBox="1">
            <a:spLocks noChangeArrowheads="1"/>
          </p:cNvSpPr>
          <p:nvPr userDrawn="1"/>
        </p:nvSpPr>
        <p:spPr bwMode="auto">
          <a:xfrm>
            <a:off x="11620500" y="116632"/>
            <a:ext cx="363220" cy="3067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9pPr>
          </a:lstStyle>
          <a:p>
            <a:pPr>
              <a:defRPr/>
            </a:pPr>
            <a:fld id="{ED856349-79DF-4269-BEE4-3014BAD1A95F}" type="slidenum">
              <a:rPr lang="en-US" altLang="zh-CN" sz="1400" b="1" smtClean="0">
                <a:solidFill>
                  <a:srgbClr val="404040"/>
                </a:solidFill>
              </a:rPr>
              <a:t>‹#›</a:t>
            </a:fld>
            <a:endParaRPr lang="zh-CN" altLang="en-US" sz="1400" b="1" dirty="0">
              <a:solidFill>
                <a:srgbClr val="404040"/>
              </a:solidFill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椭圆 88"/>
          <p:cNvSpPr/>
          <p:nvPr userDrawn="1"/>
        </p:nvSpPr>
        <p:spPr>
          <a:xfrm>
            <a:off x="-3625080" y="-1541834"/>
            <a:ext cx="8697505" cy="9941668"/>
          </a:xfrm>
          <a:prstGeom prst="ellipse">
            <a:avLst/>
          </a:prstGeom>
          <a:solidFill>
            <a:schemeClr val="accent4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88" name="椭圆 87"/>
          <p:cNvSpPr/>
          <p:nvPr userDrawn="1"/>
        </p:nvSpPr>
        <p:spPr>
          <a:xfrm>
            <a:off x="-3999568" y="-1541834"/>
            <a:ext cx="8697505" cy="9941668"/>
          </a:xfrm>
          <a:prstGeom prst="ellipse">
            <a:avLst/>
          </a:prstGeom>
          <a:solidFill>
            <a:schemeClr val="bg1"/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dirty="0"/>
          </a:p>
        </p:txBody>
      </p:sp>
      <p:pic>
        <p:nvPicPr>
          <p:cNvPr id="87" name="图片 8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809587" y="1"/>
            <a:ext cx="5507524" cy="6857999"/>
          </a:xfrm>
          <a:custGeom>
            <a:avLst/>
            <a:gdLst>
              <a:gd name="connsiteX0" fmla="*/ 0 w 5919101"/>
              <a:gd name="connsiteY0" fmla="*/ 0 h 6858000"/>
              <a:gd name="connsiteX1" fmla="*/ 4714485 w 5919101"/>
              <a:gd name="connsiteY1" fmla="*/ 0 h 6858000"/>
              <a:gd name="connsiteX2" fmla="*/ 4786974 w 5919101"/>
              <a:gd name="connsiteY2" fmla="*/ 86723 h 6858000"/>
              <a:gd name="connsiteX3" fmla="*/ 5919101 w 5919101"/>
              <a:gd name="connsiteY3" fmla="*/ 3429000 h 6858000"/>
              <a:gd name="connsiteX4" fmla="*/ 4786974 w 5919101"/>
              <a:gd name="connsiteY4" fmla="*/ 6771277 h 6858000"/>
              <a:gd name="connsiteX5" fmla="*/ 4714485 w 5919101"/>
              <a:gd name="connsiteY5" fmla="*/ 6858000 h 6858000"/>
              <a:gd name="connsiteX6" fmla="*/ 0 w 5919101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919101" h="6858000">
                <a:moveTo>
                  <a:pt x="0" y="0"/>
                </a:moveTo>
                <a:lnTo>
                  <a:pt x="4714485" y="0"/>
                </a:lnTo>
                <a:lnTo>
                  <a:pt x="4786974" y="86723"/>
                </a:lnTo>
                <a:cubicBezTo>
                  <a:pt x="5490384" y="969480"/>
                  <a:pt x="5919101" y="2142133"/>
                  <a:pt x="5919101" y="3429000"/>
                </a:cubicBezTo>
                <a:cubicBezTo>
                  <a:pt x="5919101" y="4715867"/>
                  <a:pt x="5490384" y="5888521"/>
                  <a:pt x="4786974" y="6771277"/>
                </a:cubicBezTo>
                <a:lnTo>
                  <a:pt x="4714485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86" name="椭圆 85"/>
          <p:cNvSpPr/>
          <p:nvPr userDrawn="1"/>
        </p:nvSpPr>
        <p:spPr>
          <a:xfrm>
            <a:off x="-3913112" y="-1570588"/>
            <a:ext cx="8697505" cy="9941668"/>
          </a:xfrm>
          <a:prstGeom prst="ellipse">
            <a:avLst/>
          </a:prstGeom>
          <a:solidFill>
            <a:schemeClr val="accent1">
              <a:alpha val="88000"/>
            </a:schemeClr>
          </a:solidFill>
          <a:ln w="28575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 dirty="0"/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056440" y="167430"/>
            <a:ext cx="1871503" cy="5617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1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2" cstate="screen"/>
          <a:srcRect r="25963"/>
          <a:stretch>
            <a:fillRect/>
          </a:stretch>
        </p:blipFill>
        <p:spPr>
          <a:xfrm>
            <a:off x="7191376" y="133072"/>
            <a:ext cx="5028334" cy="653579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3549208" y="3871615"/>
            <a:ext cx="7287114" cy="781876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zh-CN" altLang="en-US" dirty="0"/>
          </a:p>
        </p:txBody>
      </p:sp>
      <p:sp>
        <p:nvSpPr>
          <p:cNvPr id="14" name="文本占位符 12"/>
          <p:cNvSpPr>
            <a:spLocks noGrp="1"/>
          </p:cNvSpPr>
          <p:nvPr>
            <p:ph type="body" sz="quarter" idx="11" hasCustomPrompt="1"/>
          </p:nvPr>
        </p:nvSpPr>
        <p:spPr>
          <a:xfrm>
            <a:off x="3549208" y="5438453"/>
            <a:ext cx="7287114" cy="41033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5" name="文本占位符 12"/>
          <p:cNvSpPr>
            <a:spLocks noGrp="1"/>
          </p:cNvSpPr>
          <p:nvPr>
            <p:ph type="body" sz="quarter" idx="12" hasCustomPrompt="1"/>
          </p:nvPr>
        </p:nvSpPr>
        <p:spPr>
          <a:xfrm>
            <a:off x="3549208" y="4908366"/>
            <a:ext cx="7287114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8" name="矩形 7"/>
          <p:cNvSpPr/>
          <p:nvPr userDrawn="1"/>
        </p:nvSpPr>
        <p:spPr>
          <a:xfrm>
            <a:off x="1152525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3" hasCustomPrompt="1"/>
          </p:nvPr>
        </p:nvSpPr>
        <p:spPr>
          <a:xfrm>
            <a:off x="3549208" y="1484311"/>
            <a:ext cx="7287114" cy="2386807"/>
          </a:xfrm>
        </p:spPr>
        <p:txBody>
          <a:bodyPr>
            <a:noAutofit/>
          </a:bodyPr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6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单击此处</a:t>
            </a:r>
            <a:endParaRPr lang="en-US" altLang="zh-CN" dirty="0"/>
          </a:p>
          <a:p>
            <a:pPr lvl="0"/>
            <a:r>
              <a:rPr lang="zh-CN" altLang="en-US" dirty="0"/>
              <a:t>输入大标题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292799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11121340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/>
          <p:cNvSpPr txBox="1"/>
          <p:nvPr userDrawn="1"/>
        </p:nvSpPr>
        <p:spPr>
          <a:xfrm rot="16200000">
            <a:off x="10462781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bg1">
                    <a:alpha val="5000"/>
                  </a:schemeClr>
                </a:solidFill>
              </a:rPr>
              <a:t>BEIJING INSTITUTE OF TECHNOLOGY</a:t>
            </a:r>
          </a:p>
        </p:txBody>
      </p:sp>
      <p:grpSp>
        <p:nvGrpSpPr>
          <p:cNvPr id="16" name="组合 15"/>
          <p:cNvGrpSpPr/>
          <p:nvPr userDrawn="1"/>
        </p:nvGrpSpPr>
        <p:grpSpPr>
          <a:xfrm>
            <a:off x="611819" y="2031917"/>
            <a:ext cx="1732861" cy="3286784"/>
            <a:chOff x="9778366" y="1977238"/>
            <a:chExt cx="1732861" cy="3286784"/>
          </a:xfrm>
          <a:solidFill>
            <a:schemeClr val="bg1">
              <a:alpha val="5000"/>
            </a:schemeClr>
          </a:solidFill>
        </p:grpSpPr>
        <p:grpSp>
          <p:nvGrpSpPr>
            <p:cNvPr id="17" name="组合 16"/>
            <p:cNvGrpSpPr/>
            <p:nvPr/>
          </p:nvGrpSpPr>
          <p:grpSpPr>
            <a:xfrm>
              <a:off x="9778366" y="2020414"/>
              <a:ext cx="567014" cy="3193100"/>
              <a:chOff x="11305242" y="2003776"/>
              <a:chExt cx="354194" cy="1994619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1382341" y="3698614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380187" y="2628491"/>
                <a:ext cx="208353" cy="2412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8" name="组合 17"/>
            <p:cNvGrpSpPr/>
            <p:nvPr/>
          </p:nvGrpSpPr>
          <p:grpSpPr>
            <a:xfrm>
              <a:off x="10861863" y="1977238"/>
              <a:ext cx="649364" cy="3286784"/>
              <a:chOff x="10232762" y="2216649"/>
              <a:chExt cx="405635" cy="2053139"/>
            </a:xfrm>
            <a:grpFill/>
          </p:grpSpPr>
          <p:grpSp>
            <p:nvGrpSpPr>
              <p:cNvPr id="19" name="组合 18"/>
              <p:cNvGrpSpPr/>
              <p:nvPr/>
            </p:nvGrpSpPr>
            <p:grpSpPr>
              <a:xfrm>
                <a:off x="10279016" y="3306476"/>
                <a:ext cx="313128" cy="329555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10268702" y="2216649"/>
                <a:ext cx="355220" cy="448646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10332867" y="2868571"/>
                <a:ext cx="238182" cy="20533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10232762" y="3871448"/>
                <a:ext cx="405635" cy="398340"/>
                <a:chOff x="11854992" y="1994536"/>
                <a:chExt cx="405635" cy="398340"/>
              </a:xfrm>
              <a:grpFill/>
            </p:grpSpPr>
            <p:sp>
              <p:nvSpPr>
                <p:cNvPr id="23" name="Freeform 11"/>
                <p:cNvSpPr>
                  <a:spLocks noEditPoints="1"/>
                </p:cNvSpPr>
                <p:nvPr/>
              </p:nvSpPr>
              <p:spPr bwMode="auto">
                <a:xfrm>
                  <a:off x="11976099" y="1994536"/>
                  <a:ext cx="284528" cy="398340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2"/>
                <p:cNvSpPr/>
                <p:nvPr/>
              </p:nvSpPr>
              <p:spPr bwMode="auto">
                <a:xfrm>
                  <a:off x="11854992" y="2009127"/>
                  <a:ext cx="153208" cy="383749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</p:grpSp>
      <p:pic>
        <p:nvPicPr>
          <p:cNvPr id="41" name="图片 4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74738" y="515429"/>
            <a:ext cx="2295327" cy="504694"/>
          </a:xfrm>
          <a:prstGeom prst="rect">
            <a:avLst/>
          </a:prstGeom>
        </p:spPr>
      </p:pic>
      <p:cxnSp>
        <p:nvCxnSpPr>
          <p:cNvPr id="42" name="直接连接符 41"/>
          <p:cNvCxnSpPr/>
          <p:nvPr userDrawn="1"/>
        </p:nvCxnSpPr>
        <p:spPr>
          <a:xfrm>
            <a:off x="2927998" y="1355988"/>
            <a:ext cx="0" cy="458984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直接连接符 42"/>
          <p:cNvCxnSpPr/>
          <p:nvPr userDrawn="1"/>
        </p:nvCxnSpPr>
        <p:spPr>
          <a:xfrm>
            <a:off x="11522544" y="1400593"/>
            <a:ext cx="0" cy="4545237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1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图片 42"/>
          <p:cNvPicPr>
            <a:picLocks noChangeAspect="1"/>
          </p:cNvPicPr>
          <p:nvPr userDrawn="1"/>
        </p:nvPicPr>
        <p:blipFill>
          <a:blip r:embed="rId2" cstate="print"/>
          <a:stretch>
            <a:fillRect/>
          </a:stretch>
        </p:blipFill>
        <p:spPr>
          <a:xfrm>
            <a:off x="4600575" y="133072"/>
            <a:ext cx="6791691" cy="6535793"/>
          </a:xfrm>
          <a:prstGeom prst="rect">
            <a:avLst/>
          </a:prstGeom>
        </p:spPr>
      </p:pic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216315" y="3871615"/>
            <a:ext cx="7287114" cy="781876"/>
          </a:xfrm>
        </p:spPr>
        <p:txBody>
          <a:bodyPr>
            <a:normAutofit/>
          </a:bodyPr>
          <a:lstStyle>
            <a:lvl1pPr marL="0" indent="0" algn="l">
              <a:buNone/>
              <a:defRPr sz="3200">
                <a:solidFill>
                  <a:schemeClr val="tx1"/>
                </a:solidFill>
                <a:latin typeface="+mn-ea"/>
                <a:ea typeface="+mn-ea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zh-CN" altLang="en-US" dirty="0"/>
          </a:p>
        </p:txBody>
      </p:sp>
      <p:sp>
        <p:nvSpPr>
          <p:cNvPr id="14" name="文本占位符 12"/>
          <p:cNvSpPr>
            <a:spLocks noGrp="1"/>
          </p:cNvSpPr>
          <p:nvPr>
            <p:ph type="body" sz="quarter" idx="11" hasCustomPrompt="1"/>
          </p:nvPr>
        </p:nvSpPr>
        <p:spPr>
          <a:xfrm>
            <a:off x="1216315" y="5438453"/>
            <a:ext cx="7287114" cy="410333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5" name="文本占位符 12"/>
          <p:cNvSpPr>
            <a:spLocks noGrp="1"/>
          </p:cNvSpPr>
          <p:nvPr>
            <p:ph type="body" sz="quarter" idx="12" hasCustomPrompt="1"/>
          </p:nvPr>
        </p:nvSpPr>
        <p:spPr>
          <a:xfrm>
            <a:off x="1216315" y="4908366"/>
            <a:ext cx="7287114" cy="410335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</a:p>
        </p:txBody>
      </p:sp>
      <p:sp>
        <p:nvSpPr>
          <p:cNvPr id="13" name="文本占位符 12"/>
          <p:cNvSpPr>
            <a:spLocks noGrp="1"/>
          </p:cNvSpPr>
          <p:nvPr>
            <p:ph type="body" sz="quarter" idx="13" hasCustomPrompt="1"/>
          </p:nvPr>
        </p:nvSpPr>
        <p:spPr>
          <a:xfrm>
            <a:off x="1216315" y="1484311"/>
            <a:ext cx="7287114" cy="2267551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6600" b="1">
                <a:solidFill>
                  <a:schemeClr val="tx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编辑母版文本样式</a:t>
            </a:r>
            <a:endParaRPr lang="en-US" altLang="zh-CN" dirty="0"/>
          </a:p>
          <a:p>
            <a:pPr lvl="0"/>
            <a:r>
              <a:rPr lang="zh-CN" altLang="en-US" dirty="0"/>
              <a:t>输入标题</a:t>
            </a:r>
          </a:p>
        </p:txBody>
      </p:sp>
      <p:sp>
        <p:nvSpPr>
          <p:cNvPr id="9" name="矩形 8"/>
          <p:cNvSpPr/>
          <p:nvPr userDrawn="1"/>
        </p:nvSpPr>
        <p:spPr>
          <a:xfrm>
            <a:off x="0" y="1484311"/>
            <a:ext cx="666749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667561" y="1484310"/>
            <a:ext cx="403257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 userDrawn="1"/>
        </p:nvSpPr>
        <p:spPr>
          <a:xfrm>
            <a:off x="9258300" y="1484313"/>
            <a:ext cx="2930035" cy="436447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 userDrawn="1"/>
        </p:nvSpPr>
        <p:spPr>
          <a:xfrm>
            <a:off x="8882428" y="1484310"/>
            <a:ext cx="377842" cy="436447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16" name="组合 15"/>
          <p:cNvGrpSpPr/>
          <p:nvPr userDrawn="1"/>
        </p:nvGrpSpPr>
        <p:grpSpPr>
          <a:xfrm>
            <a:off x="9832019" y="2031917"/>
            <a:ext cx="1732861" cy="3286784"/>
            <a:chOff x="9778366" y="1977238"/>
            <a:chExt cx="1732861" cy="3286784"/>
          </a:xfrm>
          <a:solidFill>
            <a:schemeClr val="bg1">
              <a:alpha val="5000"/>
            </a:schemeClr>
          </a:solidFill>
        </p:grpSpPr>
        <p:grpSp>
          <p:nvGrpSpPr>
            <p:cNvPr id="17" name="组合 16"/>
            <p:cNvGrpSpPr/>
            <p:nvPr/>
          </p:nvGrpSpPr>
          <p:grpSpPr>
            <a:xfrm>
              <a:off x="9778366" y="2020414"/>
              <a:ext cx="567014" cy="3193100"/>
              <a:chOff x="11305242" y="2003776"/>
              <a:chExt cx="354194" cy="1994619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307751" y="3052538"/>
                <a:ext cx="345981" cy="390126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1382341" y="3698614"/>
                <a:ext cx="199170" cy="299781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1305242" y="2003776"/>
                <a:ext cx="354194" cy="439406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380187" y="2628491"/>
                <a:ext cx="208353" cy="2412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8" name="组合 17"/>
            <p:cNvGrpSpPr/>
            <p:nvPr/>
          </p:nvGrpSpPr>
          <p:grpSpPr>
            <a:xfrm>
              <a:off x="10861863" y="1977238"/>
              <a:ext cx="649364" cy="3286784"/>
              <a:chOff x="10232762" y="2216649"/>
              <a:chExt cx="405635" cy="2053139"/>
            </a:xfrm>
            <a:grpFill/>
          </p:grpSpPr>
          <p:grpSp>
            <p:nvGrpSpPr>
              <p:cNvPr id="19" name="组合 18"/>
              <p:cNvGrpSpPr/>
              <p:nvPr/>
            </p:nvGrpSpPr>
            <p:grpSpPr>
              <a:xfrm>
                <a:off x="10279016" y="3306476"/>
                <a:ext cx="313128" cy="329555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10268702" y="2216649"/>
                <a:ext cx="355220" cy="448646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10332867" y="2868571"/>
                <a:ext cx="238182" cy="20533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10232762" y="3871448"/>
                <a:ext cx="405635" cy="398340"/>
                <a:chOff x="11854992" y="1994536"/>
                <a:chExt cx="405635" cy="398340"/>
              </a:xfrm>
              <a:grpFill/>
            </p:grpSpPr>
            <p:sp>
              <p:nvSpPr>
                <p:cNvPr id="23" name="Freeform 11"/>
                <p:cNvSpPr>
                  <a:spLocks noEditPoints="1"/>
                </p:cNvSpPr>
                <p:nvPr/>
              </p:nvSpPr>
              <p:spPr bwMode="auto">
                <a:xfrm>
                  <a:off x="11976099" y="1994536"/>
                  <a:ext cx="284528" cy="398340"/>
                </a:xfrm>
                <a:custGeom>
                  <a:avLst/>
                  <a:gdLst>
                    <a:gd name="T0" fmla="*/ 29 w 72"/>
                    <a:gd name="T1" fmla="*/ 49 h 102"/>
                    <a:gd name="T2" fmla="*/ 15 w 72"/>
                    <a:gd name="T3" fmla="*/ 43 h 102"/>
                    <a:gd name="T4" fmla="*/ 10 w 72"/>
                    <a:gd name="T5" fmla="*/ 21 h 102"/>
                    <a:gd name="T6" fmla="*/ 13 w 72"/>
                    <a:gd name="T7" fmla="*/ 15 h 102"/>
                    <a:gd name="T8" fmla="*/ 19 w 72"/>
                    <a:gd name="T9" fmla="*/ 18 h 102"/>
                    <a:gd name="T10" fmla="*/ 20 w 72"/>
                    <a:gd name="T11" fmla="*/ 26 h 102"/>
                    <a:gd name="T12" fmla="*/ 35 w 72"/>
                    <a:gd name="T13" fmla="*/ 22 h 102"/>
                    <a:gd name="T14" fmla="*/ 40 w 72"/>
                    <a:gd name="T15" fmla="*/ 16 h 102"/>
                    <a:gd name="T16" fmla="*/ 43 w 72"/>
                    <a:gd name="T17" fmla="*/ 14 h 102"/>
                    <a:gd name="T18" fmla="*/ 44 w 72"/>
                    <a:gd name="T19" fmla="*/ 19 h 102"/>
                    <a:gd name="T20" fmla="*/ 43 w 72"/>
                    <a:gd name="T21" fmla="*/ 28 h 102"/>
                    <a:gd name="T22" fmla="*/ 36 w 72"/>
                    <a:gd name="T23" fmla="*/ 40 h 102"/>
                    <a:gd name="T24" fmla="*/ 37 w 72"/>
                    <a:gd name="T25" fmla="*/ 42 h 102"/>
                    <a:gd name="T26" fmla="*/ 44 w 72"/>
                    <a:gd name="T27" fmla="*/ 38 h 102"/>
                    <a:gd name="T28" fmla="*/ 56 w 72"/>
                    <a:gd name="T29" fmla="*/ 20 h 102"/>
                    <a:gd name="T30" fmla="*/ 49 w 72"/>
                    <a:gd name="T31" fmla="*/ 9 h 102"/>
                    <a:gd name="T32" fmla="*/ 28 w 72"/>
                    <a:gd name="T33" fmla="*/ 14 h 102"/>
                    <a:gd name="T34" fmla="*/ 20 w 72"/>
                    <a:gd name="T35" fmla="*/ 13 h 102"/>
                    <a:gd name="T36" fmla="*/ 22 w 72"/>
                    <a:gd name="T37" fmla="*/ 6 h 102"/>
                    <a:gd name="T38" fmla="*/ 50 w 72"/>
                    <a:gd name="T39" fmla="*/ 1 h 102"/>
                    <a:gd name="T40" fmla="*/ 68 w 72"/>
                    <a:gd name="T41" fmla="*/ 12 h 102"/>
                    <a:gd name="T42" fmla="*/ 67 w 72"/>
                    <a:gd name="T43" fmla="*/ 24 h 102"/>
                    <a:gd name="T44" fmla="*/ 49 w 72"/>
                    <a:gd name="T45" fmla="*/ 48 h 102"/>
                    <a:gd name="T46" fmla="*/ 42 w 72"/>
                    <a:gd name="T47" fmla="*/ 49 h 102"/>
                    <a:gd name="T48" fmla="*/ 37 w 72"/>
                    <a:gd name="T49" fmla="*/ 47 h 102"/>
                    <a:gd name="T50" fmla="*/ 35 w 72"/>
                    <a:gd name="T51" fmla="*/ 52 h 102"/>
                    <a:gd name="T52" fmla="*/ 41 w 72"/>
                    <a:gd name="T53" fmla="*/ 58 h 102"/>
                    <a:gd name="T54" fmla="*/ 48 w 72"/>
                    <a:gd name="T55" fmla="*/ 57 h 102"/>
                    <a:gd name="T56" fmla="*/ 53 w 72"/>
                    <a:gd name="T57" fmla="*/ 59 h 102"/>
                    <a:gd name="T58" fmla="*/ 53 w 72"/>
                    <a:gd name="T59" fmla="*/ 66 h 102"/>
                    <a:gd name="T60" fmla="*/ 48 w 72"/>
                    <a:gd name="T61" fmla="*/ 70 h 102"/>
                    <a:gd name="T62" fmla="*/ 37 w 72"/>
                    <a:gd name="T63" fmla="*/ 81 h 102"/>
                    <a:gd name="T64" fmla="*/ 45 w 72"/>
                    <a:gd name="T65" fmla="*/ 81 h 102"/>
                    <a:gd name="T66" fmla="*/ 57 w 72"/>
                    <a:gd name="T67" fmla="*/ 89 h 102"/>
                    <a:gd name="T68" fmla="*/ 51 w 72"/>
                    <a:gd name="T69" fmla="*/ 98 h 102"/>
                    <a:gd name="T70" fmla="*/ 26 w 72"/>
                    <a:gd name="T71" fmla="*/ 101 h 102"/>
                    <a:gd name="T72" fmla="*/ 17 w 72"/>
                    <a:gd name="T73" fmla="*/ 96 h 102"/>
                    <a:gd name="T74" fmla="*/ 15 w 72"/>
                    <a:gd name="T75" fmla="*/ 94 h 102"/>
                    <a:gd name="T76" fmla="*/ 19 w 72"/>
                    <a:gd name="T77" fmla="*/ 77 h 102"/>
                    <a:gd name="T78" fmla="*/ 27 w 72"/>
                    <a:gd name="T79" fmla="*/ 70 h 102"/>
                    <a:gd name="T80" fmla="*/ 27 w 72"/>
                    <a:gd name="T81" fmla="*/ 69 h 102"/>
                    <a:gd name="T82" fmla="*/ 21 w 72"/>
                    <a:gd name="T83" fmla="*/ 71 h 102"/>
                    <a:gd name="T84" fmla="*/ 9 w 72"/>
                    <a:gd name="T85" fmla="*/ 76 h 102"/>
                    <a:gd name="T86" fmla="*/ 3 w 72"/>
                    <a:gd name="T87" fmla="*/ 75 h 102"/>
                    <a:gd name="T88" fmla="*/ 4 w 72"/>
                    <a:gd name="T89" fmla="*/ 69 h 102"/>
                    <a:gd name="T90" fmla="*/ 26 w 72"/>
                    <a:gd name="T91" fmla="*/ 60 h 102"/>
                    <a:gd name="T92" fmla="*/ 28 w 72"/>
                    <a:gd name="T93" fmla="*/ 57 h 102"/>
                    <a:gd name="T94" fmla="*/ 29 w 72"/>
                    <a:gd name="T95" fmla="*/ 49 h 102"/>
                    <a:gd name="T96" fmla="*/ 34 w 72"/>
                    <a:gd name="T97" fmla="*/ 29 h 102"/>
                    <a:gd name="T98" fmla="*/ 33 w 72"/>
                    <a:gd name="T99" fmla="*/ 28 h 102"/>
                    <a:gd name="T100" fmla="*/ 26 w 72"/>
                    <a:gd name="T101" fmla="*/ 32 h 102"/>
                    <a:gd name="T102" fmla="*/ 23 w 72"/>
                    <a:gd name="T103" fmla="*/ 36 h 102"/>
                    <a:gd name="T104" fmla="*/ 26 w 72"/>
                    <a:gd name="T105" fmla="*/ 42 h 102"/>
                    <a:gd name="T106" fmla="*/ 31 w 72"/>
                    <a:gd name="T107" fmla="*/ 40 h 102"/>
                    <a:gd name="T108" fmla="*/ 34 w 72"/>
                    <a:gd name="T109" fmla="*/ 29 h 102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  <a:cxn ang="0">
                      <a:pos x="T94" y="T95"/>
                    </a:cxn>
                    <a:cxn ang="0">
                      <a:pos x="T96" y="T97"/>
                    </a:cxn>
                    <a:cxn ang="0">
                      <a:pos x="T98" y="T99"/>
                    </a:cxn>
                    <a:cxn ang="0">
                      <a:pos x="T100" y="T101"/>
                    </a:cxn>
                    <a:cxn ang="0">
                      <a:pos x="T102" y="T103"/>
                    </a:cxn>
                    <a:cxn ang="0">
                      <a:pos x="T104" y="T105"/>
                    </a:cxn>
                    <a:cxn ang="0">
                      <a:pos x="T106" y="T107"/>
                    </a:cxn>
                    <a:cxn ang="0">
                      <a:pos x="T108" y="T109"/>
                    </a:cxn>
                  </a:cxnLst>
                  <a:rect l="0" t="0" r="r" b="b"/>
                  <a:pathLst>
                    <a:path w="72" h="102">
                      <a:moveTo>
                        <a:pt x="29" y="49"/>
                      </a:moveTo>
                      <a:cubicBezTo>
                        <a:pt x="19" y="52"/>
                        <a:pt x="18" y="52"/>
                        <a:pt x="15" y="43"/>
                      </a:cubicBezTo>
                      <a:cubicBezTo>
                        <a:pt x="13" y="36"/>
                        <a:pt x="11" y="28"/>
                        <a:pt x="10" y="21"/>
                      </a:cubicBezTo>
                      <a:cubicBezTo>
                        <a:pt x="9" y="19"/>
                        <a:pt x="11" y="16"/>
                        <a:pt x="13" y="15"/>
                      </a:cubicBezTo>
                      <a:cubicBezTo>
                        <a:pt x="16" y="13"/>
                        <a:pt x="18" y="16"/>
                        <a:pt x="19" y="18"/>
                      </a:cubicBezTo>
                      <a:cubicBezTo>
                        <a:pt x="19" y="21"/>
                        <a:pt x="20" y="23"/>
                        <a:pt x="20" y="26"/>
                      </a:cubicBezTo>
                      <a:cubicBezTo>
                        <a:pt x="26" y="25"/>
                        <a:pt x="31" y="24"/>
                        <a:pt x="35" y="22"/>
                      </a:cubicBezTo>
                      <a:cubicBezTo>
                        <a:pt x="37" y="21"/>
                        <a:pt x="38" y="18"/>
                        <a:pt x="40" y="16"/>
                      </a:cubicBezTo>
                      <a:cubicBezTo>
                        <a:pt x="41" y="15"/>
                        <a:pt x="42" y="14"/>
                        <a:pt x="43" y="14"/>
                      </a:cubicBezTo>
                      <a:cubicBezTo>
                        <a:pt x="44" y="15"/>
                        <a:pt x="44" y="17"/>
                        <a:pt x="44" y="19"/>
                      </a:cubicBezTo>
                      <a:cubicBezTo>
                        <a:pt x="44" y="22"/>
                        <a:pt x="43" y="25"/>
                        <a:pt x="43" y="28"/>
                      </a:cubicBezTo>
                      <a:cubicBezTo>
                        <a:pt x="37" y="29"/>
                        <a:pt x="39" y="36"/>
                        <a:pt x="36" y="40"/>
                      </a:cubicBezTo>
                      <a:cubicBezTo>
                        <a:pt x="36" y="41"/>
                        <a:pt x="37" y="41"/>
                        <a:pt x="37" y="42"/>
                      </a:cubicBezTo>
                      <a:cubicBezTo>
                        <a:pt x="39" y="41"/>
                        <a:pt x="42" y="40"/>
                        <a:pt x="44" y="38"/>
                      </a:cubicBezTo>
                      <a:cubicBezTo>
                        <a:pt x="48" y="32"/>
                        <a:pt x="52" y="26"/>
                        <a:pt x="56" y="20"/>
                      </a:cubicBezTo>
                      <a:cubicBezTo>
                        <a:pt x="59" y="15"/>
                        <a:pt x="56" y="9"/>
                        <a:pt x="49" y="9"/>
                      </a:cubicBezTo>
                      <a:cubicBezTo>
                        <a:pt x="42" y="8"/>
                        <a:pt x="34" y="10"/>
                        <a:pt x="28" y="14"/>
                      </a:cubicBezTo>
                      <a:cubicBezTo>
                        <a:pt x="25" y="16"/>
                        <a:pt x="22" y="15"/>
                        <a:pt x="20" y="13"/>
                      </a:cubicBezTo>
                      <a:cubicBezTo>
                        <a:pt x="17" y="9"/>
                        <a:pt x="17" y="7"/>
                        <a:pt x="22" y="6"/>
                      </a:cubicBezTo>
                      <a:cubicBezTo>
                        <a:pt x="31" y="3"/>
                        <a:pt x="40" y="0"/>
                        <a:pt x="50" y="1"/>
                      </a:cubicBezTo>
                      <a:cubicBezTo>
                        <a:pt x="58" y="1"/>
                        <a:pt x="63" y="7"/>
                        <a:pt x="68" y="12"/>
                      </a:cubicBezTo>
                      <a:cubicBezTo>
                        <a:pt x="72" y="15"/>
                        <a:pt x="70" y="20"/>
                        <a:pt x="67" y="24"/>
                      </a:cubicBezTo>
                      <a:cubicBezTo>
                        <a:pt x="61" y="32"/>
                        <a:pt x="55" y="40"/>
                        <a:pt x="49" y="48"/>
                      </a:cubicBezTo>
                      <a:cubicBezTo>
                        <a:pt x="47" y="51"/>
                        <a:pt x="45" y="52"/>
                        <a:pt x="42" y="49"/>
                      </a:cubicBezTo>
                      <a:cubicBezTo>
                        <a:pt x="41" y="48"/>
                        <a:pt x="38" y="47"/>
                        <a:pt x="37" y="47"/>
                      </a:cubicBezTo>
                      <a:cubicBezTo>
                        <a:pt x="36" y="48"/>
                        <a:pt x="35" y="50"/>
                        <a:pt x="35" y="52"/>
                      </a:cubicBezTo>
                      <a:cubicBezTo>
                        <a:pt x="34" y="59"/>
                        <a:pt x="34" y="59"/>
                        <a:pt x="41" y="58"/>
                      </a:cubicBezTo>
                      <a:cubicBezTo>
                        <a:pt x="43" y="57"/>
                        <a:pt x="46" y="56"/>
                        <a:pt x="48" y="57"/>
                      </a:cubicBezTo>
                      <a:cubicBezTo>
                        <a:pt x="50" y="57"/>
                        <a:pt x="53" y="58"/>
                        <a:pt x="53" y="59"/>
                      </a:cubicBezTo>
                      <a:cubicBezTo>
                        <a:pt x="54" y="61"/>
                        <a:pt x="54" y="64"/>
                        <a:pt x="53" y="66"/>
                      </a:cubicBezTo>
                      <a:cubicBezTo>
                        <a:pt x="52" y="68"/>
                        <a:pt x="50" y="69"/>
                        <a:pt x="48" y="70"/>
                      </a:cubicBezTo>
                      <a:cubicBezTo>
                        <a:pt x="44" y="73"/>
                        <a:pt x="39" y="75"/>
                        <a:pt x="37" y="81"/>
                      </a:cubicBezTo>
                      <a:cubicBezTo>
                        <a:pt x="40" y="81"/>
                        <a:pt x="43" y="81"/>
                        <a:pt x="45" y="81"/>
                      </a:cubicBezTo>
                      <a:cubicBezTo>
                        <a:pt x="51" y="81"/>
                        <a:pt x="56" y="84"/>
                        <a:pt x="57" y="89"/>
                      </a:cubicBezTo>
                      <a:cubicBezTo>
                        <a:pt x="58" y="93"/>
                        <a:pt x="55" y="97"/>
                        <a:pt x="51" y="98"/>
                      </a:cubicBezTo>
                      <a:cubicBezTo>
                        <a:pt x="43" y="99"/>
                        <a:pt x="35" y="100"/>
                        <a:pt x="26" y="101"/>
                      </a:cubicBezTo>
                      <a:cubicBezTo>
                        <a:pt x="22" y="102"/>
                        <a:pt x="19" y="100"/>
                        <a:pt x="17" y="96"/>
                      </a:cubicBezTo>
                      <a:cubicBezTo>
                        <a:pt x="16" y="96"/>
                        <a:pt x="16" y="95"/>
                        <a:pt x="15" y="94"/>
                      </a:cubicBezTo>
                      <a:cubicBezTo>
                        <a:pt x="11" y="84"/>
                        <a:pt x="11" y="84"/>
                        <a:pt x="19" y="77"/>
                      </a:cubicBezTo>
                      <a:cubicBezTo>
                        <a:pt x="22" y="75"/>
                        <a:pt x="24" y="72"/>
                        <a:pt x="27" y="70"/>
                      </a:cubicBezTo>
                      <a:cubicBezTo>
                        <a:pt x="27" y="70"/>
                        <a:pt x="27" y="69"/>
                        <a:pt x="27" y="69"/>
                      </a:cubicBezTo>
                      <a:cubicBezTo>
                        <a:pt x="25" y="69"/>
                        <a:pt x="23" y="70"/>
                        <a:pt x="21" y="71"/>
                      </a:cubicBezTo>
                      <a:cubicBezTo>
                        <a:pt x="17" y="72"/>
                        <a:pt x="13" y="74"/>
                        <a:pt x="9" y="76"/>
                      </a:cubicBezTo>
                      <a:cubicBezTo>
                        <a:pt x="7" y="76"/>
                        <a:pt x="5" y="76"/>
                        <a:pt x="3" y="75"/>
                      </a:cubicBezTo>
                      <a:cubicBezTo>
                        <a:pt x="0" y="72"/>
                        <a:pt x="0" y="71"/>
                        <a:pt x="4" y="69"/>
                      </a:cubicBezTo>
                      <a:cubicBezTo>
                        <a:pt x="12" y="66"/>
                        <a:pt x="19" y="63"/>
                        <a:pt x="26" y="60"/>
                      </a:cubicBezTo>
                      <a:cubicBezTo>
                        <a:pt x="27" y="60"/>
                        <a:pt x="28" y="58"/>
                        <a:pt x="28" y="57"/>
                      </a:cubicBezTo>
                      <a:cubicBezTo>
                        <a:pt x="29" y="55"/>
                        <a:pt x="29" y="52"/>
                        <a:pt x="29" y="49"/>
                      </a:cubicBezTo>
                      <a:close/>
                      <a:moveTo>
                        <a:pt x="34" y="29"/>
                      </a:moveTo>
                      <a:cubicBezTo>
                        <a:pt x="34" y="29"/>
                        <a:pt x="34" y="29"/>
                        <a:pt x="33" y="28"/>
                      </a:cubicBezTo>
                      <a:cubicBezTo>
                        <a:pt x="31" y="29"/>
                        <a:pt x="28" y="30"/>
                        <a:pt x="26" y="32"/>
                      </a:cubicBezTo>
                      <a:cubicBezTo>
                        <a:pt x="24" y="32"/>
                        <a:pt x="22" y="34"/>
                        <a:pt x="23" y="36"/>
                      </a:cubicBezTo>
                      <a:cubicBezTo>
                        <a:pt x="23" y="38"/>
                        <a:pt x="25" y="40"/>
                        <a:pt x="26" y="42"/>
                      </a:cubicBezTo>
                      <a:cubicBezTo>
                        <a:pt x="27" y="42"/>
                        <a:pt x="30" y="41"/>
                        <a:pt x="31" y="40"/>
                      </a:cubicBezTo>
                      <a:cubicBezTo>
                        <a:pt x="32" y="37"/>
                        <a:pt x="33" y="33"/>
                        <a:pt x="34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2"/>
                <p:cNvSpPr/>
                <p:nvPr/>
              </p:nvSpPr>
              <p:spPr bwMode="auto">
                <a:xfrm>
                  <a:off x="11854992" y="2009127"/>
                  <a:ext cx="153208" cy="383749"/>
                </a:xfrm>
                <a:custGeom>
                  <a:avLst/>
                  <a:gdLst>
                    <a:gd name="T0" fmla="*/ 30 w 39"/>
                    <a:gd name="T1" fmla="*/ 44 h 98"/>
                    <a:gd name="T2" fmla="*/ 36 w 39"/>
                    <a:gd name="T3" fmla="*/ 34 h 98"/>
                    <a:gd name="T4" fmla="*/ 37 w 39"/>
                    <a:gd name="T5" fmla="*/ 51 h 98"/>
                    <a:gd name="T6" fmla="*/ 25 w 39"/>
                    <a:gd name="T7" fmla="*/ 82 h 98"/>
                    <a:gd name="T8" fmla="*/ 21 w 39"/>
                    <a:gd name="T9" fmla="*/ 98 h 98"/>
                    <a:gd name="T10" fmla="*/ 13 w 39"/>
                    <a:gd name="T11" fmla="*/ 96 h 98"/>
                    <a:gd name="T12" fmla="*/ 5 w 39"/>
                    <a:gd name="T13" fmla="*/ 83 h 98"/>
                    <a:gd name="T14" fmla="*/ 11 w 39"/>
                    <a:gd name="T15" fmla="*/ 62 h 98"/>
                    <a:gd name="T16" fmla="*/ 9 w 39"/>
                    <a:gd name="T17" fmla="*/ 43 h 98"/>
                    <a:gd name="T18" fmla="*/ 12 w 39"/>
                    <a:gd name="T19" fmla="*/ 38 h 98"/>
                    <a:gd name="T20" fmla="*/ 18 w 39"/>
                    <a:gd name="T21" fmla="*/ 33 h 98"/>
                    <a:gd name="T22" fmla="*/ 23 w 39"/>
                    <a:gd name="T23" fmla="*/ 12 h 98"/>
                    <a:gd name="T24" fmla="*/ 11 w 39"/>
                    <a:gd name="T25" fmla="*/ 16 h 98"/>
                    <a:gd name="T26" fmla="*/ 2 w 39"/>
                    <a:gd name="T27" fmla="*/ 16 h 98"/>
                    <a:gd name="T28" fmla="*/ 0 w 39"/>
                    <a:gd name="T29" fmla="*/ 12 h 98"/>
                    <a:gd name="T30" fmla="*/ 3 w 39"/>
                    <a:gd name="T31" fmla="*/ 10 h 98"/>
                    <a:gd name="T32" fmla="*/ 16 w 39"/>
                    <a:gd name="T33" fmla="*/ 7 h 98"/>
                    <a:gd name="T34" fmla="*/ 26 w 39"/>
                    <a:gd name="T35" fmla="*/ 2 h 98"/>
                    <a:gd name="T36" fmla="*/ 32 w 39"/>
                    <a:gd name="T37" fmla="*/ 1 h 98"/>
                    <a:gd name="T38" fmla="*/ 35 w 39"/>
                    <a:gd name="T39" fmla="*/ 9 h 98"/>
                    <a:gd name="T40" fmla="*/ 34 w 39"/>
                    <a:gd name="T41" fmla="*/ 11 h 98"/>
                    <a:gd name="T42" fmla="*/ 27 w 39"/>
                    <a:gd name="T43" fmla="*/ 38 h 98"/>
                    <a:gd name="T44" fmla="*/ 28 w 39"/>
                    <a:gd name="T45" fmla="*/ 44 h 98"/>
                    <a:gd name="T46" fmla="*/ 30 w 39"/>
                    <a:gd name="T47" fmla="*/ 44 h 9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</a:cxnLst>
                  <a:rect l="0" t="0" r="r" b="b"/>
                  <a:pathLst>
                    <a:path w="39" h="98">
                      <a:moveTo>
                        <a:pt x="30" y="44"/>
                      </a:moveTo>
                      <a:cubicBezTo>
                        <a:pt x="32" y="41"/>
                        <a:pt x="34" y="38"/>
                        <a:pt x="36" y="34"/>
                      </a:cubicBezTo>
                      <a:cubicBezTo>
                        <a:pt x="37" y="40"/>
                        <a:pt x="39" y="45"/>
                        <a:pt x="37" y="51"/>
                      </a:cubicBezTo>
                      <a:cubicBezTo>
                        <a:pt x="33" y="61"/>
                        <a:pt x="29" y="72"/>
                        <a:pt x="25" y="82"/>
                      </a:cubicBezTo>
                      <a:cubicBezTo>
                        <a:pt x="23" y="87"/>
                        <a:pt x="23" y="92"/>
                        <a:pt x="21" y="98"/>
                      </a:cubicBezTo>
                      <a:cubicBezTo>
                        <a:pt x="18" y="97"/>
                        <a:pt x="15" y="97"/>
                        <a:pt x="13" y="96"/>
                      </a:cubicBezTo>
                      <a:cubicBezTo>
                        <a:pt x="7" y="94"/>
                        <a:pt x="3" y="89"/>
                        <a:pt x="5" y="83"/>
                      </a:cubicBezTo>
                      <a:cubicBezTo>
                        <a:pt x="7" y="76"/>
                        <a:pt x="9" y="69"/>
                        <a:pt x="11" y="62"/>
                      </a:cubicBezTo>
                      <a:cubicBezTo>
                        <a:pt x="13" y="56"/>
                        <a:pt x="14" y="49"/>
                        <a:pt x="9" y="43"/>
                      </a:cubicBezTo>
                      <a:cubicBezTo>
                        <a:pt x="7" y="39"/>
                        <a:pt x="9" y="38"/>
                        <a:pt x="12" y="38"/>
                      </a:cubicBezTo>
                      <a:cubicBezTo>
                        <a:pt x="17" y="39"/>
                        <a:pt x="17" y="37"/>
                        <a:pt x="18" y="33"/>
                      </a:cubicBezTo>
                      <a:cubicBezTo>
                        <a:pt x="19" y="26"/>
                        <a:pt x="21" y="20"/>
                        <a:pt x="23" y="12"/>
                      </a:cubicBezTo>
                      <a:cubicBezTo>
                        <a:pt x="19" y="13"/>
                        <a:pt x="15" y="15"/>
                        <a:pt x="11" y="16"/>
                      </a:cubicBezTo>
                      <a:cubicBezTo>
                        <a:pt x="8" y="17"/>
                        <a:pt x="5" y="16"/>
                        <a:pt x="2" y="16"/>
                      </a:cubicBezTo>
                      <a:cubicBezTo>
                        <a:pt x="1" y="15"/>
                        <a:pt x="0" y="13"/>
                        <a:pt x="0" y="12"/>
                      </a:cubicBezTo>
                      <a:cubicBezTo>
                        <a:pt x="1" y="11"/>
                        <a:pt x="2" y="10"/>
                        <a:pt x="3" y="10"/>
                      </a:cubicBezTo>
                      <a:cubicBezTo>
                        <a:pt x="7" y="8"/>
                        <a:pt x="12" y="8"/>
                        <a:pt x="16" y="7"/>
                      </a:cubicBezTo>
                      <a:cubicBezTo>
                        <a:pt x="19" y="5"/>
                        <a:pt x="22" y="3"/>
                        <a:pt x="26" y="2"/>
                      </a:cubicBezTo>
                      <a:cubicBezTo>
                        <a:pt x="28" y="1"/>
                        <a:pt x="32" y="0"/>
                        <a:pt x="32" y="1"/>
                      </a:cubicBezTo>
                      <a:cubicBezTo>
                        <a:pt x="34" y="3"/>
                        <a:pt x="35" y="6"/>
                        <a:pt x="35" y="9"/>
                      </a:cubicBezTo>
                      <a:cubicBezTo>
                        <a:pt x="36" y="9"/>
                        <a:pt x="35" y="10"/>
                        <a:pt x="34" y="11"/>
                      </a:cubicBezTo>
                      <a:cubicBezTo>
                        <a:pt x="27" y="19"/>
                        <a:pt x="28" y="29"/>
                        <a:pt x="27" y="38"/>
                      </a:cubicBezTo>
                      <a:cubicBezTo>
                        <a:pt x="27" y="40"/>
                        <a:pt x="28" y="42"/>
                        <a:pt x="28" y="44"/>
                      </a:cubicBezTo>
                      <a:cubicBezTo>
                        <a:pt x="29" y="44"/>
                        <a:pt x="29" y="44"/>
                        <a:pt x="30" y="4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</p:grpSp>
      <p:sp>
        <p:nvSpPr>
          <p:cNvPr id="41" name="文本框 40"/>
          <p:cNvSpPr txBox="1"/>
          <p:nvPr userDrawn="1"/>
        </p:nvSpPr>
        <p:spPr>
          <a:xfrm rot="16200000">
            <a:off x="-1443469" y="3524086"/>
            <a:ext cx="3170099" cy="261610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>
            <a:defPPr>
              <a:defRPr lang="zh-CN"/>
            </a:defPPr>
            <a:lvl1pPr algn="dist">
              <a:defRPr sz="1100" b="1">
                <a:solidFill>
                  <a:schemeClr val="bg1">
                    <a:alpha val="22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altLang="zh-CN" dirty="0">
                <a:solidFill>
                  <a:schemeClr val="bg1">
                    <a:alpha val="5000"/>
                  </a:schemeClr>
                </a:solidFill>
              </a:rPr>
              <a:t>BEIJING INSTITUTE OF TECHNOLOGY</a:t>
            </a: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52633" y="548450"/>
            <a:ext cx="2295327" cy="504694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666749" y="1329225"/>
            <a:ext cx="0" cy="4714736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连接符 43"/>
          <p:cNvCxnSpPr/>
          <p:nvPr userDrawn="1"/>
        </p:nvCxnSpPr>
        <p:spPr>
          <a:xfrm>
            <a:off x="9258300" y="1280160"/>
            <a:ext cx="0" cy="4835169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008244"/>
              </a:gs>
              <a:gs pos="100000">
                <a:schemeClr val="accent1"/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endParaRPr lang="zh-CN" altLang="en-US" dirty="0"/>
          </a:p>
        </p:txBody>
      </p:sp>
      <p:sp>
        <p:nvSpPr>
          <p:cNvPr id="8" name="任意多边形: 形状 39"/>
          <p:cNvSpPr/>
          <p:nvPr userDrawn="1"/>
        </p:nvSpPr>
        <p:spPr>
          <a:xfrm>
            <a:off x="221886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pattFill prst="pct5">
            <a:fgClr>
              <a:schemeClr val="bg1">
                <a:lumMod val="85000"/>
              </a:schemeClr>
            </a:fgClr>
            <a:bgClr>
              <a:schemeClr val="bg1"/>
            </a:bgClr>
          </a:pattFill>
          <a:ln>
            <a:noFill/>
          </a:ln>
          <a:effectLst>
            <a:outerShdw blurRad="190500" sx="101000" sy="101000" algn="l" rotWithShape="0">
              <a:prstClr val="black">
                <a:alpha val="1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任意多边形: 形状 39"/>
          <p:cNvSpPr/>
          <p:nvPr userDrawn="1"/>
        </p:nvSpPr>
        <p:spPr>
          <a:xfrm>
            <a:off x="189674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rgbClr val="A13F0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任意多边形: 形状 39"/>
          <p:cNvSpPr/>
          <p:nvPr userDrawn="1"/>
        </p:nvSpPr>
        <p:spPr>
          <a:xfrm>
            <a:off x="0" y="0"/>
            <a:ext cx="7536857" cy="6858000"/>
          </a:xfrm>
          <a:custGeom>
            <a:avLst/>
            <a:gdLst>
              <a:gd name="connsiteX0" fmla="*/ 0 w 7536857"/>
              <a:gd name="connsiteY0" fmla="*/ 0 h 6858000"/>
              <a:gd name="connsiteX1" fmla="*/ 6351816 w 7536857"/>
              <a:gd name="connsiteY1" fmla="*/ 0 h 6858000"/>
              <a:gd name="connsiteX2" fmla="*/ 6432300 w 7536857"/>
              <a:gd name="connsiteY2" fmla="*/ 102417 h 6858000"/>
              <a:gd name="connsiteX3" fmla="*/ 7536857 w 7536857"/>
              <a:gd name="connsiteY3" fmla="*/ 3429000 h 6858000"/>
              <a:gd name="connsiteX4" fmla="*/ 6432300 w 7536857"/>
              <a:gd name="connsiteY4" fmla="*/ 6755583 h 6858000"/>
              <a:gd name="connsiteX5" fmla="*/ 6351816 w 7536857"/>
              <a:gd name="connsiteY5" fmla="*/ 6858000 h 6858000"/>
              <a:gd name="connsiteX6" fmla="*/ 0 w 7536857"/>
              <a:gd name="connsiteY6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536857" h="6858000">
                <a:moveTo>
                  <a:pt x="0" y="0"/>
                </a:moveTo>
                <a:lnTo>
                  <a:pt x="6351816" y="0"/>
                </a:lnTo>
                <a:lnTo>
                  <a:pt x="6432300" y="102417"/>
                </a:lnTo>
                <a:cubicBezTo>
                  <a:pt x="7126033" y="1030047"/>
                  <a:pt x="7536857" y="2181547"/>
                  <a:pt x="7536857" y="3429000"/>
                </a:cubicBezTo>
                <a:cubicBezTo>
                  <a:pt x="7536857" y="4676454"/>
                  <a:pt x="7126033" y="5827953"/>
                  <a:pt x="6432300" y="6755583"/>
                </a:cubicBezTo>
                <a:lnTo>
                  <a:pt x="6351816" y="6858000"/>
                </a:lnTo>
                <a:lnTo>
                  <a:pt x="0" y="6858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76200" sx="101000" sy="101000" algn="l" rotWithShape="0">
              <a:prstClr val="black">
                <a:alpha val="7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任意多边形: 形状 74"/>
          <p:cNvSpPr/>
          <p:nvPr userDrawn="1"/>
        </p:nvSpPr>
        <p:spPr>
          <a:xfrm flipV="1">
            <a:off x="660400" y="3829587"/>
            <a:ext cx="6489382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-1" fmla="*/ 0 w 6415214"/>
              <a:gd name="connsiteY0-2" fmla="*/ 171407 h 262847"/>
              <a:gd name="connsiteX1-3" fmla="*/ 6415214 w 6415214"/>
              <a:gd name="connsiteY1-4" fmla="*/ 171407 h 262847"/>
              <a:gd name="connsiteX2-5" fmla="*/ 6415214 w 6415214"/>
              <a:gd name="connsiteY2-6" fmla="*/ 100390 h 262847"/>
              <a:gd name="connsiteX3-7" fmla="*/ 511261 w 6415214"/>
              <a:gd name="connsiteY3-8" fmla="*/ 100390 h 262847"/>
              <a:gd name="connsiteX4-9" fmla="*/ 229919 w 6415214"/>
              <a:gd name="connsiteY4-10" fmla="*/ 0 h 262847"/>
              <a:gd name="connsiteX5-11" fmla="*/ 229919 w 6415214"/>
              <a:gd name="connsiteY5-12" fmla="*/ 100390 h 262847"/>
              <a:gd name="connsiteX6-13" fmla="*/ 0 w 6415214"/>
              <a:gd name="connsiteY6-14" fmla="*/ 100390 h 262847"/>
              <a:gd name="connsiteX7" fmla="*/ 91440 w 6415214"/>
              <a:gd name="connsiteY7" fmla="*/ 262847 h 262847"/>
              <a:gd name="connsiteX0-15" fmla="*/ 0 w 6415214"/>
              <a:gd name="connsiteY0-16" fmla="*/ 171407 h 171407"/>
              <a:gd name="connsiteX1-17" fmla="*/ 6415214 w 6415214"/>
              <a:gd name="connsiteY1-18" fmla="*/ 171407 h 171407"/>
              <a:gd name="connsiteX2-19" fmla="*/ 6415214 w 6415214"/>
              <a:gd name="connsiteY2-20" fmla="*/ 100390 h 171407"/>
              <a:gd name="connsiteX3-21" fmla="*/ 511261 w 6415214"/>
              <a:gd name="connsiteY3-22" fmla="*/ 100390 h 171407"/>
              <a:gd name="connsiteX4-23" fmla="*/ 229919 w 6415214"/>
              <a:gd name="connsiteY4-24" fmla="*/ 0 h 171407"/>
              <a:gd name="connsiteX5-25" fmla="*/ 229919 w 6415214"/>
              <a:gd name="connsiteY5-26" fmla="*/ 100390 h 171407"/>
              <a:gd name="connsiteX6-27" fmla="*/ 0 w 6415214"/>
              <a:gd name="connsiteY6-28" fmla="*/ 100390 h 171407"/>
              <a:gd name="connsiteX0-29" fmla="*/ 0 w 6415214"/>
              <a:gd name="connsiteY0-30" fmla="*/ 171407 h 171407"/>
              <a:gd name="connsiteX1-31" fmla="*/ 6415214 w 6415214"/>
              <a:gd name="connsiteY1-32" fmla="*/ 100390 h 171407"/>
              <a:gd name="connsiteX2-33" fmla="*/ 511261 w 6415214"/>
              <a:gd name="connsiteY2-34" fmla="*/ 100390 h 171407"/>
              <a:gd name="connsiteX3-35" fmla="*/ 229919 w 6415214"/>
              <a:gd name="connsiteY3-36" fmla="*/ 0 h 171407"/>
              <a:gd name="connsiteX4-37" fmla="*/ 229919 w 6415214"/>
              <a:gd name="connsiteY4-38" fmla="*/ 100390 h 171407"/>
              <a:gd name="connsiteX5-39" fmla="*/ 0 w 6415214"/>
              <a:gd name="connsiteY5-40" fmla="*/ 100390 h 171407"/>
              <a:gd name="connsiteX0-41" fmla="*/ 6415214 w 6415214"/>
              <a:gd name="connsiteY0-42" fmla="*/ 100390 h 100390"/>
              <a:gd name="connsiteX1-43" fmla="*/ 511261 w 6415214"/>
              <a:gd name="connsiteY1-44" fmla="*/ 100390 h 100390"/>
              <a:gd name="connsiteX2-45" fmla="*/ 229919 w 6415214"/>
              <a:gd name="connsiteY2-46" fmla="*/ 0 h 100390"/>
              <a:gd name="connsiteX3-47" fmla="*/ 229919 w 6415214"/>
              <a:gd name="connsiteY3-48" fmla="*/ 100390 h 100390"/>
              <a:gd name="connsiteX4-49" fmla="*/ 0 w 6415214"/>
              <a:gd name="connsiteY4-50" fmla="*/ 100390 h 100390"/>
              <a:gd name="connsiteX0-51" fmla="*/ 6415214 w 6415214"/>
              <a:gd name="connsiteY0-52" fmla="*/ 195640 h 195640"/>
              <a:gd name="connsiteX1-53" fmla="*/ 511261 w 6415214"/>
              <a:gd name="connsiteY1-54" fmla="*/ 195640 h 195640"/>
              <a:gd name="connsiteX2-55" fmla="*/ 227538 w 6415214"/>
              <a:gd name="connsiteY2-56" fmla="*/ 0 h 195640"/>
              <a:gd name="connsiteX3-57" fmla="*/ 229919 w 6415214"/>
              <a:gd name="connsiteY3-58" fmla="*/ 195640 h 195640"/>
              <a:gd name="connsiteX4-59" fmla="*/ 0 w 6415214"/>
              <a:gd name="connsiteY4-60" fmla="*/ 195640 h 195640"/>
              <a:gd name="connsiteX0-61" fmla="*/ 6415214 w 6415214"/>
              <a:gd name="connsiteY0-62" fmla="*/ 193259 h 193259"/>
              <a:gd name="connsiteX1-63" fmla="*/ 511261 w 6415214"/>
              <a:gd name="connsiteY1-64" fmla="*/ 193259 h 193259"/>
              <a:gd name="connsiteX2-65" fmla="*/ 232301 w 6415214"/>
              <a:gd name="connsiteY2-66" fmla="*/ 0 h 193259"/>
              <a:gd name="connsiteX3-67" fmla="*/ 229919 w 6415214"/>
              <a:gd name="connsiteY3-68" fmla="*/ 193259 h 193259"/>
              <a:gd name="connsiteX4-69" fmla="*/ 0 w 6415214"/>
              <a:gd name="connsiteY4-70" fmla="*/ 193259 h 19325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标题 47"/>
          <p:cNvSpPr>
            <a:spLocks noGrp="1"/>
          </p:cNvSpPr>
          <p:nvPr>
            <p:ph type="title" hasCustomPrompt="1"/>
          </p:nvPr>
        </p:nvSpPr>
        <p:spPr>
          <a:xfrm>
            <a:off x="630418" y="2616692"/>
            <a:ext cx="7055958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微软雅黑" panose="020B0503020204020204" pitchFamily="34" charset="-122"/>
                <a:ea typeface="微软雅黑" panose="020B0503020204020204" pitchFamily="34" charset="-122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13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654709" y="2352090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14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655638" y="4304189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sp>
        <p:nvSpPr>
          <p:cNvPr id="16" name="文本框 15"/>
          <p:cNvSpPr txBox="1"/>
          <p:nvPr userDrawn="1"/>
        </p:nvSpPr>
        <p:spPr>
          <a:xfrm>
            <a:off x="474450" y="318256"/>
            <a:ext cx="1899117" cy="792864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algn="l">
              <a:lnSpc>
                <a:spcPct val="130000"/>
              </a:lnSpc>
            </a:pPr>
            <a:r>
              <a:rPr lang="en-US" altLang="zh-CN" sz="2400" b="1" i="0" spc="100" dirty="0">
                <a:solidFill>
                  <a:schemeClr val="accent3"/>
                </a:solidFill>
                <a:latin typeface="+mn-ea"/>
              </a:rPr>
              <a:t>◀ BIT</a:t>
            </a:r>
            <a:r>
              <a:rPr lang="en-US" altLang="zh-CN" sz="2400" b="1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2400" b="1" i="0" spc="100" dirty="0">
                <a:solidFill>
                  <a:schemeClr val="accent3"/>
                </a:solidFill>
                <a:latin typeface="+mn-ea"/>
              </a:rPr>
              <a:t>▶</a:t>
            </a:r>
            <a:endParaRPr lang="zh-CN" altLang="en-US" sz="2400" b="1" i="0" spc="100" dirty="0">
              <a:solidFill>
                <a:schemeClr val="accent3"/>
              </a:solidFill>
              <a:latin typeface="+mn-ea"/>
            </a:endParaRPr>
          </a:p>
        </p:txBody>
      </p:sp>
      <p:pic>
        <p:nvPicPr>
          <p:cNvPr id="23" name="图片 22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8250894" y="-774608"/>
            <a:ext cx="7885491" cy="7588381"/>
          </a:xfrm>
          <a:prstGeom prst="rect">
            <a:avLst/>
          </a:prstGeom>
        </p:spPr>
      </p:pic>
      <p:pic>
        <p:nvPicPr>
          <p:cNvPr id="20" name="图片 19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8250874" y="2196869"/>
            <a:ext cx="3243162" cy="2464261"/>
          </a:xfrm>
          <a:prstGeom prst="rect">
            <a:avLst/>
          </a:prstGeom>
        </p:spPr>
      </p:pic>
      <p:grpSp>
        <p:nvGrpSpPr>
          <p:cNvPr id="24" name="组合 23"/>
          <p:cNvGrpSpPr/>
          <p:nvPr userDrawn="1"/>
        </p:nvGrpSpPr>
        <p:grpSpPr>
          <a:xfrm>
            <a:off x="671368" y="6083135"/>
            <a:ext cx="2542613" cy="276499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25" name="组合 24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3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1" name="组合 4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4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2" name="组合 4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4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26" name="组合 25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27" name="组合 26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3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8" name="组合 27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3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9" name="组合 28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32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3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4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0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PA-矩形 7"/>
          <p:cNvSpPr/>
          <p:nvPr userDrawn="1">
            <p:custDataLst>
              <p:tags r:id="rId1"/>
            </p:custDataLst>
          </p:nvPr>
        </p:nvSpPr>
        <p:spPr>
          <a:xfrm>
            <a:off x="11373037" y="1"/>
            <a:ext cx="818963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1379387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11" name="直接连接符 10"/>
          <p:cNvCxnSpPr/>
          <p:nvPr userDrawn="1"/>
        </p:nvCxnSpPr>
        <p:spPr>
          <a:xfrm>
            <a:off x="11373037" y="0"/>
            <a:ext cx="0" cy="685800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7" name="图片 3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-2610651" y="161103"/>
            <a:ext cx="6791691" cy="6535792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0" y="1504950"/>
            <a:ext cx="12192000" cy="38481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01600" sx="101000" sy="101000" algn="ctr" rotWithShape="0">
              <a:prstClr val="black">
                <a:alpha val="22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31" name="任意多边形: 形状 30"/>
          <p:cNvSpPr/>
          <p:nvPr userDrawn="1"/>
        </p:nvSpPr>
        <p:spPr>
          <a:xfrm flipV="1">
            <a:off x="5143364" y="3786901"/>
            <a:ext cx="6236023" cy="193259"/>
          </a:xfrm>
          <a:custGeom>
            <a:avLst/>
            <a:gdLst>
              <a:gd name="connsiteX0" fmla="*/ 0 w 6415214"/>
              <a:gd name="connsiteY0" fmla="*/ 171407 h 171407"/>
              <a:gd name="connsiteX1" fmla="*/ 6415214 w 6415214"/>
              <a:gd name="connsiteY1" fmla="*/ 171407 h 171407"/>
              <a:gd name="connsiteX2" fmla="*/ 6415214 w 6415214"/>
              <a:gd name="connsiteY2" fmla="*/ 100390 h 171407"/>
              <a:gd name="connsiteX3" fmla="*/ 511261 w 6415214"/>
              <a:gd name="connsiteY3" fmla="*/ 100390 h 171407"/>
              <a:gd name="connsiteX4" fmla="*/ 229919 w 6415214"/>
              <a:gd name="connsiteY4" fmla="*/ 0 h 171407"/>
              <a:gd name="connsiteX5" fmla="*/ 229919 w 6415214"/>
              <a:gd name="connsiteY5" fmla="*/ 100390 h 171407"/>
              <a:gd name="connsiteX6" fmla="*/ 0 w 6415214"/>
              <a:gd name="connsiteY6" fmla="*/ 100390 h 171407"/>
              <a:gd name="connsiteX0-1" fmla="*/ 0 w 6415214"/>
              <a:gd name="connsiteY0-2" fmla="*/ 171407 h 262847"/>
              <a:gd name="connsiteX1-3" fmla="*/ 6415214 w 6415214"/>
              <a:gd name="connsiteY1-4" fmla="*/ 171407 h 262847"/>
              <a:gd name="connsiteX2-5" fmla="*/ 6415214 w 6415214"/>
              <a:gd name="connsiteY2-6" fmla="*/ 100390 h 262847"/>
              <a:gd name="connsiteX3-7" fmla="*/ 511261 w 6415214"/>
              <a:gd name="connsiteY3-8" fmla="*/ 100390 h 262847"/>
              <a:gd name="connsiteX4-9" fmla="*/ 229919 w 6415214"/>
              <a:gd name="connsiteY4-10" fmla="*/ 0 h 262847"/>
              <a:gd name="connsiteX5-11" fmla="*/ 229919 w 6415214"/>
              <a:gd name="connsiteY5-12" fmla="*/ 100390 h 262847"/>
              <a:gd name="connsiteX6-13" fmla="*/ 0 w 6415214"/>
              <a:gd name="connsiteY6-14" fmla="*/ 100390 h 262847"/>
              <a:gd name="connsiteX7" fmla="*/ 91440 w 6415214"/>
              <a:gd name="connsiteY7" fmla="*/ 262847 h 262847"/>
              <a:gd name="connsiteX0-15" fmla="*/ 0 w 6415214"/>
              <a:gd name="connsiteY0-16" fmla="*/ 171407 h 171407"/>
              <a:gd name="connsiteX1-17" fmla="*/ 6415214 w 6415214"/>
              <a:gd name="connsiteY1-18" fmla="*/ 171407 h 171407"/>
              <a:gd name="connsiteX2-19" fmla="*/ 6415214 w 6415214"/>
              <a:gd name="connsiteY2-20" fmla="*/ 100390 h 171407"/>
              <a:gd name="connsiteX3-21" fmla="*/ 511261 w 6415214"/>
              <a:gd name="connsiteY3-22" fmla="*/ 100390 h 171407"/>
              <a:gd name="connsiteX4-23" fmla="*/ 229919 w 6415214"/>
              <a:gd name="connsiteY4-24" fmla="*/ 0 h 171407"/>
              <a:gd name="connsiteX5-25" fmla="*/ 229919 w 6415214"/>
              <a:gd name="connsiteY5-26" fmla="*/ 100390 h 171407"/>
              <a:gd name="connsiteX6-27" fmla="*/ 0 w 6415214"/>
              <a:gd name="connsiteY6-28" fmla="*/ 100390 h 171407"/>
              <a:gd name="connsiteX0-29" fmla="*/ 0 w 6415214"/>
              <a:gd name="connsiteY0-30" fmla="*/ 171407 h 171407"/>
              <a:gd name="connsiteX1-31" fmla="*/ 6415214 w 6415214"/>
              <a:gd name="connsiteY1-32" fmla="*/ 100390 h 171407"/>
              <a:gd name="connsiteX2-33" fmla="*/ 511261 w 6415214"/>
              <a:gd name="connsiteY2-34" fmla="*/ 100390 h 171407"/>
              <a:gd name="connsiteX3-35" fmla="*/ 229919 w 6415214"/>
              <a:gd name="connsiteY3-36" fmla="*/ 0 h 171407"/>
              <a:gd name="connsiteX4-37" fmla="*/ 229919 w 6415214"/>
              <a:gd name="connsiteY4-38" fmla="*/ 100390 h 171407"/>
              <a:gd name="connsiteX5-39" fmla="*/ 0 w 6415214"/>
              <a:gd name="connsiteY5-40" fmla="*/ 100390 h 171407"/>
              <a:gd name="connsiteX0-41" fmla="*/ 6415214 w 6415214"/>
              <a:gd name="connsiteY0-42" fmla="*/ 100390 h 100390"/>
              <a:gd name="connsiteX1-43" fmla="*/ 511261 w 6415214"/>
              <a:gd name="connsiteY1-44" fmla="*/ 100390 h 100390"/>
              <a:gd name="connsiteX2-45" fmla="*/ 229919 w 6415214"/>
              <a:gd name="connsiteY2-46" fmla="*/ 0 h 100390"/>
              <a:gd name="connsiteX3-47" fmla="*/ 229919 w 6415214"/>
              <a:gd name="connsiteY3-48" fmla="*/ 100390 h 100390"/>
              <a:gd name="connsiteX4-49" fmla="*/ 0 w 6415214"/>
              <a:gd name="connsiteY4-50" fmla="*/ 100390 h 100390"/>
              <a:gd name="connsiteX0-51" fmla="*/ 6415214 w 6415214"/>
              <a:gd name="connsiteY0-52" fmla="*/ 195640 h 195640"/>
              <a:gd name="connsiteX1-53" fmla="*/ 511261 w 6415214"/>
              <a:gd name="connsiteY1-54" fmla="*/ 195640 h 195640"/>
              <a:gd name="connsiteX2-55" fmla="*/ 227538 w 6415214"/>
              <a:gd name="connsiteY2-56" fmla="*/ 0 h 195640"/>
              <a:gd name="connsiteX3-57" fmla="*/ 229919 w 6415214"/>
              <a:gd name="connsiteY3-58" fmla="*/ 195640 h 195640"/>
              <a:gd name="connsiteX4-59" fmla="*/ 0 w 6415214"/>
              <a:gd name="connsiteY4-60" fmla="*/ 195640 h 195640"/>
              <a:gd name="connsiteX0-61" fmla="*/ 6415214 w 6415214"/>
              <a:gd name="connsiteY0-62" fmla="*/ 193259 h 193259"/>
              <a:gd name="connsiteX1-63" fmla="*/ 511261 w 6415214"/>
              <a:gd name="connsiteY1-64" fmla="*/ 193259 h 193259"/>
              <a:gd name="connsiteX2-65" fmla="*/ 232301 w 6415214"/>
              <a:gd name="connsiteY2-66" fmla="*/ 0 h 193259"/>
              <a:gd name="connsiteX3-67" fmla="*/ 229919 w 6415214"/>
              <a:gd name="connsiteY3-68" fmla="*/ 193259 h 193259"/>
              <a:gd name="connsiteX4-69" fmla="*/ 0 w 6415214"/>
              <a:gd name="connsiteY4-70" fmla="*/ 193259 h 19325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6415214" h="193259">
                <a:moveTo>
                  <a:pt x="6415214" y="193259"/>
                </a:moveTo>
                <a:lnTo>
                  <a:pt x="511261" y="193259"/>
                </a:lnTo>
                <a:lnTo>
                  <a:pt x="232301" y="0"/>
                </a:lnTo>
                <a:cubicBezTo>
                  <a:pt x="233095" y="65213"/>
                  <a:pt x="229125" y="128046"/>
                  <a:pt x="229919" y="193259"/>
                </a:cubicBezTo>
                <a:lnTo>
                  <a:pt x="0" y="193259"/>
                </a:lnTo>
              </a:path>
            </a:pathLst>
          </a:custGeom>
          <a:noFill/>
          <a:ln w="28575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48" name="标题 47"/>
          <p:cNvSpPr>
            <a:spLocks noGrp="1"/>
          </p:cNvSpPr>
          <p:nvPr>
            <p:ph type="title" hasCustomPrompt="1"/>
          </p:nvPr>
        </p:nvSpPr>
        <p:spPr>
          <a:xfrm>
            <a:off x="5113420" y="2558484"/>
            <a:ext cx="6236023" cy="120032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>
              <a:lnSpc>
                <a:spcPct val="100000"/>
              </a:lnSpc>
              <a:defRPr lang="zh-CN" altLang="en-US" sz="3600" b="1" spc="100" dirty="0"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请在此输入标题</a:t>
            </a:r>
            <a:br>
              <a:rPr lang="zh-CN" altLang="en-US" dirty="0"/>
            </a:br>
            <a:r>
              <a:rPr lang="zh-CN" altLang="en-US" dirty="0"/>
              <a:t>尽量回车保证标题为两行</a:t>
            </a:r>
          </a:p>
        </p:txBody>
      </p:sp>
      <p:sp>
        <p:nvSpPr>
          <p:cNvPr id="60" name="文本占位符 87"/>
          <p:cNvSpPr>
            <a:spLocks noGrp="1"/>
          </p:cNvSpPr>
          <p:nvPr>
            <p:ph type="body" sz="quarter" idx="13" hasCustomPrompt="1"/>
          </p:nvPr>
        </p:nvSpPr>
        <p:spPr>
          <a:xfrm>
            <a:off x="5137014" y="2329801"/>
            <a:ext cx="5154585" cy="258532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marL="0" indent="0">
              <a:buNone/>
              <a:defRPr lang="zh-CN" altLang="en-US" sz="1200" spc="100" dirty="0">
                <a:solidFill>
                  <a:schemeClr val="tx1">
                    <a:lumMod val="65000"/>
                    <a:lumOff val="35000"/>
                  </a:schemeClr>
                </a:solidFill>
                <a:latin typeface="微软雅黑 Light" panose="020B0502040204020203" pitchFamily="34" charset="-122"/>
                <a:ea typeface="微软雅黑 Light" panose="020B0502040204020203" pitchFamily="34" charset="-122"/>
                <a:cs typeface="+mn-ea"/>
                <a:sym typeface="Wingdings 3" panose="05040102010807070707" pitchFamily="18" charset="2"/>
              </a:defRPr>
            </a:lvl1pPr>
          </a:lstStyle>
          <a:p>
            <a:pPr marL="228600" lvl="0" indent="-228600"/>
            <a:r>
              <a:rPr lang="zh-CN" altLang="en-US" dirty="0"/>
              <a:t>请在此输入你的副标题</a:t>
            </a:r>
          </a:p>
        </p:txBody>
      </p:sp>
      <p:sp>
        <p:nvSpPr>
          <p:cNvPr id="38" name="文本占位符 53"/>
          <p:cNvSpPr>
            <a:spLocks noGrp="1"/>
          </p:cNvSpPr>
          <p:nvPr>
            <p:ph type="body" sz="quarter" idx="16" hasCustomPrompt="1"/>
          </p:nvPr>
        </p:nvSpPr>
        <p:spPr>
          <a:xfrm>
            <a:off x="5143364" y="4198880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pic>
        <p:nvPicPr>
          <p:cNvPr id="8" name="图片 7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1111261" y="2359437"/>
            <a:ext cx="2855386" cy="216961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2-首页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9" name="任意多边形: 形状 118"/>
          <p:cNvSpPr/>
          <p:nvPr userDrawn="1"/>
        </p:nvSpPr>
        <p:spPr>
          <a:xfrm rot="1916941">
            <a:off x="-628945" y="-604401"/>
            <a:ext cx="12918999" cy="10347422"/>
          </a:xfrm>
          <a:custGeom>
            <a:avLst/>
            <a:gdLst>
              <a:gd name="connsiteX0" fmla="*/ 3910821 w 12918999"/>
              <a:gd name="connsiteY0" fmla="*/ 3392979 h 10347422"/>
              <a:gd name="connsiteX1" fmla="*/ 10262073 w 12918999"/>
              <a:gd name="connsiteY1" fmla="*/ 135295 h 10347422"/>
              <a:gd name="connsiteX2" fmla="*/ 10593809 w 12918999"/>
              <a:gd name="connsiteY2" fmla="*/ 0 h 10347422"/>
              <a:gd name="connsiteX3" fmla="*/ 12918999 w 12918999"/>
              <a:gd name="connsiteY3" fmla="*/ 3728462 h 10347422"/>
              <a:gd name="connsiteX4" fmla="*/ 11966464 w 12918999"/>
              <a:gd name="connsiteY4" fmla="*/ 4224159 h 10347422"/>
              <a:gd name="connsiteX5" fmla="*/ 3050273 w 12918999"/>
              <a:gd name="connsiteY5" fmla="*/ 10050202 h 10347422"/>
              <a:gd name="connsiteX6" fmla="*/ 2678241 w 12918999"/>
              <a:gd name="connsiteY6" fmla="*/ 10347422 h 10347422"/>
              <a:gd name="connsiteX7" fmla="*/ 0 w 12918999"/>
              <a:gd name="connsiteY7" fmla="*/ 6052840 h 10347422"/>
              <a:gd name="connsiteX8" fmla="*/ 4301 w 12918999"/>
              <a:gd name="connsiteY8" fmla="*/ 6049545 h 10347422"/>
              <a:gd name="connsiteX9" fmla="*/ 3049697 w 12918999"/>
              <a:gd name="connsiteY9" fmla="*/ 3931365 h 10347422"/>
              <a:gd name="connsiteX10" fmla="*/ 3910821 w 12918999"/>
              <a:gd name="connsiteY10" fmla="*/ 3392979 h 10347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918999" h="10347422">
                <a:moveTo>
                  <a:pt x="3910821" y="3392979"/>
                </a:moveTo>
                <a:cubicBezTo>
                  <a:pt x="5934272" y="2157348"/>
                  <a:pt x="8056184" y="1066634"/>
                  <a:pt x="10262073" y="135295"/>
                </a:cubicBezTo>
                <a:lnTo>
                  <a:pt x="10593809" y="0"/>
                </a:lnTo>
                <a:lnTo>
                  <a:pt x="12918999" y="3728462"/>
                </a:lnTo>
                <a:lnTo>
                  <a:pt x="11966464" y="4224159"/>
                </a:lnTo>
                <a:cubicBezTo>
                  <a:pt x="8816355" y="5904658"/>
                  <a:pt x="5833798" y="7857148"/>
                  <a:pt x="3050273" y="10050202"/>
                </a:cubicBezTo>
                <a:lnTo>
                  <a:pt x="2678241" y="10347422"/>
                </a:lnTo>
                <a:lnTo>
                  <a:pt x="0" y="6052840"/>
                </a:lnTo>
                <a:lnTo>
                  <a:pt x="4301" y="6049545"/>
                </a:lnTo>
                <a:cubicBezTo>
                  <a:pt x="990558" y="5305797"/>
                  <a:pt x="2006380" y="4599047"/>
                  <a:pt x="3049697" y="3931365"/>
                </a:cubicBezTo>
                <a:cubicBezTo>
                  <a:pt x="3334701" y="3748973"/>
                  <a:pt x="3621756" y="3569497"/>
                  <a:pt x="3910821" y="3392979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5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106" name="任意多边形: 形状 105"/>
          <p:cNvSpPr/>
          <p:nvPr userDrawn="1"/>
        </p:nvSpPr>
        <p:spPr>
          <a:xfrm rot="2885786">
            <a:off x="1087929" y="-2969595"/>
            <a:ext cx="10843749" cy="12155155"/>
          </a:xfrm>
          <a:custGeom>
            <a:avLst/>
            <a:gdLst>
              <a:gd name="connsiteX0" fmla="*/ 6051751 w 10843749"/>
              <a:gd name="connsiteY0" fmla="*/ 1433305 h 12155155"/>
              <a:gd name="connsiteX1" fmla="*/ 6837805 w 10843749"/>
              <a:gd name="connsiteY1" fmla="*/ 587393 h 12155155"/>
              <a:gd name="connsiteX2" fmla="*/ 7410328 w 10843749"/>
              <a:gd name="connsiteY2" fmla="*/ 0 h 12155155"/>
              <a:gd name="connsiteX3" fmla="*/ 10843749 w 10843749"/>
              <a:gd name="connsiteY3" fmla="*/ 3081016 h 12155155"/>
              <a:gd name="connsiteX4" fmla="*/ 2700969 w 10843749"/>
              <a:gd name="connsiteY4" fmla="*/ 12155155 h 12155155"/>
              <a:gd name="connsiteX5" fmla="*/ 0 w 10843749"/>
              <a:gd name="connsiteY5" fmla="*/ 9731411 h 12155155"/>
              <a:gd name="connsiteX6" fmla="*/ 261077 w 10843749"/>
              <a:gd name="connsiteY6" fmla="*/ 9278934 h 12155155"/>
              <a:gd name="connsiteX7" fmla="*/ 6051751 w 10843749"/>
              <a:gd name="connsiteY7" fmla="*/ 1433305 h 121551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0843749" h="12155155">
                <a:moveTo>
                  <a:pt x="6051751" y="1433305"/>
                </a:moveTo>
                <a:cubicBezTo>
                  <a:pt x="6310424" y="1148193"/>
                  <a:pt x="6572461" y="866201"/>
                  <a:pt x="6837805" y="587393"/>
                </a:cubicBezTo>
                <a:lnTo>
                  <a:pt x="7410328" y="0"/>
                </a:lnTo>
                <a:lnTo>
                  <a:pt x="10843749" y="3081016"/>
                </a:lnTo>
                <a:lnTo>
                  <a:pt x="2700969" y="12155155"/>
                </a:lnTo>
                <a:lnTo>
                  <a:pt x="0" y="9731411"/>
                </a:lnTo>
                <a:lnTo>
                  <a:pt x="261077" y="9278934"/>
                </a:lnTo>
                <a:cubicBezTo>
                  <a:pt x="1926385" y="6466781"/>
                  <a:pt x="3869211" y="3838947"/>
                  <a:pt x="6051751" y="1433305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>
                  <a:alpha val="11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118" name="任意多边形: 形状 117"/>
          <p:cNvSpPr/>
          <p:nvPr userDrawn="1"/>
        </p:nvSpPr>
        <p:spPr>
          <a:xfrm rot="1846855">
            <a:off x="-307281" y="-539696"/>
            <a:ext cx="12650822" cy="11532482"/>
          </a:xfrm>
          <a:custGeom>
            <a:avLst/>
            <a:gdLst>
              <a:gd name="connsiteX0" fmla="*/ 7956679 w 12650822"/>
              <a:gd name="connsiteY0" fmla="*/ 1195248 h 11532482"/>
              <a:gd name="connsiteX1" fmla="*/ 9978822 w 12650822"/>
              <a:gd name="connsiteY1" fmla="*/ 62012 h 11532482"/>
              <a:gd name="connsiteX2" fmla="*/ 10098991 w 12650822"/>
              <a:gd name="connsiteY2" fmla="*/ 0 h 11532482"/>
              <a:gd name="connsiteX3" fmla="*/ 12650822 w 12650822"/>
              <a:gd name="connsiteY3" fmla="*/ 4283979 h 11532482"/>
              <a:gd name="connsiteX4" fmla="*/ 12245569 w 12650822"/>
              <a:gd name="connsiteY4" fmla="*/ 4531370 h 11532482"/>
              <a:gd name="connsiteX5" fmla="*/ 3166697 w 12650822"/>
              <a:gd name="connsiteY5" fmla="*/ 11321300 h 11532482"/>
              <a:gd name="connsiteX6" fmla="*/ 2933905 w 12650822"/>
              <a:gd name="connsiteY6" fmla="*/ 11532482 h 11532482"/>
              <a:gd name="connsiteX7" fmla="*/ 1718627 w 12650822"/>
              <a:gd name="connsiteY7" fmla="*/ 9865697 h 11532482"/>
              <a:gd name="connsiteX8" fmla="*/ 0 w 12650822"/>
              <a:gd name="connsiteY8" fmla="*/ 6980488 h 11532482"/>
              <a:gd name="connsiteX9" fmla="*/ 22022 w 12650822"/>
              <a:gd name="connsiteY9" fmla="*/ 6960742 h 11532482"/>
              <a:gd name="connsiteX10" fmla="*/ 4718407 w 12650822"/>
              <a:gd name="connsiteY10" fmla="*/ 3273000 h 11532482"/>
              <a:gd name="connsiteX11" fmla="*/ 7956679 w 12650822"/>
              <a:gd name="connsiteY11" fmla="*/ 1195248 h 115324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650822" h="11532482">
                <a:moveTo>
                  <a:pt x="7956679" y="1195248"/>
                </a:moveTo>
                <a:cubicBezTo>
                  <a:pt x="8621077" y="803084"/>
                  <a:pt x="9295272" y="425195"/>
                  <a:pt x="9978822" y="62012"/>
                </a:cubicBezTo>
                <a:lnTo>
                  <a:pt x="10098991" y="0"/>
                </a:lnTo>
                <a:lnTo>
                  <a:pt x="12650822" y="4283979"/>
                </a:lnTo>
                <a:lnTo>
                  <a:pt x="12245569" y="4531370"/>
                </a:lnTo>
                <a:cubicBezTo>
                  <a:pt x="9012618" y="6531229"/>
                  <a:pt x="5974903" y="8805712"/>
                  <a:pt x="3166697" y="11321300"/>
                </a:cubicBezTo>
                <a:lnTo>
                  <a:pt x="2933905" y="11532482"/>
                </a:lnTo>
                <a:lnTo>
                  <a:pt x="1718627" y="9865697"/>
                </a:lnTo>
                <a:lnTo>
                  <a:pt x="0" y="6980488"/>
                </a:lnTo>
                <a:lnTo>
                  <a:pt x="22022" y="6960742"/>
                </a:lnTo>
                <a:cubicBezTo>
                  <a:pt x="1511041" y="5644986"/>
                  <a:pt x="3079104" y="4413194"/>
                  <a:pt x="4718407" y="3273000"/>
                </a:cubicBezTo>
                <a:cubicBezTo>
                  <a:pt x="5769244" y="2542106"/>
                  <a:pt x="6849352" y="1848853"/>
                  <a:pt x="7956679" y="1195248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3000"/>
                </a:schemeClr>
              </a:gs>
              <a:gs pos="100000">
                <a:schemeClr val="accent2">
                  <a:alpha val="18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 dirty="0"/>
          </a:p>
        </p:txBody>
      </p:sp>
      <p:sp>
        <p:nvSpPr>
          <p:cNvPr id="49" name="任意多边形: 形状 83"/>
          <p:cNvSpPr/>
          <p:nvPr userDrawn="1"/>
        </p:nvSpPr>
        <p:spPr>
          <a:xfrm>
            <a:off x="-1" y="2998308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50" name="任意多边形: 形状 83"/>
          <p:cNvSpPr/>
          <p:nvPr userDrawn="1"/>
        </p:nvSpPr>
        <p:spPr>
          <a:xfrm>
            <a:off x="-2" y="3019587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102" name="任意多边形: 形状 101"/>
          <p:cNvSpPr/>
          <p:nvPr userDrawn="1"/>
        </p:nvSpPr>
        <p:spPr>
          <a:xfrm rot="2676034">
            <a:off x="-1681418" y="5021332"/>
            <a:ext cx="3362838" cy="3410056"/>
          </a:xfrm>
          <a:custGeom>
            <a:avLst/>
            <a:gdLst>
              <a:gd name="connsiteX0" fmla="*/ 0 w 3362838"/>
              <a:gd name="connsiteY0" fmla="*/ 0 h 3410056"/>
              <a:gd name="connsiteX1" fmla="*/ 3362838 w 3362838"/>
              <a:gd name="connsiteY1" fmla="*/ 3410056 h 3410056"/>
              <a:gd name="connsiteX2" fmla="*/ 3362837 w 3362838"/>
              <a:gd name="connsiteY2" fmla="*/ 3410056 h 3410056"/>
              <a:gd name="connsiteX3" fmla="*/ 0 w 3362838"/>
              <a:gd name="connsiteY3" fmla="*/ 1 h 34100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3362838" h="3410056">
                <a:moveTo>
                  <a:pt x="0" y="0"/>
                </a:moveTo>
                <a:lnTo>
                  <a:pt x="3362838" y="3410056"/>
                </a:lnTo>
                <a:lnTo>
                  <a:pt x="3362837" y="3410056"/>
                </a:lnTo>
                <a:lnTo>
                  <a:pt x="0" y="1"/>
                </a:ln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accent2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84" name="任意多边形: 形状 83"/>
          <p:cNvSpPr/>
          <p:nvPr userDrawn="1"/>
        </p:nvSpPr>
        <p:spPr>
          <a:xfrm>
            <a:off x="0" y="3201986"/>
            <a:ext cx="12191999" cy="3656014"/>
          </a:xfrm>
          <a:custGeom>
            <a:avLst/>
            <a:gdLst>
              <a:gd name="connsiteX0" fmla="*/ 6096002 w 12191999"/>
              <a:gd name="connsiteY0" fmla="*/ 0 h 3656014"/>
              <a:gd name="connsiteX1" fmla="*/ 11517301 w 12191999"/>
              <a:gd name="connsiteY1" fmla="*/ 568339 h 3656014"/>
              <a:gd name="connsiteX2" fmla="*/ 12191999 w 12191999"/>
              <a:gd name="connsiteY2" fmla="*/ 741496 h 3656014"/>
              <a:gd name="connsiteX3" fmla="*/ 12191999 w 12191999"/>
              <a:gd name="connsiteY3" fmla="*/ 3656014 h 3656014"/>
              <a:gd name="connsiteX4" fmla="*/ 0 w 12191999"/>
              <a:gd name="connsiteY4" fmla="*/ 3656014 h 3656014"/>
              <a:gd name="connsiteX5" fmla="*/ 0 w 12191999"/>
              <a:gd name="connsiteY5" fmla="*/ 741497 h 3656014"/>
              <a:gd name="connsiteX6" fmla="*/ 674702 w 12191999"/>
              <a:gd name="connsiteY6" fmla="*/ 568339 h 3656014"/>
              <a:gd name="connsiteX7" fmla="*/ 6096002 w 12191999"/>
              <a:gd name="connsiteY7" fmla="*/ 0 h 36560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191999" h="3656014">
                <a:moveTo>
                  <a:pt x="6096002" y="0"/>
                </a:moveTo>
                <a:cubicBezTo>
                  <a:pt x="8104174" y="0"/>
                  <a:pt x="9969760" y="209519"/>
                  <a:pt x="11517301" y="568339"/>
                </a:cubicBezTo>
                <a:lnTo>
                  <a:pt x="12191999" y="741496"/>
                </a:lnTo>
                <a:lnTo>
                  <a:pt x="12191999" y="3656014"/>
                </a:lnTo>
                <a:lnTo>
                  <a:pt x="0" y="3656014"/>
                </a:lnTo>
                <a:lnTo>
                  <a:pt x="0" y="741497"/>
                </a:lnTo>
                <a:lnTo>
                  <a:pt x="674702" y="568339"/>
                </a:lnTo>
                <a:cubicBezTo>
                  <a:pt x="2222243" y="209519"/>
                  <a:pt x="4087830" y="0"/>
                  <a:pt x="6096002" y="0"/>
                </a:cubicBezTo>
                <a:close/>
              </a:path>
            </a:pathLst>
          </a:cu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sp>
        <p:nvSpPr>
          <p:cNvPr id="48" name="标题 47"/>
          <p:cNvSpPr>
            <a:spLocks noGrp="1"/>
          </p:cNvSpPr>
          <p:nvPr userDrawn="1">
            <p:ph type="title" hasCustomPrompt="1"/>
          </p:nvPr>
        </p:nvSpPr>
        <p:spPr>
          <a:xfrm>
            <a:off x="515939" y="3758091"/>
            <a:ext cx="11160124" cy="1323439"/>
          </a:xfrm>
          <a:prstGeom prst="rect">
            <a:avLst/>
          </a:prstGeom>
          <a:noFill/>
        </p:spPr>
        <p:txBody>
          <a:bodyPr wrap="square" lIns="0" rtlCol="0">
            <a:spAutoFit/>
          </a:bodyPr>
          <a:lstStyle>
            <a:lvl1pPr algn="ctr">
              <a:lnSpc>
                <a:spcPct val="100000"/>
              </a:lnSpc>
              <a:defRPr lang="zh-CN" altLang="en-US" sz="4000" b="1" spc="100" dirty="0">
                <a:solidFill>
                  <a:schemeClr val="tx1"/>
                </a:solidFill>
                <a:latin typeface="+mn-ea"/>
                <a:ea typeface="+mn-ea"/>
                <a:cs typeface="+mn-ea"/>
              </a:defRPr>
            </a:lvl1pPr>
          </a:lstStyle>
          <a:p>
            <a:pPr marL="0" lvl="0"/>
            <a:r>
              <a:rPr lang="zh-CN" altLang="en-US" dirty="0"/>
              <a:t>北京理工大学</a:t>
            </a:r>
            <a:br>
              <a:rPr lang="zh-CN" altLang="en-US" dirty="0"/>
            </a:br>
            <a:r>
              <a:rPr lang="zh-CN" altLang="en-US" dirty="0"/>
              <a:t>毕业设计论文答辩模板</a:t>
            </a:r>
          </a:p>
        </p:txBody>
      </p:sp>
      <p:sp>
        <p:nvSpPr>
          <p:cNvPr id="38" name="文本占位符 53"/>
          <p:cNvSpPr>
            <a:spLocks noGrp="1"/>
          </p:cNvSpPr>
          <p:nvPr userDrawn="1">
            <p:ph type="body" sz="quarter" idx="16" hasCustomPrompt="1"/>
          </p:nvPr>
        </p:nvSpPr>
        <p:spPr>
          <a:xfrm>
            <a:off x="4063320" y="5540739"/>
            <a:ext cx="4065361" cy="344710"/>
          </a:xfrm>
          <a:prstGeom prst="rect">
            <a:avLst/>
          </a:prstGeom>
          <a:noFill/>
        </p:spPr>
        <p:txBody>
          <a:bodyPr wrap="square" lIns="0" rtlCol="0" anchor="ctr" anchorCtr="0">
            <a:spAutoFit/>
          </a:bodyPr>
          <a:lstStyle>
            <a:lvl1pPr marL="0" indent="0" algn="ctr">
              <a:lnSpc>
                <a:spcPct val="130000"/>
              </a:lnSpc>
              <a:buNone/>
              <a:defRPr lang="zh-CN" altLang="en-US" sz="1400" spc="100" smtClean="0">
                <a:solidFill>
                  <a:schemeClr val="tx1">
                    <a:lumMod val="85000"/>
                    <a:lumOff val="15000"/>
                  </a:schemeClr>
                </a:solidFill>
                <a:cs typeface="+mn-ea"/>
              </a:defRPr>
            </a:lvl1pPr>
            <a:lvl2pPr>
              <a:defRPr lang="zh-CN" altLang="en-US" sz="1800" smtClean="0"/>
            </a:lvl2pPr>
            <a:lvl3pPr>
              <a:defRPr lang="zh-CN" altLang="en-US" sz="1800" smtClean="0"/>
            </a:lvl3pPr>
            <a:lvl4pPr>
              <a:defRPr lang="zh-CN" altLang="en-US" smtClean="0"/>
            </a:lvl4pPr>
            <a:lvl5pPr>
              <a:defRPr lang="zh-CN" altLang="en-US"/>
            </a:lvl5pPr>
          </a:lstStyle>
          <a:p>
            <a:pPr marL="0" lvl="0">
              <a:lnSpc>
                <a:spcPct val="130000"/>
              </a:lnSpc>
            </a:pPr>
            <a:r>
              <a:rPr lang="zh-CN" altLang="en-US" dirty="0"/>
              <a:t>指导教师： </a:t>
            </a:r>
            <a:r>
              <a:rPr lang="en-US" altLang="zh-CN" dirty="0"/>
              <a:t>XXX	</a:t>
            </a:r>
            <a:r>
              <a:rPr lang="zh-CN" altLang="en-US" dirty="0"/>
              <a:t>答辩学生： 芃苇</a:t>
            </a:r>
          </a:p>
        </p:txBody>
      </p:sp>
      <p:cxnSp>
        <p:nvCxnSpPr>
          <p:cNvPr id="18" name="直接连接符 17"/>
          <p:cNvCxnSpPr/>
          <p:nvPr userDrawn="1"/>
        </p:nvCxnSpPr>
        <p:spPr>
          <a:xfrm>
            <a:off x="2108522" y="5295418"/>
            <a:ext cx="7974957" cy="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3866200" y="944838"/>
            <a:ext cx="4510874" cy="1262604"/>
          </a:xfrm>
          <a:prstGeom prst="rect">
            <a:avLst/>
          </a:prstGeom>
        </p:spPr>
      </p:pic>
      <p:sp>
        <p:nvSpPr>
          <p:cNvPr id="51" name="文本框 50"/>
          <p:cNvSpPr txBox="1"/>
          <p:nvPr userDrawn="1"/>
        </p:nvSpPr>
        <p:spPr>
          <a:xfrm>
            <a:off x="150844" y="608868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400" b="1" i="0" spc="100" dirty="0">
                <a:solidFill>
                  <a:schemeClr val="accent3"/>
                </a:solidFill>
                <a:latin typeface="+mn-ea"/>
                <a:ea typeface="+mn-ea"/>
              </a:rPr>
              <a:t>BIT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|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SINCE 1940</a:t>
            </a:r>
            <a:endParaRPr lang="zh-CN" altLang="en-US" sz="1400" b="1" i="0" spc="100" dirty="0">
              <a:solidFill>
                <a:schemeClr val="accent3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52" name="组合 51"/>
          <p:cNvGrpSpPr/>
          <p:nvPr userDrawn="1"/>
        </p:nvGrpSpPr>
        <p:grpSpPr>
          <a:xfrm>
            <a:off x="10083479" y="6315185"/>
            <a:ext cx="1765866" cy="192031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53" name="组合 5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91" name="组合 9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9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2" name="组合 9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9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54" name="组合 5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55" name="组合 5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8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8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7" name="组合 5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6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5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2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8" name="任意多边形: 形状 19"/>
          <p:cNvSpPr/>
          <p:nvPr userDrawn="1"/>
        </p:nvSpPr>
        <p:spPr>
          <a:xfrm flipH="1" flipV="1">
            <a:off x="4442085" y="3759199"/>
            <a:ext cx="3307830" cy="2335892"/>
          </a:xfrm>
          <a:custGeom>
            <a:avLst/>
            <a:gdLst>
              <a:gd name="connsiteX0" fmla="*/ 3162300 w 3162300"/>
              <a:gd name="connsiteY0" fmla="*/ 2147409 h 2147409"/>
              <a:gd name="connsiteX1" fmla="*/ 0 w 3162300"/>
              <a:gd name="connsiteY1" fmla="*/ 2147409 h 2147409"/>
              <a:gd name="connsiteX2" fmla="*/ 0 w 3162300"/>
              <a:gd name="connsiteY2" fmla="*/ 1565265 h 2147409"/>
              <a:gd name="connsiteX3" fmla="*/ 0 w 3162300"/>
              <a:gd name="connsiteY3" fmla="*/ 1544697 h 2147409"/>
              <a:gd name="connsiteX4" fmla="*/ 0 w 3162300"/>
              <a:gd name="connsiteY4" fmla="*/ 0 h 2147409"/>
              <a:gd name="connsiteX5" fmla="*/ 1585774 w 3162300"/>
              <a:gd name="connsiteY5" fmla="*/ 1112898 h 2147409"/>
              <a:gd name="connsiteX6" fmla="*/ 3162300 w 3162300"/>
              <a:gd name="connsiteY6" fmla="*/ 0 h 2147409"/>
              <a:gd name="connsiteX7" fmla="*/ 3162300 w 3162300"/>
              <a:gd name="connsiteY7" fmla="*/ 1544697 h 2147409"/>
              <a:gd name="connsiteX8" fmla="*/ 3162300 w 3162300"/>
              <a:gd name="connsiteY8" fmla="*/ 1565265 h 2147409"/>
              <a:gd name="connsiteX0-1" fmla="*/ 0 w 3162300"/>
              <a:gd name="connsiteY0-2" fmla="*/ 2147409 h 2238849"/>
              <a:gd name="connsiteX1-3" fmla="*/ 0 w 3162300"/>
              <a:gd name="connsiteY1-4" fmla="*/ 1565265 h 2238849"/>
              <a:gd name="connsiteX2-5" fmla="*/ 0 w 3162300"/>
              <a:gd name="connsiteY2-6" fmla="*/ 1544697 h 2238849"/>
              <a:gd name="connsiteX3-7" fmla="*/ 0 w 3162300"/>
              <a:gd name="connsiteY3-8" fmla="*/ 0 h 2238849"/>
              <a:gd name="connsiteX4-9" fmla="*/ 1585774 w 3162300"/>
              <a:gd name="connsiteY4-10" fmla="*/ 1112898 h 2238849"/>
              <a:gd name="connsiteX5-11" fmla="*/ 3162300 w 3162300"/>
              <a:gd name="connsiteY5-12" fmla="*/ 0 h 2238849"/>
              <a:gd name="connsiteX6-13" fmla="*/ 3162300 w 3162300"/>
              <a:gd name="connsiteY6-14" fmla="*/ 1544697 h 2238849"/>
              <a:gd name="connsiteX7-15" fmla="*/ 3162300 w 3162300"/>
              <a:gd name="connsiteY7-16" fmla="*/ 1565265 h 2238849"/>
              <a:gd name="connsiteX8-17" fmla="*/ 3162300 w 3162300"/>
              <a:gd name="connsiteY8-18" fmla="*/ 2147409 h 2238849"/>
              <a:gd name="connsiteX9" fmla="*/ 91440 w 3162300"/>
              <a:gd name="connsiteY9" fmla="*/ 2238849 h 2238849"/>
              <a:gd name="connsiteX0-19" fmla="*/ 0 w 3162300"/>
              <a:gd name="connsiteY0-20" fmla="*/ 2147409 h 2147409"/>
              <a:gd name="connsiteX1-21" fmla="*/ 0 w 3162300"/>
              <a:gd name="connsiteY1-22" fmla="*/ 1565265 h 2147409"/>
              <a:gd name="connsiteX2-23" fmla="*/ 0 w 3162300"/>
              <a:gd name="connsiteY2-24" fmla="*/ 1544697 h 2147409"/>
              <a:gd name="connsiteX3-25" fmla="*/ 0 w 3162300"/>
              <a:gd name="connsiteY3-26" fmla="*/ 0 h 2147409"/>
              <a:gd name="connsiteX4-27" fmla="*/ 1585774 w 3162300"/>
              <a:gd name="connsiteY4-28" fmla="*/ 1112898 h 2147409"/>
              <a:gd name="connsiteX5-29" fmla="*/ 3162300 w 3162300"/>
              <a:gd name="connsiteY5-30" fmla="*/ 0 h 2147409"/>
              <a:gd name="connsiteX6-31" fmla="*/ 3162300 w 3162300"/>
              <a:gd name="connsiteY6-32" fmla="*/ 1544697 h 2147409"/>
              <a:gd name="connsiteX7-33" fmla="*/ 3162300 w 3162300"/>
              <a:gd name="connsiteY7-34" fmla="*/ 1565265 h 2147409"/>
              <a:gd name="connsiteX8-35" fmla="*/ 3162300 w 3162300"/>
              <a:gd name="connsiteY8-36" fmla="*/ 2147409 h 214740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  <a:cxn ang="0">
                <a:pos x="connsiteX7-15" y="connsiteY7-16"/>
              </a:cxn>
              <a:cxn ang="0">
                <a:pos x="connsiteX8-17" y="connsiteY8-18"/>
              </a:cxn>
            </a:cxnLst>
            <a:rect l="l" t="t" r="r" b="b"/>
            <a:pathLst>
              <a:path w="3162300" h="2147409">
                <a:moveTo>
                  <a:pt x="0" y="2147409"/>
                </a:moveTo>
                <a:lnTo>
                  <a:pt x="0" y="1565265"/>
                </a:lnTo>
                <a:lnTo>
                  <a:pt x="0" y="1544697"/>
                </a:lnTo>
                <a:lnTo>
                  <a:pt x="0" y="0"/>
                </a:lnTo>
                <a:lnTo>
                  <a:pt x="1585774" y="1112898"/>
                </a:lnTo>
                <a:lnTo>
                  <a:pt x="3162300" y="0"/>
                </a:lnTo>
                <a:lnTo>
                  <a:pt x="3162300" y="1544697"/>
                </a:lnTo>
                <a:lnTo>
                  <a:pt x="3162300" y="1565265"/>
                </a:lnTo>
                <a:lnTo>
                  <a:pt x="3162300" y="2147409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11" name="矩形 3"/>
          <p:cNvSpPr/>
          <p:nvPr userDrawn="1"/>
        </p:nvSpPr>
        <p:spPr>
          <a:xfrm>
            <a:off x="4442085" y="1015093"/>
            <a:ext cx="3307830" cy="1428368"/>
          </a:xfrm>
          <a:custGeom>
            <a:avLst/>
            <a:gdLst>
              <a:gd name="connsiteX0" fmla="*/ 0 w 3162300"/>
              <a:gd name="connsiteY0" fmla="*/ 0 h 1871961"/>
              <a:gd name="connsiteX1" fmla="*/ 3162300 w 3162300"/>
              <a:gd name="connsiteY1" fmla="*/ 0 h 1871961"/>
              <a:gd name="connsiteX2" fmla="*/ 3162300 w 3162300"/>
              <a:gd name="connsiteY2" fmla="*/ 1871961 h 1871961"/>
              <a:gd name="connsiteX3" fmla="*/ 0 w 3162300"/>
              <a:gd name="connsiteY3" fmla="*/ 1871961 h 1871961"/>
              <a:gd name="connsiteX4" fmla="*/ 0 w 3162300"/>
              <a:gd name="connsiteY4" fmla="*/ 0 h 1871961"/>
              <a:gd name="connsiteX0-1" fmla="*/ 0 w 3162300"/>
              <a:gd name="connsiteY0-2" fmla="*/ 1871961 h 1963401"/>
              <a:gd name="connsiteX1-3" fmla="*/ 0 w 3162300"/>
              <a:gd name="connsiteY1-4" fmla="*/ 0 h 1963401"/>
              <a:gd name="connsiteX2-5" fmla="*/ 3162300 w 3162300"/>
              <a:gd name="connsiteY2-6" fmla="*/ 0 h 1963401"/>
              <a:gd name="connsiteX3-7" fmla="*/ 3162300 w 3162300"/>
              <a:gd name="connsiteY3-8" fmla="*/ 1871961 h 1963401"/>
              <a:gd name="connsiteX4-9" fmla="*/ 91440 w 3162300"/>
              <a:gd name="connsiteY4-10" fmla="*/ 1963401 h 1963401"/>
              <a:gd name="connsiteX0-11" fmla="*/ 0 w 3162300"/>
              <a:gd name="connsiteY0-12" fmla="*/ 1871961 h 1871961"/>
              <a:gd name="connsiteX1-13" fmla="*/ 0 w 3162300"/>
              <a:gd name="connsiteY1-14" fmla="*/ 0 h 1871961"/>
              <a:gd name="connsiteX2-15" fmla="*/ 3162300 w 3162300"/>
              <a:gd name="connsiteY2-16" fmla="*/ 0 h 1871961"/>
              <a:gd name="connsiteX3-17" fmla="*/ 3162300 w 3162300"/>
              <a:gd name="connsiteY3-18" fmla="*/ 1871961 h 1871961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</a:cxnLst>
            <a:rect l="l" t="t" r="r" b="b"/>
            <a:pathLst>
              <a:path w="3162300" h="1871961">
                <a:moveTo>
                  <a:pt x="0" y="1871961"/>
                </a:moveTo>
                <a:lnTo>
                  <a:pt x="0" y="0"/>
                </a:lnTo>
                <a:lnTo>
                  <a:pt x="3162300" y="0"/>
                </a:lnTo>
                <a:lnTo>
                  <a:pt x="3162300" y="1871961"/>
                </a:lnTo>
              </a:path>
            </a:pathLst>
          </a:custGeom>
          <a:noFill/>
          <a:ln w="571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>
              <a:lnSpc>
                <a:spcPct val="13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12" name="等腰三角形 11"/>
          <p:cNvSpPr/>
          <p:nvPr userDrawn="1"/>
        </p:nvSpPr>
        <p:spPr>
          <a:xfrm flipV="1">
            <a:off x="6007269" y="3832178"/>
            <a:ext cx="177462" cy="152984"/>
          </a:xfrm>
          <a:prstGeom prst="triangle">
            <a:avLst/>
          </a:prstGeom>
          <a:solidFill>
            <a:schemeClr val="bg1"/>
          </a:solidFill>
          <a:ln w="63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30000"/>
              </a:lnSpc>
            </a:pPr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4974749" y="1401223"/>
            <a:ext cx="2256308" cy="63154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 l="128" r="23340"/>
          <a:stretch>
            <a:fillRect/>
          </a:stretch>
        </p:blipFill>
        <p:spPr>
          <a:xfrm>
            <a:off x="4303956" y="0"/>
            <a:ext cx="7888043" cy="68580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1" y="0"/>
            <a:ext cx="12192000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706026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3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 l="15573" r="198"/>
          <a:stretch>
            <a:fillRect/>
          </a:stretch>
        </p:blipFill>
        <p:spPr>
          <a:xfrm>
            <a:off x="0" y="0"/>
            <a:ext cx="8678174" cy="6858000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9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20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4" name="图片 1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  <p:grpSp>
        <p:nvGrpSpPr>
          <p:cNvPr id="15" name="组合 14"/>
          <p:cNvGrpSpPr/>
          <p:nvPr userDrawn="1"/>
        </p:nvGrpSpPr>
        <p:grpSpPr>
          <a:xfrm>
            <a:off x="7382858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/>
          <a:srcRect/>
          <a:stretch>
            <a:fillRect/>
          </a:stretch>
        </p:blipFill>
        <p:spPr>
          <a:xfrm>
            <a:off x="4768810" y="7452"/>
            <a:ext cx="7423189" cy="6850548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2" y="0"/>
            <a:ext cx="12192001" cy="6858000"/>
          </a:xfrm>
          <a:prstGeom prst="rect">
            <a:avLst/>
          </a:prstGeom>
          <a:gradFill>
            <a:gsLst>
              <a:gs pos="10000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0">
                <a:schemeClr val="accent1">
                  <a:lumMod val="100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5" name="组合 14"/>
          <p:cNvGrpSpPr/>
          <p:nvPr userDrawn="1"/>
        </p:nvGrpSpPr>
        <p:grpSpPr>
          <a:xfrm>
            <a:off x="706026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40452" y="479393"/>
            <a:ext cx="2203058" cy="61664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4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9" name="图片 38"/>
          <p:cNvPicPr>
            <a:picLocks noChangeAspect="1"/>
          </p:cNvPicPr>
          <p:nvPr userDrawn="1"/>
        </p:nvPicPr>
        <p:blipFill rotWithShape="1">
          <a:blip r:embed="rId2" cstate="hqprint"/>
          <a:srcRect/>
          <a:stretch>
            <a:fillRect/>
          </a:stretch>
        </p:blipFill>
        <p:spPr>
          <a:xfrm>
            <a:off x="-10414" y="0"/>
            <a:ext cx="8336943" cy="686004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10414" y="0"/>
            <a:ext cx="12202413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lumMod val="100000"/>
                  <a:alpha val="0"/>
                </a:schemeClr>
              </a:gs>
              <a:gs pos="5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pSp>
        <p:nvGrpSpPr>
          <p:cNvPr id="15" name="组合 14"/>
          <p:cNvGrpSpPr/>
          <p:nvPr userDrawn="1"/>
        </p:nvGrpSpPr>
        <p:grpSpPr>
          <a:xfrm>
            <a:off x="7382858" y="5927166"/>
            <a:ext cx="4041392" cy="448671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12000"/>
                </a:schemeClr>
              </a:gs>
              <a:gs pos="0">
                <a:schemeClr val="bg1">
                  <a:alpha val="4000"/>
                </a:schemeClr>
              </a:gs>
            </a:gsLst>
            <a:lin ang="16200000" scaled="1"/>
            <a:tileRect/>
          </a:gradFill>
        </p:grpSpPr>
        <p:grpSp>
          <p:nvGrpSpPr>
            <p:cNvPr id="16" name="组合 15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2" name="组合 3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3" name="组合 3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7" name="组合 16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18" name="组合 1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9" name="组合 1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0" name="组合 1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03566" y="501046"/>
            <a:ext cx="2203058" cy="61664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-6352" y="0"/>
            <a:ext cx="12198351" cy="5024521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-6351" y="0"/>
            <a:ext cx="12198349" cy="6858000"/>
          </a:xfrm>
          <a:prstGeom prst="rect">
            <a:avLst/>
          </a:prstGeom>
          <a:gradFill>
            <a:gsLst>
              <a:gs pos="0">
                <a:schemeClr val="accent1">
                  <a:lumMod val="100000"/>
                  <a:alpha val="0"/>
                </a:schemeClr>
              </a:gs>
              <a:gs pos="66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660400" y="4550546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7223405" y="2402693"/>
            <a:ext cx="4785100" cy="4774940"/>
          </a:xfrm>
          <a:prstGeom prst="rect">
            <a:avLst/>
          </a:prstGeom>
        </p:spPr>
      </p:pic>
      <p:pic>
        <p:nvPicPr>
          <p:cNvPr id="11" name="图片 10"/>
          <p:cNvPicPr>
            <a:picLocks noChangeAspect="1"/>
          </p:cNvPicPr>
          <p:nvPr userDrawn="1"/>
        </p:nvPicPr>
        <p:blipFill rotWithShape="1">
          <a:blip r:embed="rId4" cstate="screen"/>
          <a:srcRect l="6610" b="12305"/>
          <a:stretch>
            <a:fillRect/>
          </a:stretch>
        </p:blipFill>
        <p:spPr>
          <a:xfrm>
            <a:off x="14873" y="5340546"/>
            <a:ext cx="6018099" cy="1518363"/>
          </a:xfrm>
          <a:prstGeom prst="rect">
            <a:avLst/>
          </a:prstGeom>
        </p:spPr>
      </p:pic>
      <p:pic>
        <p:nvPicPr>
          <p:cNvPr id="12" name="图片 11"/>
          <p:cNvPicPr>
            <a:picLocks noChangeAspect="1"/>
          </p:cNvPicPr>
          <p:nvPr userDrawn="1"/>
        </p:nvPicPr>
        <p:blipFill rotWithShape="1">
          <a:blip r:embed="rId4" cstate="screen"/>
          <a:srcRect l="6610" b="12305"/>
          <a:stretch>
            <a:fillRect/>
          </a:stretch>
        </p:blipFill>
        <p:spPr>
          <a:xfrm flipH="1">
            <a:off x="6154789" y="5340546"/>
            <a:ext cx="6018099" cy="1518363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 userDrawn="1"/>
        </p:nvPicPr>
        <p:blipFill>
          <a:blip r:embed="rId5" cstate="screen"/>
          <a:stretch>
            <a:fillRect/>
          </a:stretch>
        </p:blipFill>
        <p:spPr>
          <a:xfrm>
            <a:off x="5018002" y="2568943"/>
            <a:ext cx="2143294" cy="59991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5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2" cstate="screen"/>
          <a:srcRect/>
          <a:stretch>
            <a:fillRect/>
          </a:stretch>
        </p:blipFill>
        <p:spPr>
          <a:xfrm>
            <a:off x="0" y="0"/>
            <a:ext cx="12192000" cy="5902493"/>
          </a:xfrm>
          <a:prstGeom prst="rect">
            <a:avLst/>
          </a:prstGeom>
        </p:spPr>
      </p:pic>
      <p:sp>
        <p:nvSpPr>
          <p:cNvPr id="7" name="矩形 6"/>
          <p:cNvSpPr/>
          <p:nvPr userDrawn="1"/>
        </p:nvSpPr>
        <p:spPr>
          <a:xfrm>
            <a:off x="1" y="0"/>
            <a:ext cx="12191998" cy="6858000"/>
          </a:xfrm>
          <a:prstGeom prst="rect">
            <a:avLst/>
          </a:prstGeom>
          <a:gradFill>
            <a:gsLst>
              <a:gs pos="0">
                <a:schemeClr val="bg1">
                  <a:alpha val="30000"/>
                </a:schemeClr>
              </a:gs>
              <a:gs pos="60000">
                <a:schemeClr val="accent1">
                  <a:lumMod val="100000"/>
                </a:schemeClr>
              </a:gs>
              <a:gs pos="100000">
                <a:schemeClr val="accent1">
                  <a:lumMod val="100000"/>
                </a:schemeClr>
              </a:gs>
            </a:gsLst>
            <a:lin ang="5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9" name="直接连接符 8"/>
          <p:cNvCxnSpPr/>
          <p:nvPr userDrawn="1"/>
        </p:nvCxnSpPr>
        <p:spPr>
          <a:xfrm>
            <a:off x="660400" y="4626145"/>
            <a:ext cx="10858500" cy="0"/>
          </a:xfrm>
          <a:prstGeom prst="line">
            <a:avLst/>
          </a:prstGeom>
          <a:ln w="9525" cmpd="sng">
            <a:gradFill>
              <a:gsLst>
                <a:gs pos="50000">
                  <a:srgbClr val="F3F8FF">
                    <a:alpha val="77000"/>
                  </a:srgbClr>
                </a:gs>
                <a:gs pos="0">
                  <a:schemeClr val="accent1">
                    <a:lumMod val="5000"/>
                    <a:lumOff val="95000"/>
                    <a:alpha val="0"/>
                  </a:schemeClr>
                </a:gs>
                <a:gs pos="100000">
                  <a:schemeClr val="bg1">
                    <a:alpha val="0"/>
                  </a:schemeClr>
                </a:gs>
              </a:gsLst>
              <a:lin ang="0" scaled="0"/>
            </a:gra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 flipV="1">
            <a:off x="14873" y="-15231"/>
            <a:ext cx="6018099" cy="1518363"/>
          </a:xfrm>
          <a:prstGeom prst="rect">
            <a:avLst/>
          </a:prstGeom>
        </p:spPr>
      </p:pic>
      <p:pic>
        <p:nvPicPr>
          <p:cNvPr id="15" name="图片 14"/>
          <p:cNvPicPr>
            <a:picLocks noChangeAspect="1"/>
          </p:cNvPicPr>
          <p:nvPr userDrawn="1"/>
        </p:nvPicPr>
        <p:blipFill rotWithShape="1">
          <a:blip r:embed="rId3" cstate="screen"/>
          <a:srcRect l="6610" b="12305"/>
          <a:stretch>
            <a:fillRect/>
          </a:stretch>
        </p:blipFill>
        <p:spPr>
          <a:xfrm flipH="1" flipV="1">
            <a:off x="6154789" y="-15231"/>
            <a:ext cx="6018099" cy="1518363"/>
          </a:xfrm>
          <a:prstGeom prst="rect">
            <a:avLst/>
          </a:prstGeom>
        </p:spPr>
      </p:pic>
      <p:pic>
        <p:nvPicPr>
          <p:cNvPr id="16" name="图片 15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5018002" y="2577573"/>
            <a:ext cx="2143294" cy="599913"/>
          </a:xfrm>
          <a:prstGeom prst="rect">
            <a:avLst/>
          </a:prstGeom>
        </p:spPr>
      </p:pic>
      <p:grpSp>
        <p:nvGrpSpPr>
          <p:cNvPr id="17" name="组合 16"/>
          <p:cNvGrpSpPr/>
          <p:nvPr userDrawn="1"/>
        </p:nvGrpSpPr>
        <p:grpSpPr>
          <a:xfrm>
            <a:off x="3040886" y="5719548"/>
            <a:ext cx="6136451" cy="681262"/>
            <a:chOff x="582366" y="5719539"/>
            <a:chExt cx="6136451" cy="681262"/>
          </a:xfrm>
          <a:gradFill flip="none" rotWithShape="1">
            <a:gsLst>
              <a:gs pos="100000">
                <a:schemeClr val="bg1">
                  <a:alpha val="9000"/>
                </a:schemeClr>
              </a:gs>
              <a:gs pos="0">
                <a:schemeClr val="bg1">
                  <a:alpha val="3000"/>
                </a:schemeClr>
              </a:gs>
            </a:gsLst>
            <a:lin ang="16200000" scaled="1"/>
            <a:tileRect/>
          </a:gradFill>
        </p:grpSpPr>
        <p:grpSp>
          <p:nvGrpSpPr>
            <p:cNvPr id="18" name="组合 17"/>
            <p:cNvGrpSpPr/>
            <p:nvPr/>
          </p:nvGrpSpPr>
          <p:grpSpPr>
            <a:xfrm>
              <a:off x="4043374" y="5725999"/>
              <a:ext cx="2675443" cy="667232"/>
              <a:chOff x="10340336" y="2247899"/>
              <a:chExt cx="2724438" cy="679451"/>
            </a:xfrm>
            <a:grpFill/>
          </p:grpSpPr>
          <p:sp>
            <p:nvSpPr>
              <p:cNvPr id="32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3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4" name="组合 33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9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0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5" name="组合 34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6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7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8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9" name="组合 18"/>
            <p:cNvGrpSpPr/>
            <p:nvPr/>
          </p:nvGrpSpPr>
          <p:grpSpPr>
            <a:xfrm>
              <a:off x="582366" y="5719539"/>
              <a:ext cx="2716733" cy="681262"/>
              <a:chOff x="6738929" y="2270918"/>
              <a:chExt cx="2766486" cy="693738"/>
            </a:xfrm>
            <a:grpFill/>
          </p:grpSpPr>
          <p:grpSp>
            <p:nvGrpSpPr>
              <p:cNvPr id="20" name="组合 19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30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1" name="组合 20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8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2" name="组合 21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5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23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529" y="-2924"/>
            <a:ext cx="12193057" cy="3633531"/>
          </a:xfrm>
          <a:prstGeom prst="rect">
            <a:avLst/>
          </a:prstGeom>
        </p:spPr>
      </p:pic>
      <p:sp>
        <p:nvSpPr>
          <p:cNvPr id="37" name="任意形状 36"/>
          <p:cNvSpPr/>
          <p:nvPr userDrawn="1"/>
        </p:nvSpPr>
        <p:spPr>
          <a:xfrm>
            <a:off x="-134112" y="-106934"/>
            <a:ext cx="12468264" cy="3829332"/>
          </a:xfrm>
          <a:custGeom>
            <a:avLst/>
            <a:gdLst>
              <a:gd name="connsiteX0" fmla="*/ 0 w 12192000"/>
              <a:gd name="connsiteY0" fmla="*/ 0 h 3632200"/>
              <a:gd name="connsiteX1" fmla="*/ 12192000 w 12192000"/>
              <a:gd name="connsiteY1" fmla="*/ 0 h 3632200"/>
              <a:gd name="connsiteX2" fmla="*/ 12192000 w 12192000"/>
              <a:gd name="connsiteY2" fmla="*/ 2602097 h 3632200"/>
              <a:gd name="connsiteX3" fmla="*/ 11858362 w 12192000"/>
              <a:gd name="connsiteY3" fmla="*/ 2747371 h 3632200"/>
              <a:gd name="connsiteX4" fmla="*/ 6859519 w 12192000"/>
              <a:gd name="connsiteY4" fmla="*/ 3619648 h 3632200"/>
              <a:gd name="connsiteX5" fmla="*/ 6096062 w 12192000"/>
              <a:gd name="connsiteY5" fmla="*/ 3632200 h 3632200"/>
              <a:gd name="connsiteX6" fmla="*/ 6095939 w 12192000"/>
              <a:gd name="connsiteY6" fmla="*/ 3632200 h 3632200"/>
              <a:gd name="connsiteX7" fmla="*/ 5332482 w 12192000"/>
              <a:gd name="connsiteY7" fmla="*/ 3619648 h 3632200"/>
              <a:gd name="connsiteX8" fmla="*/ 333638 w 12192000"/>
              <a:gd name="connsiteY8" fmla="*/ 2747371 h 3632200"/>
              <a:gd name="connsiteX9" fmla="*/ 0 w 12192000"/>
              <a:gd name="connsiteY9" fmla="*/ 2602097 h 363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0" h="3632200">
                <a:moveTo>
                  <a:pt x="0" y="0"/>
                </a:moveTo>
                <a:lnTo>
                  <a:pt x="12192000" y="0"/>
                </a:lnTo>
                <a:lnTo>
                  <a:pt x="12192000" y="2602097"/>
                </a:lnTo>
                <a:lnTo>
                  <a:pt x="11858362" y="2747371"/>
                </a:lnTo>
                <a:cubicBezTo>
                  <a:pt x="10640880" y="3227716"/>
                  <a:pt x="8867829" y="3553239"/>
                  <a:pt x="6859519" y="3619648"/>
                </a:cubicBezTo>
                <a:lnTo>
                  <a:pt x="6096062" y="3632200"/>
                </a:lnTo>
                <a:lnTo>
                  <a:pt x="6095939" y="3632200"/>
                </a:lnTo>
                <a:lnTo>
                  <a:pt x="5332482" y="3619648"/>
                </a:lnTo>
                <a:cubicBezTo>
                  <a:pt x="3324171" y="3553239"/>
                  <a:pt x="1551120" y="3227716"/>
                  <a:pt x="333638" y="2747371"/>
                </a:cubicBezTo>
                <a:lnTo>
                  <a:pt x="0" y="2602097"/>
                </a:lnTo>
                <a:close/>
              </a:path>
            </a:pathLst>
          </a:custGeom>
          <a:noFill/>
          <a:ln w="28575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noAutofit/>
          </a:bodyPr>
          <a:lstStyle/>
          <a:p>
            <a:pPr algn="l">
              <a:lnSpc>
                <a:spcPct val="130000"/>
              </a:lnSpc>
            </a:pPr>
            <a:endParaRPr kumimoji="1" lang="zh-CN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41" name="矩形 40"/>
          <p:cNvSpPr/>
          <p:nvPr userDrawn="1"/>
        </p:nvSpPr>
        <p:spPr>
          <a:xfrm>
            <a:off x="0" y="0"/>
            <a:ext cx="12192000" cy="163286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180000" tIns="180000" rIns="180000" bIns="180000" numCol="1" spcCol="0" rtlCol="0" fromWordArt="0" anchor="t" anchorCtr="0" forceAA="0" compatLnSpc="1">
            <a:normAutofit fontScale="25000" lnSpcReduction="20000"/>
          </a:bodyPr>
          <a:lstStyle/>
          <a:p>
            <a:pPr algn="l">
              <a:lnSpc>
                <a:spcPct val="130000"/>
              </a:lnSpc>
            </a:pPr>
            <a:endParaRPr kumimoji="1" lang="zh-CN" altLang="en-US" sz="20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502191" y="3048198"/>
            <a:ext cx="1193467" cy="1192626"/>
          </a:xfrm>
          <a:prstGeom prst="rect">
            <a:avLst/>
          </a:prstGeom>
        </p:spPr>
      </p:pic>
      <p:sp>
        <p:nvSpPr>
          <p:cNvPr id="43" name="文本框 42"/>
          <p:cNvSpPr txBox="1"/>
          <p:nvPr userDrawn="1"/>
        </p:nvSpPr>
        <p:spPr>
          <a:xfrm>
            <a:off x="150844" y="6174148"/>
            <a:ext cx="2156520" cy="617431"/>
          </a:xfrm>
          <a:prstGeom prst="rect">
            <a:avLst/>
          </a:prstGeom>
          <a:noFill/>
          <a:ln>
            <a:noFill/>
          </a:ln>
        </p:spPr>
        <p:txBody>
          <a:bodyPr wrap="square" lIns="180000" tIns="180000" rIns="180000" bIns="180000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defRPr/>
            </a:pPr>
            <a:r>
              <a:rPr lang="en-US" altLang="zh-CN" sz="1400" b="1" i="0" spc="100" dirty="0">
                <a:solidFill>
                  <a:schemeClr val="accent3"/>
                </a:solidFill>
                <a:latin typeface="+mn-ea"/>
                <a:ea typeface="+mn-ea"/>
              </a:rPr>
              <a:t>BIT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|</a:t>
            </a:r>
            <a:r>
              <a:rPr lang="en-US" altLang="zh-CN" sz="1400" b="0" i="0" spc="100" baseline="0" dirty="0">
                <a:solidFill>
                  <a:schemeClr val="accent3"/>
                </a:solidFill>
                <a:latin typeface="+mn-ea"/>
              </a:rPr>
              <a:t> </a:t>
            </a:r>
            <a:r>
              <a:rPr lang="en-US" altLang="zh-CN" sz="1400" b="1" i="0" spc="100" baseline="0" dirty="0">
                <a:solidFill>
                  <a:schemeClr val="accent3"/>
                </a:solidFill>
                <a:latin typeface="+mn-ea"/>
              </a:rPr>
              <a:t>SINCE 1940</a:t>
            </a:r>
            <a:endParaRPr lang="zh-CN" altLang="en-US" sz="1400" b="1" i="0" spc="100" dirty="0">
              <a:solidFill>
                <a:schemeClr val="accent3"/>
              </a:solidFill>
              <a:latin typeface="微软雅黑 Light" panose="020B0502040204020203" pitchFamily="34" charset="-122"/>
              <a:ea typeface="微软雅黑 Light" panose="020B0502040204020203" pitchFamily="34" charset="-122"/>
            </a:endParaRPr>
          </a:p>
        </p:txBody>
      </p:sp>
      <p:grpSp>
        <p:nvGrpSpPr>
          <p:cNvPr id="44" name="组合 43"/>
          <p:cNvGrpSpPr/>
          <p:nvPr userDrawn="1"/>
        </p:nvGrpSpPr>
        <p:grpSpPr>
          <a:xfrm>
            <a:off x="10083479" y="6400645"/>
            <a:ext cx="1765866" cy="192031"/>
            <a:chOff x="598941" y="6399999"/>
            <a:chExt cx="2542613" cy="276499"/>
          </a:xfrm>
          <a:solidFill>
            <a:schemeClr val="bg1">
              <a:lumMod val="65000"/>
            </a:schemeClr>
          </a:solidFill>
        </p:grpSpPr>
        <p:grpSp>
          <p:nvGrpSpPr>
            <p:cNvPr id="45" name="组合 44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59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60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61" name="组合 60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66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7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62" name="组合 61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63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4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65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46" name="组合 45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47" name="组合 46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57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8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8" name="组合 47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55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6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49" name="组合 48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52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4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50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51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7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任意多边形: 形状 44"/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1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2" name="图片 2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222990" y="1401505"/>
            <a:ext cx="3746000" cy="104851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样式7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3057" cy="4066384"/>
          </a:xfrm>
          <a:prstGeom prst="rect">
            <a:avLst/>
          </a:prstGeom>
        </p:spPr>
      </p:pic>
      <p:sp>
        <p:nvSpPr>
          <p:cNvPr id="19" name="任意多边形: 形状 20"/>
          <p:cNvSpPr/>
          <p:nvPr userDrawn="1"/>
        </p:nvSpPr>
        <p:spPr>
          <a:xfrm rot="10800000">
            <a:off x="-18" y="0"/>
            <a:ext cx="12192001" cy="4066750"/>
          </a:xfrm>
          <a:custGeom>
            <a:avLst/>
            <a:gdLst>
              <a:gd name="connsiteX0" fmla="*/ 12192000 w 12192001"/>
              <a:gd name="connsiteY0" fmla="*/ 4062881 h 4062881"/>
              <a:gd name="connsiteX1" fmla="*/ 0 w 12192001"/>
              <a:gd name="connsiteY1" fmla="*/ 4062881 h 4062881"/>
              <a:gd name="connsiteX2" fmla="*/ 0 w 12192001"/>
              <a:gd name="connsiteY2" fmla="*/ 1441627 h 4062881"/>
              <a:gd name="connsiteX3" fmla="*/ 7949 w 12192001"/>
              <a:gd name="connsiteY3" fmla="*/ 1441627 h 4062881"/>
              <a:gd name="connsiteX4" fmla="*/ 6105511 w 12192001"/>
              <a:gd name="connsiteY4" fmla="*/ 0 h 4062881"/>
              <a:gd name="connsiteX5" fmla="*/ 12184078 w 12192001"/>
              <a:gd name="connsiteY5" fmla="*/ 1441627 h 4062881"/>
              <a:gd name="connsiteX6" fmla="*/ 12192000 w 12192001"/>
              <a:gd name="connsiteY6" fmla="*/ 1441627 h 4062881"/>
              <a:gd name="connsiteX7" fmla="*/ 12192000 w 12192001"/>
              <a:gd name="connsiteY7" fmla="*/ 1443506 h 4062881"/>
              <a:gd name="connsiteX8" fmla="*/ 12192001 w 12192001"/>
              <a:gd name="connsiteY8" fmla="*/ 1443506 h 4062881"/>
              <a:gd name="connsiteX9" fmla="*/ 12192000 w 12192001"/>
              <a:gd name="connsiteY9" fmla="*/ 1443506 h 40628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192001" h="4062881">
                <a:moveTo>
                  <a:pt x="12192000" y="4062881"/>
                </a:moveTo>
                <a:lnTo>
                  <a:pt x="0" y="4062881"/>
                </a:lnTo>
                <a:lnTo>
                  <a:pt x="0" y="1441627"/>
                </a:lnTo>
                <a:lnTo>
                  <a:pt x="7949" y="1441627"/>
                </a:lnTo>
                <a:lnTo>
                  <a:pt x="6105511" y="0"/>
                </a:lnTo>
                <a:lnTo>
                  <a:pt x="12184078" y="1441627"/>
                </a:lnTo>
                <a:lnTo>
                  <a:pt x="12192000" y="1441627"/>
                </a:lnTo>
                <a:lnTo>
                  <a:pt x="12192000" y="1443506"/>
                </a:lnTo>
                <a:lnTo>
                  <a:pt x="12192001" y="1443506"/>
                </a:lnTo>
                <a:lnTo>
                  <a:pt x="12192000" y="1443506"/>
                </a:lnTo>
                <a:close/>
              </a:path>
            </a:pathLst>
          </a:custGeom>
          <a:solidFill>
            <a:srgbClr val="006434">
              <a:alpha val="85882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0" name="任意多边形: 形状 44"/>
          <p:cNvSpPr/>
          <p:nvPr userDrawn="1"/>
        </p:nvSpPr>
        <p:spPr>
          <a:xfrm>
            <a:off x="0" y="2329236"/>
            <a:ext cx="12191985" cy="1809343"/>
          </a:xfrm>
          <a:custGeom>
            <a:avLst/>
            <a:gdLst>
              <a:gd name="connsiteX0" fmla="*/ 11511615 w 12185612"/>
              <a:gd name="connsiteY0" fmla="*/ 0 h 1809343"/>
              <a:gd name="connsiteX1" fmla="*/ 12185612 w 12185612"/>
              <a:gd name="connsiteY1" fmla="*/ 134799 h 1809343"/>
              <a:gd name="connsiteX2" fmla="*/ 12185612 w 12185612"/>
              <a:gd name="connsiteY2" fmla="*/ 319795 h 1809343"/>
              <a:gd name="connsiteX3" fmla="*/ 11769269 w 12185612"/>
              <a:gd name="connsiteY3" fmla="*/ 431005 h 1809343"/>
              <a:gd name="connsiteX4" fmla="*/ 6098388 w 12185612"/>
              <a:gd name="connsiteY4" fmla="*/ 1809343 h 1809343"/>
              <a:gd name="connsiteX5" fmla="*/ 1030855 w 12185612"/>
              <a:gd name="connsiteY5" fmla="*/ 612528 h 1809343"/>
              <a:gd name="connsiteX6" fmla="*/ 0 w 12185612"/>
              <a:gd name="connsiteY6" fmla="*/ 339538 h 1809343"/>
              <a:gd name="connsiteX7" fmla="*/ 0 w 12185612"/>
              <a:gd name="connsiteY7" fmla="*/ 81678 h 1809343"/>
              <a:gd name="connsiteX8" fmla="*/ 637104 w 12185612"/>
              <a:gd name="connsiteY8" fmla="*/ 607 h 1809343"/>
              <a:gd name="connsiteX9" fmla="*/ 6098821 w 12185612"/>
              <a:gd name="connsiteY9" fmla="*/ 1643974 h 1809343"/>
              <a:gd name="connsiteX10" fmla="*/ 11511615 w 12185612"/>
              <a:gd name="connsiteY10" fmla="*/ 0 h 180934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2185612" h="1809343">
                <a:moveTo>
                  <a:pt x="11511615" y="0"/>
                </a:moveTo>
                <a:lnTo>
                  <a:pt x="12185612" y="134799"/>
                </a:lnTo>
                <a:lnTo>
                  <a:pt x="12185612" y="319795"/>
                </a:lnTo>
                <a:lnTo>
                  <a:pt x="11769269" y="431005"/>
                </a:lnTo>
                <a:cubicBezTo>
                  <a:pt x="9878327" y="928737"/>
                  <a:pt x="8015827" y="1369040"/>
                  <a:pt x="6098388" y="1809343"/>
                </a:cubicBezTo>
                <a:cubicBezTo>
                  <a:pt x="4410640" y="1441212"/>
                  <a:pt x="2720033" y="1046292"/>
                  <a:pt x="1030855" y="612528"/>
                </a:cubicBezTo>
                <a:lnTo>
                  <a:pt x="0" y="339538"/>
                </a:lnTo>
                <a:lnTo>
                  <a:pt x="0" y="81678"/>
                </a:lnTo>
                <a:lnTo>
                  <a:pt x="637104" y="607"/>
                </a:lnTo>
                <a:cubicBezTo>
                  <a:pt x="2471646" y="662696"/>
                  <a:pt x="4302378" y="1200960"/>
                  <a:pt x="6098821" y="1643974"/>
                </a:cubicBezTo>
                <a:cubicBezTo>
                  <a:pt x="7974840" y="1162658"/>
                  <a:pt x="9749895" y="681341"/>
                  <a:pt x="11511615" y="0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sp>
        <p:nvSpPr>
          <p:cNvPr id="21" name="任意多边形: 形状 49"/>
          <p:cNvSpPr/>
          <p:nvPr userDrawn="1"/>
        </p:nvSpPr>
        <p:spPr>
          <a:xfrm>
            <a:off x="450423" y="2315566"/>
            <a:ext cx="11342509" cy="1691715"/>
          </a:xfrm>
          <a:custGeom>
            <a:avLst/>
            <a:gdLst>
              <a:gd name="connsiteX0" fmla="*/ 9728 w 12217941"/>
              <a:gd name="connsiteY0" fmla="*/ 0 h 1605064"/>
              <a:gd name="connsiteX1" fmla="*/ 6108971 w 12217941"/>
              <a:gd name="connsiteY1" fmla="*/ 1498060 h 1605064"/>
              <a:gd name="connsiteX2" fmla="*/ 12208213 w 12217941"/>
              <a:gd name="connsiteY2" fmla="*/ 19456 h 1605064"/>
              <a:gd name="connsiteX3" fmla="*/ 12217941 w 12217941"/>
              <a:gd name="connsiteY3" fmla="*/ 282103 h 1605064"/>
              <a:gd name="connsiteX4" fmla="*/ 6118698 w 12217941"/>
              <a:gd name="connsiteY4" fmla="*/ 1605064 h 1605064"/>
              <a:gd name="connsiteX5" fmla="*/ 0 w 12217941"/>
              <a:gd name="connsiteY5" fmla="*/ 233464 h 1605064"/>
              <a:gd name="connsiteX6" fmla="*/ 9728 w 12217941"/>
              <a:gd name="connsiteY6" fmla="*/ 0 h 1605064"/>
              <a:gd name="connsiteX0-1" fmla="*/ 0 w 12208213"/>
              <a:gd name="connsiteY0-2" fmla="*/ 0 h 1605064"/>
              <a:gd name="connsiteX1-3" fmla="*/ 6099243 w 12208213"/>
              <a:gd name="connsiteY1-4" fmla="*/ 1498060 h 1605064"/>
              <a:gd name="connsiteX2-5" fmla="*/ 12198485 w 12208213"/>
              <a:gd name="connsiteY2-6" fmla="*/ 19456 h 1605064"/>
              <a:gd name="connsiteX3-7" fmla="*/ 12208213 w 12208213"/>
              <a:gd name="connsiteY3-8" fmla="*/ 282103 h 1605064"/>
              <a:gd name="connsiteX4-9" fmla="*/ 6108970 w 12208213"/>
              <a:gd name="connsiteY4-10" fmla="*/ 1605064 h 1605064"/>
              <a:gd name="connsiteX5-11" fmla="*/ 0 w 12208213"/>
              <a:gd name="connsiteY5-12" fmla="*/ 544749 h 1605064"/>
              <a:gd name="connsiteX6-13" fmla="*/ 0 w 12208213"/>
              <a:gd name="connsiteY6-14" fmla="*/ 0 h 1605064"/>
              <a:gd name="connsiteX0-15" fmla="*/ 0 w 12198485"/>
              <a:gd name="connsiteY0-16" fmla="*/ 0 h 1605064"/>
              <a:gd name="connsiteX1-17" fmla="*/ 6099243 w 12198485"/>
              <a:gd name="connsiteY1-18" fmla="*/ 1498060 h 1605064"/>
              <a:gd name="connsiteX2-19" fmla="*/ 12198485 w 12198485"/>
              <a:gd name="connsiteY2-20" fmla="*/ 19456 h 1605064"/>
              <a:gd name="connsiteX3-21" fmla="*/ 12198485 w 12198485"/>
              <a:gd name="connsiteY3-22" fmla="*/ 603115 h 1605064"/>
              <a:gd name="connsiteX4-23" fmla="*/ 6108970 w 12198485"/>
              <a:gd name="connsiteY4-24" fmla="*/ 1605064 h 1605064"/>
              <a:gd name="connsiteX5-25" fmla="*/ 0 w 12198485"/>
              <a:gd name="connsiteY5-26" fmla="*/ 544749 h 1605064"/>
              <a:gd name="connsiteX6-27" fmla="*/ 0 w 12198485"/>
              <a:gd name="connsiteY6-28" fmla="*/ 0 h 1605064"/>
              <a:gd name="connsiteX0-29" fmla="*/ 0 w 12198485"/>
              <a:gd name="connsiteY0-30" fmla="*/ 0 h 1605064"/>
              <a:gd name="connsiteX1-31" fmla="*/ 6108970 w 12198485"/>
              <a:gd name="connsiteY1-32" fmla="*/ 1507788 h 1605064"/>
              <a:gd name="connsiteX2-33" fmla="*/ 12198485 w 12198485"/>
              <a:gd name="connsiteY2-34" fmla="*/ 19456 h 1605064"/>
              <a:gd name="connsiteX3-35" fmla="*/ 12198485 w 12198485"/>
              <a:gd name="connsiteY3-36" fmla="*/ 603115 h 1605064"/>
              <a:gd name="connsiteX4-37" fmla="*/ 6108970 w 12198485"/>
              <a:gd name="connsiteY4-38" fmla="*/ 1605064 h 1605064"/>
              <a:gd name="connsiteX5-39" fmla="*/ 0 w 12198485"/>
              <a:gd name="connsiteY5-40" fmla="*/ 544749 h 1605064"/>
              <a:gd name="connsiteX6-41" fmla="*/ 0 w 12198485"/>
              <a:gd name="connsiteY6-42" fmla="*/ 0 h 1605064"/>
              <a:gd name="connsiteX0-43" fmla="*/ 632298 w 12830783"/>
              <a:gd name="connsiteY0-44" fmla="*/ 0 h 1605064"/>
              <a:gd name="connsiteX1-45" fmla="*/ 6741268 w 12830783"/>
              <a:gd name="connsiteY1-46" fmla="*/ 1507788 h 1605064"/>
              <a:gd name="connsiteX2-47" fmla="*/ 12830783 w 12830783"/>
              <a:gd name="connsiteY2-48" fmla="*/ 19456 h 1605064"/>
              <a:gd name="connsiteX3-49" fmla="*/ 12830783 w 12830783"/>
              <a:gd name="connsiteY3-50" fmla="*/ 603115 h 1605064"/>
              <a:gd name="connsiteX4-51" fmla="*/ 6741268 w 12830783"/>
              <a:gd name="connsiteY4-52" fmla="*/ 1605064 h 1605064"/>
              <a:gd name="connsiteX5-53" fmla="*/ 0 w 12830783"/>
              <a:gd name="connsiteY5-54" fmla="*/ 29183 h 1605064"/>
              <a:gd name="connsiteX6-55" fmla="*/ 632298 w 12830783"/>
              <a:gd name="connsiteY6-56" fmla="*/ 0 h 1605064"/>
              <a:gd name="connsiteX0-57" fmla="*/ 836579 w 12830783"/>
              <a:gd name="connsiteY0-58" fmla="*/ 0 h 1634247"/>
              <a:gd name="connsiteX1-59" fmla="*/ 6741268 w 12830783"/>
              <a:gd name="connsiteY1-60" fmla="*/ 1536971 h 1634247"/>
              <a:gd name="connsiteX2-61" fmla="*/ 12830783 w 12830783"/>
              <a:gd name="connsiteY2-62" fmla="*/ 48639 h 1634247"/>
              <a:gd name="connsiteX3-63" fmla="*/ 12830783 w 12830783"/>
              <a:gd name="connsiteY3-64" fmla="*/ 632298 h 1634247"/>
              <a:gd name="connsiteX4-65" fmla="*/ 6741268 w 12830783"/>
              <a:gd name="connsiteY4-66" fmla="*/ 1634247 h 1634247"/>
              <a:gd name="connsiteX5-67" fmla="*/ 0 w 12830783"/>
              <a:gd name="connsiteY5-68" fmla="*/ 58366 h 1634247"/>
              <a:gd name="connsiteX6-69" fmla="*/ 836579 w 12830783"/>
              <a:gd name="connsiteY6-70" fmla="*/ 0 h 1634247"/>
              <a:gd name="connsiteX0-71" fmla="*/ 836579 w 12830783"/>
              <a:gd name="connsiteY0-72" fmla="*/ 0 h 1702340"/>
              <a:gd name="connsiteX1-73" fmla="*/ 6741268 w 12830783"/>
              <a:gd name="connsiteY1-74" fmla="*/ 1536971 h 1702340"/>
              <a:gd name="connsiteX2-75" fmla="*/ 12830783 w 12830783"/>
              <a:gd name="connsiteY2-76" fmla="*/ 48639 h 1702340"/>
              <a:gd name="connsiteX3-77" fmla="*/ 12830783 w 12830783"/>
              <a:gd name="connsiteY3-78" fmla="*/ 632298 h 1702340"/>
              <a:gd name="connsiteX4-79" fmla="*/ 6750996 w 12830783"/>
              <a:gd name="connsiteY4-80" fmla="*/ 1702340 h 1702340"/>
              <a:gd name="connsiteX5-81" fmla="*/ 0 w 12830783"/>
              <a:gd name="connsiteY5-82" fmla="*/ 58366 h 1702340"/>
              <a:gd name="connsiteX6-83" fmla="*/ 836579 w 12830783"/>
              <a:gd name="connsiteY6-84" fmla="*/ 0 h 1702340"/>
              <a:gd name="connsiteX0-85" fmla="*/ 836579 w 12830783"/>
              <a:gd name="connsiteY0-86" fmla="*/ 0 h 1702340"/>
              <a:gd name="connsiteX1-87" fmla="*/ 6741268 w 12830783"/>
              <a:gd name="connsiteY1-88" fmla="*/ 1536971 h 1702340"/>
              <a:gd name="connsiteX2-89" fmla="*/ 12470860 w 12830783"/>
              <a:gd name="connsiteY2-90" fmla="*/ 19456 h 1702340"/>
              <a:gd name="connsiteX3-91" fmla="*/ 12830783 w 12830783"/>
              <a:gd name="connsiteY3-92" fmla="*/ 632298 h 1702340"/>
              <a:gd name="connsiteX4-93" fmla="*/ 6750996 w 12830783"/>
              <a:gd name="connsiteY4-94" fmla="*/ 1702340 h 1702340"/>
              <a:gd name="connsiteX5-95" fmla="*/ 0 w 12830783"/>
              <a:gd name="connsiteY5-96" fmla="*/ 58366 h 1702340"/>
              <a:gd name="connsiteX6-97" fmla="*/ 836579 w 12830783"/>
              <a:gd name="connsiteY6-98" fmla="*/ 0 h 1702340"/>
              <a:gd name="connsiteX0-99" fmla="*/ 836579 w 13239345"/>
              <a:gd name="connsiteY0-100" fmla="*/ 0 h 1702340"/>
              <a:gd name="connsiteX1-101" fmla="*/ 6741268 w 13239345"/>
              <a:gd name="connsiteY1-102" fmla="*/ 1536971 h 1702340"/>
              <a:gd name="connsiteX2-103" fmla="*/ 12470860 w 13239345"/>
              <a:gd name="connsiteY2-104" fmla="*/ 19456 h 1702340"/>
              <a:gd name="connsiteX3-105" fmla="*/ 13239345 w 13239345"/>
              <a:gd name="connsiteY3-106" fmla="*/ 107004 h 1702340"/>
              <a:gd name="connsiteX4-107" fmla="*/ 6750996 w 13239345"/>
              <a:gd name="connsiteY4-108" fmla="*/ 1702340 h 1702340"/>
              <a:gd name="connsiteX5-109" fmla="*/ 0 w 13239345"/>
              <a:gd name="connsiteY5-110" fmla="*/ 58366 h 1702340"/>
              <a:gd name="connsiteX6-111" fmla="*/ 836579 w 13239345"/>
              <a:gd name="connsiteY6-112" fmla="*/ 0 h 1702340"/>
              <a:gd name="connsiteX0-113" fmla="*/ 836579 w 13239345"/>
              <a:gd name="connsiteY0-114" fmla="*/ 107003 h 1809343"/>
              <a:gd name="connsiteX1-115" fmla="*/ 6741268 w 13239345"/>
              <a:gd name="connsiteY1-116" fmla="*/ 1643974 h 1809343"/>
              <a:gd name="connsiteX2-117" fmla="*/ 12169303 w 13239345"/>
              <a:gd name="connsiteY2-118" fmla="*/ 0 h 1809343"/>
              <a:gd name="connsiteX3-119" fmla="*/ 13239345 w 13239345"/>
              <a:gd name="connsiteY3-120" fmla="*/ 214007 h 1809343"/>
              <a:gd name="connsiteX4-121" fmla="*/ 6750996 w 13239345"/>
              <a:gd name="connsiteY4-122" fmla="*/ 1809343 h 1809343"/>
              <a:gd name="connsiteX5-123" fmla="*/ 0 w 13239345"/>
              <a:gd name="connsiteY5-124" fmla="*/ 165369 h 1809343"/>
              <a:gd name="connsiteX6-125" fmla="*/ 836579 w 13239345"/>
              <a:gd name="connsiteY6-126" fmla="*/ 107003 h 1809343"/>
              <a:gd name="connsiteX0-127" fmla="*/ 1342417 w 13239345"/>
              <a:gd name="connsiteY0-128" fmla="*/ 29182 h 1809343"/>
              <a:gd name="connsiteX1-129" fmla="*/ 6741268 w 13239345"/>
              <a:gd name="connsiteY1-130" fmla="*/ 1643974 h 1809343"/>
              <a:gd name="connsiteX2-131" fmla="*/ 12169303 w 13239345"/>
              <a:gd name="connsiteY2-132" fmla="*/ 0 h 1809343"/>
              <a:gd name="connsiteX3-133" fmla="*/ 13239345 w 13239345"/>
              <a:gd name="connsiteY3-134" fmla="*/ 214007 h 1809343"/>
              <a:gd name="connsiteX4-135" fmla="*/ 6750996 w 13239345"/>
              <a:gd name="connsiteY4-136" fmla="*/ 1809343 h 1809343"/>
              <a:gd name="connsiteX5-137" fmla="*/ 0 w 13239345"/>
              <a:gd name="connsiteY5-138" fmla="*/ 165369 h 1809343"/>
              <a:gd name="connsiteX6-139" fmla="*/ 1342417 w 13239345"/>
              <a:gd name="connsiteY6-140" fmla="*/ 29182 h 1809343"/>
              <a:gd name="connsiteX0-141" fmla="*/ 1294792 w 13239345"/>
              <a:gd name="connsiteY0-142" fmla="*/ 607 h 1809343"/>
              <a:gd name="connsiteX1-143" fmla="*/ 6741268 w 13239345"/>
              <a:gd name="connsiteY1-144" fmla="*/ 1643974 h 1809343"/>
              <a:gd name="connsiteX2-145" fmla="*/ 12169303 w 13239345"/>
              <a:gd name="connsiteY2-146" fmla="*/ 0 h 1809343"/>
              <a:gd name="connsiteX3-147" fmla="*/ 13239345 w 13239345"/>
              <a:gd name="connsiteY3-148" fmla="*/ 214007 h 1809343"/>
              <a:gd name="connsiteX4-149" fmla="*/ 6750996 w 13239345"/>
              <a:gd name="connsiteY4-150" fmla="*/ 1809343 h 1809343"/>
              <a:gd name="connsiteX5-151" fmla="*/ 0 w 13239345"/>
              <a:gd name="connsiteY5-152" fmla="*/ 165369 h 1809343"/>
              <a:gd name="connsiteX6-153" fmla="*/ 1294792 w 13239345"/>
              <a:gd name="connsiteY6-154" fmla="*/ 607 h 1809343"/>
              <a:gd name="connsiteX0-155" fmla="*/ 1294792 w 13239345"/>
              <a:gd name="connsiteY0-156" fmla="*/ 607 h 1809343"/>
              <a:gd name="connsiteX1-157" fmla="*/ 6741268 w 13239345"/>
              <a:gd name="connsiteY1-158" fmla="*/ 1643974 h 1809343"/>
              <a:gd name="connsiteX2-159" fmla="*/ 12169303 w 13239345"/>
              <a:gd name="connsiteY2-160" fmla="*/ 0 h 1809343"/>
              <a:gd name="connsiteX3-161" fmla="*/ 13239345 w 13239345"/>
              <a:gd name="connsiteY3-162" fmla="*/ 214007 h 1809343"/>
              <a:gd name="connsiteX4-163" fmla="*/ 6750996 w 13239345"/>
              <a:gd name="connsiteY4-164" fmla="*/ 1809343 h 1809343"/>
              <a:gd name="connsiteX5-165" fmla="*/ 0 w 13239345"/>
              <a:gd name="connsiteY5-166" fmla="*/ 165369 h 1809343"/>
              <a:gd name="connsiteX6-167" fmla="*/ 1294792 w 13239345"/>
              <a:gd name="connsiteY6-168" fmla="*/ 607 h 1809343"/>
              <a:gd name="connsiteX0-169" fmla="*/ 1294792 w 13239345"/>
              <a:gd name="connsiteY0-170" fmla="*/ 607 h 1809343"/>
              <a:gd name="connsiteX1-171" fmla="*/ 6741268 w 13239345"/>
              <a:gd name="connsiteY1-172" fmla="*/ 1643974 h 1809343"/>
              <a:gd name="connsiteX2-173" fmla="*/ 12169303 w 13239345"/>
              <a:gd name="connsiteY2-174" fmla="*/ 0 h 1809343"/>
              <a:gd name="connsiteX3-175" fmla="*/ 13239345 w 13239345"/>
              <a:gd name="connsiteY3-176" fmla="*/ 214007 h 1809343"/>
              <a:gd name="connsiteX4-177" fmla="*/ 6750996 w 13239345"/>
              <a:gd name="connsiteY4-178" fmla="*/ 1809343 h 1809343"/>
              <a:gd name="connsiteX5-179" fmla="*/ 0 w 13239345"/>
              <a:gd name="connsiteY5-180" fmla="*/ 165369 h 1809343"/>
              <a:gd name="connsiteX6-181" fmla="*/ 1294792 w 13239345"/>
              <a:gd name="connsiteY6-182" fmla="*/ 607 h 1809343"/>
              <a:gd name="connsiteX0-183" fmla="*/ 1294792 w 13239345"/>
              <a:gd name="connsiteY0-184" fmla="*/ 607 h 1809343"/>
              <a:gd name="connsiteX1-185" fmla="*/ 6741268 w 13239345"/>
              <a:gd name="connsiteY1-186" fmla="*/ 1643974 h 1809343"/>
              <a:gd name="connsiteX2-187" fmla="*/ 12169303 w 13239345"/>
              <a:gd name="connsiteY2-188" fmla="*/ 0 h 1809343"/>
              <a:gd name="connsiteX3-189" fmla="*/ 13239345 w 13239345"/>
              <a:gd name="connsiteY3-190" fmla="*/ 214007 h 1809343"/>
              <a:gd name="connsiteX4-191" fmla="*/ 6750996 w 13239345"/>
              <a:gd name="connsiteY4-192" fmla="*/ 1809343 h 1809343"/>
              <a:gd name="connsiteX5-193" fmla="*/ 0 w 13239345"/>
              <a:gd name="connsiteY5-194" fmla="*/ 165369 h 1809343"/>
              <a:gd name="connsiteX6-195" fmla="*/ 1294792 w 13239345"/>
              <a:gd name="connsiteY6-196" fmla="*/ 607 h 1809343"/>
              <a:gd name="connsiteX0-197" fmla="*/ 1294792 w 13239345"/>
              <a:gd name="connsiteY0-198" fmla="*/ 607 h 1809343"/>
              <a:gd name="connsiteX1-199" fmla="*/ 6741268 w 13239345"/>
              <a:gd name="connsiteY1-200" fmla="*/ 1643974 h 1809343"/>
              <a:gd name="connsiteX2-201" fmla="*/ 12169303 w 13239345"/>
              <a:gd name="connsiteY2-202" fmla="*/ 0 h 1809343"/>
              <a:gd name="connsiteX3-203" fmla="*/ 13239345 w 13239345"/>
              <a:gd name="connsiteY3-204" fmla="*/ 214007 h 1809343"/>
              <a:gd name="connsiteX4-205" fmla="*/ 6750996 w 13239345"/>
              <a:gd name="connsiteY4-206" fmla="*/ 1809343 h 1809343"/>
              <a:gd name="connsiteX5-207" fmla="*/ 0 w 13239345"/>
              <a:gd name="connsiteY5-208" fmla="*/ 165369 h 1809343"/>
              <a:gd name="connsiteX6-209" fmla="*/ 1294792 w 13239345"/>
              <a:gd name="connsiteY6-210" fmla="*/ 607 h 1809343"/>
              <a:gd name="connsiteX0-211" fmla="*/ 1294792 w 13239345"/>
              <a:gd name="connsiteY0-212" fmla="*/ 607 h 1809343"/>
              <a:gd name="connsiteX1-213" fmla="*/ 6741268 w 13239345"/>
              <a:gd name="connsiteY1-214" fmla="*/ 1643974 h 1809343"/>
              <a:gd name="connsiteX2-215" fmla="*/ 12169303 w 13239345"/>
              <a:gd name="connsiteY2-216" fmla="*/ 0 h 1809343"/>
              <a:gd name="connsiteX3-217" fmla="*/ 13239345 w 13239345"/>
              <a:gd name="connsiteY3-218" fmla="*/ 214007 h 1809343"/>
              <a:gd name="connsiteX4-219" fmla="*/ 6750996 w 13239345"/>
              <a:gd name="connsiteY4-220" fmla="*/ 1809343 h 1809343"/>
              <a:gd name="connsiteX5-221" fmla="*/ 0 w 13239345"/>
              <a:gd name="connsiteY5-222" fmla="*/ 165369 h 1809343"/>
              <a:gd name="connsiteX6-223" fmla="*/ 1294792 w 13239345"/>
              <a:gd name="connsiteY6-224" fmla="*/ 607 h 1809343"/>
              <a:gd name="connsiteX0-225" fmla="*/ 1294792 w 13239345"/>
              <a:gd name="connsiteY0-226" fmla="*/ 607 h 1809343"/>
              <a:gd name="connsiteX1-227" fmla="*/ 6741268 w 13239345"/>
              <a:gd name="connsiteY1-228" fmla="*/ 1643974 h 1809343"/>
              <a:gd name="connsiteX2-229" fmla="*/ 12169303 w 13239345"/>
              <a:gd name="connsiteY2-230" fmla="*/ 0 h 1809343"/>
              <a:gd name="connsiteX3-231" fmla="*/ 13239345 w 13239345"/>
              <a:gd name="connsiteY3-232" fmla="*/ 214007 h 1809343"/>
              <a:gd name="connsiteX4-233" fmla="*/ 6750996 w 13239345"/>
              <a:gd name="connsiteY4-234" fmla="*/ 1809343 h 1809343"/>
              <a:gd name="connsiteX5-235" fmla="*/ 0 w 13239345"/>
              <a:gd name="connsiteY5-236" fmla="*/ 165369 h 1809343"/>
              <a:gd name="connsiteX6-237" fmla="*/ 1294792 w 13239345"/>
              <a:gd name="connsiteY6-238" fmla="*/ 607 h 1809343"/>
              <a:gd name="connsiteX0-239" fmla="*/ 1294792 w 13239345"/>
              <a:gd name="connsiteY0-240" fmla="*/ 607 h 1809343"/>
              <a:gd name="connsiteX1-241" fmla="*/ 6741268 w 13239345"/>
              <a:gd name="connsiteY1-242" fmla="*/ 1643974 h 1809343"/>
              <a:gd name="connsiteX2-243" fmla="*/ 12169303 w 13239345"/>
              <a:gd name="connsiteY2-244" fmla="*/ 0 h 1809343"/>
              <a:gd name="connsiteX3-245" fmla="*/ 13239345 w 13239345"/>
              <a:gd name="connsiteY3-246" fmla="*/ 214007 h 1809343"/>
              <a:gd name="connsiteX4-247" fmla="*/ 6750996 w 13239345"/>
              <a:gd name="connsiteY4-248" fmla="*/ 1809343 h 1809343"/>
              <a:gd name="connsiteX5-249" fmla="*/ 0 w 13239345"/>
              <a:gd name="connsiteY5-250" fmla="*/ 165369 h 1809343"/>
              <a:gd name="connsiteX6-251" fmla="*/ 1294792 w 13239345"/>
              <a:gd name="connsiteY6-252" fmla="*/ 607 h 1809343"/>
              <a:gd name="connsiteX0-253" fmla="*/ 1294792 w 13239345"/>
              <a:gd name="connsiteY0-254" fmla="*/ 607 h 1809343"/>
              <a:gd name="connsiteX1-255" fmla="*/ 6741268 w 13239345"/>
              <a:gd name="connsiteY1-256" fmla="*/ 1643974 h 1809343"/>
              <a:gd name="connsiteX2-257" fmla="*/ 12169303 w 13239345"/>
              <a:gd name="connsiteY2-258" fmla="*/ 0 h 1809343"/>
              <a:gd name="connsiteX3-259" fmla="*/ 13239345 w 13239345"/>
              <a:gd name="connsiteY3-260" fmla="*/ 214007 h 1809343"/>
              <a:gd name="connsiteX4-261" fmla="*/ 6750996 w 13239345"/>
              <a:gd name="connsiteY4-262" fmla="*/ 1809343 h 1809343"/>
              <a:gd name="connsiteX5-263" fmla="*/ 0 w 13239345"/>
              <a:gd name="connsiteY5-264" fmla="*/ 165369 h 1809343"/>
              <a:gd name="connsiteX6-265" fmla="*/ 1294792 w 13239345"/>
              <a:gd name="connsiteY6-266" fmla="*/ 607 h 1809343"/>
              <a:gd name="connsiteX0-267" fmla="*/ 1294792 w 13239345"/>
              <a:gd name="connsiteY0-268" fmla="*/ 607 h 1809343"/>
              <a:gd name="connsiteX1-269" fmla="*/ 6741268 w 13239345"/>
              <a:gd name="connsiteY1-270" fmla="*/ 1643974 h 1809343"/>
              <a:gd name="connsiteX2-271" fmla="*/ 12169303 w 13239345"/>
              <a:gd name="connsiteY2-272" fmla="*/ 0 h 1809343"/>
              <a:gd name="connsiteX3-273" fmla="*/ 13239345 w 13239345"/>
              <a:gd name="connsiteY3-274" fmla="*/ 214007 h 1809343"/>
              <a:gd name="connsiteX4-275" fmla="*/ 6750996 w 13239345"/>
              <a:gd name="connsiteY4-276" fmla="*/ 1809343 h 1809343"/>
              <a:gd name="connsiteX5-277" fmla="*/ 0 w 13239345"/>
              <a:gd name="connsiteY5-278" fmla="*/ 165369 h 1809343"/>
              <a:gd name="connsiteX6-279" fmla="*/ 1294792 w 13239345"/>
              <a:gd name="connsiteY6-280" fmla="*/ 607 h 1809343"/>
              <a:gd name="connsiteX0-281" fmla="*/ 1294792 w 13239345"/>
              <a:gd name="connsiteY0-282" fmla="*/ 607 h 1809343"/>
              <a:gd name="connsiteX1-283" fmla="*/ 6741268 w 13239345"/>
              <a:gd name="connsiteY1-284" fmla="*/ 1643974 h 1809343"/>
              <a:gd name="connsiteX2-285" fmla="*/ 12169303 w 13239345"/>
              <a:gd name="connsiteY2-286" fmla="*/ 0 h 1809343"/>
              <a:gd name="connsiteX3-287" fmla="*/ 13239345 w 13239345"/>
              <a:gd name="connsiteY3-288" fmla="*/ 214007 h 1809343"/>
              <a:gd name="connsiteX4-289" fmla="*/ 6750996 w 13239345"/>
              <a:gd name="connsiteY4-290" fmla="*/ 1809343 h 1809343"/>
              <a:gd name="connsiteX5-291" fmla="*/ 0 w 13239345"/>
              <a:gd name="connsiteY5-292" fmla="*/ 165369 h 1809343"/>
              <a:gd name="connsiteX6-293" fmla="*/ 1294792 w 13239345"/>
              <a:gd name="connsiteY6-294" fmla="*/ 607 h 1809343"/>
              <a:gd name="connsiteX0-295" fmla="*/ 1294792 w 12651516"/>
              <a:gd name="connsiteY0-296" fmla="*/ 607 h 1809343"/>
              <a:gd name="connsiteX1-297" fmla="*/ 6741268 w 12651516"/>
              <a:gd name="connsiteY1-298" fmla="*/ 1643974 h 1809343"/>
              <a:gd name="connsiteX2-299" fmla="*/ 12169303 w 12651516"/>
              <a:gd name="connsiteY2-300" fmla="*/ 0 h 1809343"/>
              <a:gd name="connsiteX3-301" fmla="*/ 12651516 w 12651516"/>
              <a:gd name="connsiteY3-302" fmla="*/ 83379 h 1809343"/>
              <a:gd name="connsiteX4-303" fmla="*/ 6750996 w 12651516"/>
              <a:gd name="connsiteY4-304" fmla="*/ 1809343 h 1809343"/>
              <a:gd name="connsiteX5-305" fmla="*/ 0 w 12651516"/>
              <a:gd name="connsiteY5-306" fmla="*/ 165369 h 1809343"/>
              <a:gd name="connsiteX6-307" fmla="*/ 1294792 w 12651516"/>
              <a:gd name="connsiteY6-308" fmla="*/ 607 h 1809343"/>
              <a:gd name="connsiteX0-309" fmla="*/ 1294792 w 12564431"/>
              <a:gd name="connsiteY0-310" fmla="*/ 607 h 1809343"/>
              <a:gd name="connsiteX1-311" fmla="*/ 6741268 w 12564431"/>
              <a:gd name="connsiteY1-312" fmla="*/ 1643974 h 1809343"/>
              <a:gd name="connsiteX2-313" fmla="*/ 12169303 w 12564431"/>
              <a:gd name="connsiteY2-314" fmla="*/ 0 h 1809343"/>
              <a:gd name="connsiteX3-315" fmla="*/ 12564431 w 12564431"/>
              <a:gd name="connsiteY3-316" fmla="*/ 83379 h 1809343"/>
              <a:gd name="connsiteX4-317" fmla="*/ 6750996 w 12564431"/>
              <a:gd name="connsiteY4-318" fmla="*/ 1809343 h 1809343"/>
              <a:gd name="connsiteX5-319" fmla="*/ 0 w 12564431"/>
              <a:gd name="connsiteY5-320" fmla="*/ 165369 h 1809343"/>
              <a:gd name="connsiteX6-321" fmla="*/ 1294792 w 12564431"/>
              <a:gd name="connsiteY6-322" fmla="*/ 607 h 1809343"/>
              <a:gd name="connsiteX0-323" fmla="*/ 423935 w 11693574"/>
              <a:gd name="connsiteY0-324" fmla="*/ 607 h 1809343"/>
              <a:gd name="connsiteX1-325" fmla="*/ 5870411 w 11693574"/>
              <a:gd name="connsiteY1-326" fmla="*/ 1643974 h 1809343"/>
              <a:gd name="connsiteX2-327" fmla="*/ 11298446 w 11693574"/>
              <a:gd name="connsiteY2-328" fmla="*/ 0 h 1809343"/>
              <a:gd name="connsiteX3-329" fmla="*/ 11693574 w 11693574"/>
              <a:gd name="connsiteY3-330" fmla="*/ 83379 h 1809343"/>
              <a:gd name="connsiteX4-331" fmla="*/ 5880139 w 11693574"/>
              <a:gd name="connsiteY4-332" fmla="*/ 1809343 h 1809343"/>
              <a:gd name="connsiteX5-333" fmla="*/ 0 w 11693574"/>
              <a:gd name="connsiteY5-334" fmla="*/ 45626 h 1809343"/>
              <a:gd name="connsiteX6-335" fmla="*/ 423935 w 11693574"/>
              <a:gd name="connsiteY6-336" fmla="*/ 607 h 1809343"/>
              <a:gd name="connsiteX0-337" fmla="*/ 423935 w 11693574"/>
              <a:gd name="connsiteY0-338" fmla="*/ 607 h 1733143"/>
              <a:gd name="connsiteX1-339" fmla="*/ 5870411 w 11693574"/>
              <a:gd name="connsiteY1-340" fmla="*/ 1643974 h 1733143"/>
              <a:gd name="connsiteX2-341" fmla="*/ 11298446 w 11693574"/>
              <a:gd name="connsiteY2-342" fmla="*/ 0 h 1733143"/>
              <a:gd name="connsiteX3-343" fmla="*/ 11693574 w 11693574"/>
              <a:gd name="connsiteY3-344" fmla="*/ 83379 h 1733143"/>
              <a:gd name="connsiteX4-345" fmla="*/ 5880139 w 11693574"/>
              <a:gd name="connsiteY4-346" fmla="*/ 1733143 h 1733143"/>
              <a:gd name="connsiteX5-347" fmla="*/ 0 w 11693574"/>
              <a:gd name="connsiteY5-348" fmla="*/ 45626 h 1733143"/>
              <a:gd name="connsiteX6-349" fmla="*/ 423935 w 11693574"/>
              <a:gd name="connsiteY6-350" fmla="*/ 607 h 1733143"/>
              <a:gd name="connsiteX0-351" fmla="*/ 423935 w 11709902"/>
              <a:gd name="connsiteY0-352" fmla="*/ 607 h 1733143"/>
              <a:gd name="connsiteX1-353" fmla="*/ 5870411 w 11709902"/>
              <a:gd name="connsiteY1-354" fmla="*/ 1643974 h 1733143"/>
              <a:gd name="connsiteX2-355" fmla="*/ 11298446 w 11709902"/>
              <a:gd name="connsiteY2-356" fmla="*/ 0 h 1733143"/>
              <a:gd name="connsiteX3-357" fmla="*/ 11709902 w 11709902"/>
              <a:gd name="connsiteY3-358" fmla="*/ 83379 h 1733143"/>
              <a:gd name="connsiteX4-359" fmla="*/ 5880139 w 11709902"/>
              <a:gd name="connsiteY4-360" fmla="*/ 1733143 h 1733143"/>
              <a:gd name="connsiteX5-361" fmla="*/ 0 w 11709902"/>
              <a:gd name="connsiteY5-362" fmla="*/ 45626 h 1733143"/>
              <a:gd name="connsiteX6-363" fmla="*/ 423935 w 11709902"/>
              <a:gd name="connsiteY6-364" fmla="*/ 607 h 1733143"/>
              <a:gd name="connsiteX0-365" fmla="*/ 423935 w 11571109"/>
              <a:gd name="connsiteY0-366" fmla="*/ 607 h 1733143"/>
              <a:gd name="connsiteX1-367" fmla="*/ 5870411 w 11571109"/>
              <a:gd name="connsiteY1-368" fmla="*/ 1643974 h 1733143"/>
              <a:gd name="connsiteX2-369" fmla="*/ 11298446 w 11571109"/>
              <a:gd name="connsiteY2-370" fmla="*/ 0 h 1733143"/>
              <a:gd name="connsiteX3-371" fmla="*/ 11571109 w 11571109"/>
              <a:gd name="connsiteY3-372" fmla="*/ 116036 h 1733143"/>
              <a:gd name="connsiteX4-373" fmla="*/ 5880139 w 11571109"/>
              <a:gd name="connsiteY4-374" fmla="*/ 1733143 h 1733143"/>
              <a:gd name="connsiteX5-375" fmla="*/ 0 w 11571109"/>
              <a:gd name="connsiteY5-376" fmla="*/ 45626 h 1733143"/>
              <a:gd name="connsiteX6-377" fmla="*/ 423935 w 11571109"/>
              <a:gd name="connsiteY6-378" fmla="*/ 607 h 1733143"/>
              <a:gd name="connsiteX0-379" fmla="*/ 423935 w 11579274"/>
              <a:gd name="connsiteY0-380" fmla="*/ 607 h 1733143"/>
              <a:gd name="connsiteX1-381" fmla="*/ 5870411 w 11579274"/>
              <a:gd name="connsiteY1-382" fmla="*/ 1643974 h 1733143"/>
              <a:gd name="connsiteX2-383" fmla="*/ 11298446 w 11579274"/>
              <a:gd name="connsiteY2-384" fmla="*/ 0 h 1733143"/>
              <a:gd name="connsiteX3-385" fmla="*/ 11579274 w 11579274"/>
              <a:gd name="connsiteY3-386" fmla="*/ 116036 h 1733143"/>
              <a:gd name="connsiteX4-387" fmla="*/ 5880139 w 11579274"/>
              <a:gd name="connsiteY4-388" fmla="*/ 1733143 h 1733143"/>
              <a:gd name="connsiteX5-389" fmla="*/ 0 w 11579274"/>
              <a:gd name="connsiteY5-390" fmla="*/ 45626 h 1733143"/>
              <a:gd name="connsiteX6-391" fmla="*/ 423935 w 11579274"/>
              <a:gd name="connsiteY6-392" fmla="*/ 607 h 1733143"/>
              <a:gd name="connsiteX0-393" fmla="*/ 423935 w 11579274"/>
              <a:gd name="connsiteY0-394" fmla="*/ 0 h 1732536"/>
              <a:gd name="connsiteX1-395" fmla="*/ 5870411 w 11579274"/>
              <a:gd name="connsiteY1-396" fmla="*/ 1643367 h 1732536"/>
              <a:gd name="connsiteX2-397" fmla="*/ 11233132 w 11579274"/>
              <a:gd name="connsiteY2-398" fmla="*/ 48379 h 1732536"/>
              <a:gd name="connsiteX3-399" fmla="*/ 11579274 w 11579274"/>
              <a:gd name="connsiteY3-400" fmla="*/ 115429 h 1732536"/>
              <a:gd name="connsiteX4-401" fmla="*/ 5880139 w 11579274"/>
              <a:gd name="connsiteY4-402" fmla="*/ 1732536 h 1732536"/>
              <a:gd name="connsiteX5-403" fmla="*/ 0 w 11579274"/>
              <a:gd name="connsiteY5-404" fmla="*/ 45019 h 1732536"/>
              <a:gd name="connsiteX6-405" fmla="*/ 423935 w 11579274"/>
              <a:gd name="connsiteY6-406" fmla="*/ 0 h 1732536"/>
              <a:gd name="connsiteX0-407" fmla="*/ 423935 w 11579274"/>
              <a:gd name="connsiteY0-408" fmla="*/ 0 h 1732536"/>
              <a:gd name="connsiteX1-409" fmla="*/ 5870411 w 11579274"/>
              <a:gd name="connsiteY1-410" fmla="*/ 1643367 h 1732536"/>
              <a:gd name="connsiteX2-411" fmla="*/ 11241297 w 11579274"/>
              <a:gd name="connsiteY2-412" fmla="*/ 32050 h 1732536"/>
              <a:gd name="connsiteX3-413" fmla="*/ 11579274 w 11579274"/>
              <a:gd name="connsiteY3-414" fmla="*/ 115429 h 1732536"/>
              <a:gd name="connsiteX4-415" fmla="*/ 5880139 w 11579274"/>
              <a:gd name="connsiteY4-416" fmla="*/ 1732536 h 1732536"/>
              <a:gd name="connsiteX5-417" fmla="*/ 0 w 11579274"/>
              <a:gd name="connsiteY5-418" fmla="*/ 45019 h 1732536"/>
              <a:gd name="connsiteX6-419" fmla="*/ 423935 w 11579274"/>
              <a:gd name="connsiteY6-420" fmla="*/ 0 h 1732536"/>
              <a:gd name="connsiteX0-421" fmla="*/ 423935 w 11579274"/>
              <a:gd name="connsiteY0-422" fmla="*/ 0 h 1732536"/>
              <a:gd name="connsiteX1-423" fmla="*/ 5870411 w 11579274"/>
              <a:gd name="connsiteY1-424" fmla="*/ 1643367 h 1732536"/>
              <a:gd name="connsiteX2-425" fmla="*/ 11241297 w 11579274"/>
              <a:gd name="connsiteY2-426" fmla="*/ 32050 h 1732536"/>
              <a:gd name="connsiteX3-427" fmla="*/ 11579274 w 11579274"/>
              <a:gd name="connsiteY3-428" fmla="*/ 115429 h 1732536"/>
              <a:gd name="connsiteX4-429" fmla="*/ 5880139 w 11579274"/>
              <a:gd name="connsiteY4-430" fmla="*/ 1732536 h 1732536"/>
              <a:gd name="connsiteX5-431" fmla="*/ 0 w 11579274"/>
              <a:gd name="connsiteY5-432" fmla="*/ 45019 h 1732536"/>
              <a:gd name="connsiteX6-433" fmla="*/ 423935 w 11579274"/>
              <a:gd name="connsiteY6-434" fmla="*/ 0 h 1732536"/>
              <a:gd name="connsiteX0-435" fmla="*/ 423935 w 11579274"/>
              <a:gd name="connsiteY0-436" fmla="*/ 0 h 1732536"/>
              <a:gd name="connsiteX1-437" fmla="*/ 5870411 w 11579274"/>
              <a:gd name="connsiteY1-438" fmla="*/ 1643367 h 1732536"/>
              <a:gd name="connsiteX2-439" fmla="*/ 11224968 w 11579274"/>
              <a:gd name="connsiteY2-440" fmla="*/ 48379 h 1732536"/>
              <a:gd name="connsiteX3-441" fmla="*/ 11579274 w 11579274"/>
              <a:gd name="connsiteY3-442" fmla="*/ 115429 h 1732536"/>
              <a:gd name="connsiteX4-443" fmla="*/ 5880139 w 11579274"/>
              <a:gd name="connsiteY4-444" fmla="*/ 1732536 h 1732536"/>
              <a:gd name="connsiteX5-445" fmla="*/ 0 w 11579274"/>
              <a:gd name="connsiteY5-446" fmla="*/ 45019 h 1732536"/>
              <a:gd name="connsiteX6-447" fmla="*/ 423935 w 11579274"/>
              <a:gd name="connsiteY6-448" fmla="*/ 0 h 1732536"/>
              <a:gd name="connsiteX0-449" fmla="*/ 219828 w 11375167"/>
              <a:gd name="connsiteY0-450" fmla="*/ 0 h 1732536"/>
              <a:gd name="connsiteX1-451" fmla="*/ 5666304 w 11375167"/>
              <a:gd name="connsiteY1-452" fmla="*/ 1643367 h 1732536"/>
              <a:gd name="connsiteX2-453" fmla="*/ 11020861 w 11375167"/>
              <a:gd name="connsiteY2-454" fmla="*/ 48379 h 1732536"/>
              <a:gd name="connsiteX3-455" fmla="*/ 11375167 w 11375167"/>
              <a:gd name="connsiteY3-456" fmla="*/ 115429 h 1732536"/>
              <a:gd name="connsiteX4-457" fmla="*/ 5676032 w 11375167"/>
              <a:gd name="connsiteY4-458" fmla="*/ 1732536 h 1732536"/>
              <a:gd name="connsiteX5-459" fmla="*/ 0 w 11375167"/>
              <a:gd name="connsiteY5-460" fmla="*/ 77676 h 1732536"/>
              <a:gd name="connsiteX6-461" fmla="*/ 219828 w 11375167"/>
              <a:gd name="connsiteY6-462" fmla="*/ 0 h 1732536"/>
              <a:gd name="connsiteX0-463" fmla="*/ 293307 w 11375167"/>
              <a:gd name="connsiteY0-464" fmla="*/ 0 h 1708044"/>
              <a:gd name="connsiteX1-465" fmla="*/ 5666304 w 11375167"/>
              <a:gd name="connsiteY1-466" fmla="*/ 1618875 h 1708044"/>
              <a:gd name="connsiteX2-467" fmla="*/ 11020861 w 11375167"/>
              <a:gd name="connsiteY2-468" fmla="*/ 23887 h 1708044"/>
              <a:gd name="connsiteX3-469" fmla="*/ 11375167 w 11375167"/>
              <a:gd name="connsiteY3-470" fmla="*/ 90937 h 1708044"/>
              <a:gd name="connsiteX4-471" fmla="*/ 5676032 w 11375167"/>
              <a:gd name="connsiteY4-472" fmla="*/ 1708044 h 1708044"/>
              <a:gd name="connsiteX5-473" fmla="*/ 0 w 11375167"/>
              <a:gd name="connsiteY5-474" fmla="*/ 53184 h 1708044"/>
              <a:gd name="connsiteX6-475" fmla="*/ 293307 w 11375167"/>
              <a:gd name="connsiteY6-476" fmla="*/ 0 h 1708044"/>
              <a:gd name="connsiteX0-477" fmla="*/ 317800 w 11375167"/>
              <a:gd name="connsiteY0-478" fmla="*/ 606 h 1684157"/>
              <a:gd name="connsiteX1-479" fmla="*/ 5666304 w 11375167"/>
              <a:gd name="connsiteY1-480" fmla="*/ 1594988 h 1684157"/>
              <a:gd name="connsiteX2-481" fmla="*/ 11020861 w 11375167"/>
              <a:gd name="connsiteY2-482" fmla="*/ 0 h 1684157"/>
              <a:gd name="connsiteX3-483" fmla="*/ 11375167 w 11375167"/>
              <a:gd name="connsiteY3-484" fmla="*/ 67050 h 1684157"/>
              <a:gd name="connsiteX4-485" fmla="*/ 5676032 w 11375167"/>
              <a:gd name="connsiteY4-486" fmla="*/ 1684157 h 1684157"/>
              <a:gd name="connsiteX5-487" fmla="*/ 0 w 11375167"/>
              <a:gd name="connsiteY5-488" fmla="*/ 29297 h 1684157"/>
              <a:gd name="connsiteX6-489" fmla="*/ 317800 w 11375167"/>
              <a:gd name="connsiteY6-490" fmla="*/ 606 h 1684157"/>
              <a:gd name="connsiteX0-491" fmla="*/ 285142 w 11342509"/>
              <a:gd name="connsiteY0-492" fmla="*/ 606 h 1684157"/>
              <a:gd name="connsiteX1-493" fmla="*/ 5633646 w 11342509"/>
              <a:gd name="connsiteY1-494" fmla="*/ 1594988 h 1684157"/>
              <a:gd name="connsiteX2-495" fmla="*/ 10988203 w 11342509"/>
              <a:gd name="connsiteY2-496" fmla="*/ 0 h 1684157"/>
              <a:gd name="connsiteX3-497" fmla="*/ 11342509 w 11342509"/>
              <a:gd name="connsiteY3-498" fmla="*/ 67050 h 1684157"/>
              <a:gd name="connsiteX4-499" fmla="*/ 5643374 w 11342509"/>
              <a:gd name="connsiteY4-500" fmla="*/ 1684157 h 1684157"/>
              <a:gd name="connsiteX5-501" fmla="*/ 0 w 11342509"/>
              <a:gd name="connsiteY5-502" fmla="*/ 29297 h 1684157"/>
              <a:gd name="connsiteX6-503" fmla="*/ 285142 w 11342509"/>
              <a:gd name="connsiteY6-504" fmla="*/ 606 h 1684157"/>
              <a:gd name="connsiteX0-505" fmla="*/ 276977 w 11342509"/>
              <a:gd name="connsiteY0-506" fmla="*/ 0 h 1691715"/>
              <a:gd name="connsiteX1-507" fmla="*/ 5633646 w 11342509"/>
              <a:gd name="connsiteY1-508" fmla="*/ 1602546 h 1691715"/>
              <a:gd name="connsiteX2-509" fmla="*/ 10988203 w 11342509"/>
              <a:gd name="connsiteY2-510" fmla="*/ 7558 h 1691715"/>
              <a:gd name="connsiteX3-511" fmla="*/ 11342509 w 11342509"/>
              <a:gd name="connsiteY3-512" fmla="*/ 74608 h 1691715"/>
              <a:gd name="connsiteX4-513" fmla="*/ 5643374 w 11342509"/>
              <a:gd name="connsiteY4-514" fmla="*/ 1691715 h 1691715"/>
              <a:gd name="connsiteX5-515" fmla="*/ 0 w 11342509"/>
              <a:gd name="connsiteY5-516" fmla="*/ 36855 h 1691715"/>
              <a:gd name="connsiteX6-517" fmla="*/ 276977 w 11342509"/>
              <a:gd name="connsiteY6-518" fmla="*/ 0 h 1691715"/>
              <a:gd name="connsiteX0-519" fmla="*/ 276977 w 11342509"/>
              <a:gd name="connsiteY0-520" fmla="*/ 0 h 1691715"/>
              <a:gd name="connsiteX1-521" fmla="*/ 5633646 w 11342509"/>
              <a:gd name="connsiteY1-522" fmla="*/ 1602546 h 1691715"/>
              <a:gd name="connsiteX2-523" fmla="*/ 11018020 w 11342509"/>
              <a:gd name="connsiteY2-524" fmla="*/ 17498 h 1691715"/>
              <a:gd name="connsiteX3-525" fmla="*/ 11342509 w 11342509"/>
              <a:gd name="connsiteY3-526" fmla="*/ 74608 h 1691715"/>
              <a:gd name="connsiteX4-527" fmla="*/ 5643374 w 11342509"/>
              <a:gd name="connsiteY4-528" fmla="*/ 1691715 h 1691715"/>
              <a:gd name="connsiteX5-529" fmla="*/ 0 w 11342509"/>
              <a:gd name="connsiteY5-530" fmla="*/ 36855 h 1691715"/>
              <a:gd name="connsiteX6-531" fmla="*/ 276977 w 11342509"/>
              <a:gd name="connsiteY6-532" fmla="*/ 0 h 1691715"/>
              <a:gd name="connsiteX0-533" fmla="*/ 276977 w 11342509"/>
              <a:gd name="connsiteY0-534" fmla="*/ 0 h 1691715"/>
              <a:gd name="connsiteX1-535" fmla="*/ 5633646 w 11342509"/>
              <a:gd name="connsiteY1-536" fmla="*/ 1602546 h 1691715"/>
              <a:gd name="connsiteX2-537" fmla="*/ 11018020 w 11342509"/>
              <a:gd name="connsiteY2-538" fmla="*/ 17498 h 1691715"/>
              <a:gd name="connsiteX3-539" fmla="*/ 11342509 w 11342509"/>
              <a:gd name="connsiteY3-540" fmla="*/ 74608 h 1691715"/>
              <a:gd name="connsiteX4-541" fmla="*/ 5643374 w 11342509"/>
              <a:gd name="connsiteY4-542" fmla="*/ 1691715 h 1691715"/>
              <a:gd name="connsiteX5-543" fmla="*/ 0 w 11342509"/>
              <a:gd name="connsiteY5-544" fmla="*/ 36855 h 1691715"/>
              <a:gd name="connsiteX6-545" fmla="*/ 276977 w 11342509"/>
              <a:gd name="connsiteY6-546" fmla="*/ 0 h 1691715"/>
              <a:gd name="connsiteX0-547" fmla="*/ 276977 w 11342509"/>
              <a:gd name="connsiteY0-548" fmla="*/ 0 h 1691715"/>
              <a:gd name="connsiteX1-549" fmla="*/ 5633646 w 11342509"/>
              <a:gd name="connsiteY1-550" fmla="*/ 1602546 h 1691715"/>
              <a:gd name="connsiteX2-551" fmla="*/ 11047837 w 11342509"/>
              <a:gd name="connsiteY2-552" fmla="*/ 17498 h 1691715"/>
              <a:gd name="connsiteX3-553" fmla="*/ 11342509 w 11342509"/>
              <a:gd name="connsiteY3-554" fmla="*/ 74608 h 1691715"/>
              <a:gd name="connsiteX4-555" fmla="*/ 5643374 w 11342509"/>
              <a:gd name="connsiteY4-556" fmla="*/ 1691715 h 1691715"/>
              <a:gd name="connsiteX5-557" fmla="*/ 0 w 11342509"/>
              <a:gd name="connsiteY5-558" fmla="*/ 36855 h 1691715"/>
              <a:gd name="connsiteX6-559" fmla="*/ 276977 w 11342509"/>
              <a:gd name="connsiteY6-560" fmla="*/ 0 h 1691715"/>
              <a:gd name="connsiteX0-561" fmla="*/ 276977 w 11342509"/>
              <a:gd name="connsiteY0-562" fmla="*/ 0 h 1691715"/>
              <a:gd name="connsiteX1-563" fmla="*/ 5633646 w 11342509"/>
              <a:gd name="connsiteY1-564" fmla="*/ 1602546 h 1691715"/>
              <a:gd name="connsiteX2-565" fmla="*/ 11080494 w 11342509"/>
              <a:gd name="connsiteY2-566" fmla="*/ 17498 h 1691715"/>
              <a:gd name="connsiteX3-567" fmla="*/ 11342509 w 11342509"/>
              <a:gd name="connsiteY3-568" fmla="*/ 74608 h 1691715"/>
              <a:gd name="connsiteX4-569" fmla="*/ 5643374 w 11342509"/>
              <a:gd name="connsiteY4-570" fmla="*/ 1691715 h 1691715"/>
              <a:gd name="connsiteX5-571" fmla="*/ 0 w 11342509"/>
              <a:gd name="connsiteY5-572" fmla="*/ 36855 h 1691715"/>
              <a:gd name="connsiteX6-573" fmla="*/ 276977 w 11342509"/>
              <a:gd name="connsiteY6-574" fmla="*/ 0 h 1691715"/>
              <a:gd name="connsiteX0-575" fmla="*/ 276977 w 11342509"/>
              <a:gd name="connsiteY0-576" fmla="*/ 0 h 1691715"/>
              <a:gd name="connsiteX1-577" fmla="*/ 5633646 w 11342509"/>
              <a:gd name="connsiteY1-578" fmla="*/ 1602546 h 1691715"/>
              <a:gd name="connsiteX2-579" fmla="*/ 11080494 w 11342509"/>
              <a:gd name="connsiteY2-580" fmla="*/ 17498 h 1691715"/>
              <a:gd name="connsiteX3-581" fmla="*/ 11342509 w 11342509"/>
              <a:gd name="connsiteY3-582" fmla="*/ 74608 h 1691715"/>
              <a:gd name="connsiteX4-583" fmla="*/ 5643374 w 11342509"/>
              <a:gd name="connsiteY4-584" fmla="*/ 1691715 h 1691715"/>
              <a:gd name="connsiteX5-585" fmla="*/ 0 w 11342509"/>
              <a:gd name="connsiteY5-586" fmla="*/ 36855 h 1691715"/>
              <a:gd name="connsiteX6-587" fmla="*/ 276977 w 11342509"/>
              <a:gd name="connsiteY6-588" fmla="*/ 0 h 1691715"/>
              <a:gd name="connsiteX0-589" fmla="*/ 276977 w 11342509"/>
              <a:gd name="connsiteY0-590" fmla="*/ 0 h 1691715"/>
              <a:gd name="connsiteX1-591" fmla="*/ 5633646 w 11342509"/>
              <a:gd name="connsiteY1-592" fmla="*/ 1602546 h 1691715"/>
              <a:gd name="connsiteX2-593" fmla="*/ 11080494 w 11342509"/>
              <a:gd name="connsiteY2-594" fmla="*/ 17498 h 1691715"/>
              <a:gd name="connsiteX3-595" fmla="*/ 11342509 w 11342509"/>
              <a:gd name="connsiteY3-596" fmla="*/ 74608 h 1691715"/>
              <a:gd name="connsiteX4-597" fmla="*/ 5643374 w 11342509"/>
              <a:gd name="connsiteY4-598" fmla="*/ 1691715 h 1691715"/>
              <a:gd name="connsiteX5-599" fmla="*/ 0 w 11342509"/>
              <a:gd name="connsiteY5-600" fmla="*/ 36855 h 1691715"/>
              <a:gd name="connsiteX6-601" fmla="*/ 276977 w 11342509"/>
              <a:gd name="connsiteY6-602" fmla="*/ 0 h 1691715"/>
              <a:gd name="connsiteX0-603" fmla="*/ 276977 w 11342509"/>
              <a:gd name="connsiteY0-604" fmla="*/ 0 h 1691715"/>
              <a:gd name="connsiteX1-605" fmla="*/ 5643806 w 11342509"/>
              <a:gd name="connsiteY1-606" fmla="*/ 1602546 h 1691715"/>
              <a:gd name="connsiteX2-607" fmla="*/ 11080494 w 11342509"/>
              <a:gd name="connsiteY2-608" fmla="*/ 17498 h 1691715"/>
              <a:gd name="connsiteX3-609" fmla="*/ 11342509 w 11342509"/>
              <a:gd name="connsiteY3-610" fmla="*/ 74608 h 1691715"/>
              <a:gd name="connsiteX4-611" fmla="*/ 5643374 w 11342509"/>
              <a:gd name="connsiteY4-612" fmla="*/ 1691715 h 1691715"/>
              <a:gd name="connsiteX5-613" fmla="*/ 0 w 11342509"/>
              <a:gd name="connsiteY5-614" fmla="*/ 36855 h 1691715"/>
              <a:gd name="connsiteX6-615" fmla="*/ 276977 w 11342509"/>
              <a:gd name="connsiteY6-616" fmla="*/ 0 h 1691715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11" y="connsiteY5-12"/>
              </a:cxn>
              <a:cxn ang="0">
                <a:pos x="connsiteX6-13" y="connsiteY6-14"/>
              </a:cxn>
            </a:cxnLst>
            <a:rect l="l" t="t" r="r" b="b"/>
            <a:pathLst>
              <a:path w="11342509" h="1691715">
                <a:moveTo>
                  <a:pt x="276977" y="0"/>
                </a:moveTo>
                <a:cubicBezTo>
                  <a:pt x="2111519" y="662089"/>
                  <a:pt x="3847364" y="1159532"/>
                  <a:pt x="5643806" y="1602546"/>
                </a:cubicBezTo>
                <a:cubicBezTo>
                  <a:pt x="7519826" y="1121230"/>
                  <a:pt x="9471175" y="643464"/>
                  <a:pt x="11080494" y="17498"/>
                </a:cubicBezTo>
                <a:lnTo>
                  <a:pt x="11342509" y="74608"/>
                </a:lnTo>
                <a:cubicBezTo>
                  <a:pt x="9170201" y="663537"/>
                  <a:pt x="7834732" y="1188511"/>
                  <a:pt x="5643374" y="1691715"/>
                </a:cubicBezTo>
                <a:cubicBezTo>
                  <a:pt x="3393042" y="1200874"/>
                  <a:pt x="2250332" y="651521"/>
                  <a:pt x="0" y="36855"/>
                </a:cubicBezTo>
                <a:lnTo>
                  <a:pt x="276977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453730" y="4619682"/>
            <a:ext cx="3284503" cy="722193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 b="7394"/>
          <a:stretch>
            <a:fillRect/>
          </a:stretch>
        </p:blipFill>
        <p:spPr>
          <a:xfrm>
            <a:off x="-3165" y="0"/>
            <a:ext cx="12191980" cy="6858000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10" y="1"/>
            <a:ext cx="12191980" cy="6857994"/>
          </a:xfrm>
          <a:prstGeom prst="rect">
            <a:avLst/>
          </a:prstGeom>
          <a:gradFill>
            <a:gsLst>
              <a:gs pos="0">
                <a:schemeClr val="accent1">
                  <a:alpha val="90000"/>
                  <a:lumMod val="85000"/>
                </a:schemeClr>
              </a:gs>
              <a:gs pos="50000">
                <a:schemeClr val="accent1">
                  <a:alpha val="90000"/>
                  <a:lumMod val="85000"/>
                </a:schemeClr>
              </a:gs>
              <a:gs pos="100000">
                <a:schemeClr val="accent1">
                  <a:alpha val="90000"/>
                  <a:lumMod val="85000"/>
                </a:schemeClr>
              </a:gs>
            </a:gsLst>
            <a:lin ang="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  <a:spcAft>
                <a:spcPts val="100"/>
              </a:spcAft>
              <a:buFontTx/>
              <a:buNone/>
            </a:pPr>
            <a:endParaRPr lang="zh-CN" altLang="en-US"/>
          </a:p>
        </p:txBody>
      </p:sp>
      <p:sp>
        <p:nvSpPr>
          <p:cNvPr id="6" name="文本占位符 10"/>
          <p:cNvSpPr>
            <a:spLocks noGrp="1"/>
          </p:cNvSpPr>
          <p:nvPr>
            <p:ph type="body" sz="quarter" idx="11" hasCustomPrompt="1"/>
          </p:nvPr>
        </p:nvSpPr>
        <p:spPr>
          <a:xfrm>
            <a:off x="1572100" y="3028371"/>
            <a:ext cx="9041450" cy="911074"/>
          </a:xfrm>
        </p:spPr>
        <p:txBody>
          <a:bodyPr/>
          <a:lstStyle>
            <a:lvl1pPr marL="0" indent="0" algn="ctr">
              <a:buFontTx/>
              <a:buNone/>
              <a:defRPr sz="4800" b="1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r>
              <a:rPr lang="zh-CN" altLang="en-US" dirty="0"/>
              <a:t>北京理工大学毕业答辩</a:t>
            </a:r>
            <a:r>
              <a:rPr lang="en-US" altLang="zh-CN" dirty="0"/>
              <a:t>PPT</a:t>
            </a:r>
            <a:r>
              <a:rPr lang="zh-CN" altLang="en-US" dirty="0"/>
              <a:t>模板</a:t>
            </a: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3767417" y="1018488"/>
            <a:ext cx="4650816" cy="13017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Word"/>
      </p:transition>
    </mc:Choice>
    <mc:Fallback xmlns="">
      <p:transition spd="slow">
        <p:fade/>
      </p:transition>
    </mc:Fallback>
  </mc:AlternateConten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9-首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0" y="81566"/>
            <a:ext cx="12192000" cy="3244934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0" y="3317875"/>
            <a:ext cx="12192000" cy="354012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6" name="图片 66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 bwMode="auto">
          <a:xfrm>
            <a:off x="9790632" y="109143"/>
            <a:ext cx="2286546" cy="29753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" name="图片 7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224285" y="-494144"/>
            <a:ext cx="3165893" cy="412436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封面样式9-尾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/>
          <p:cNvGrpSpPr/>
          <p:nvPr userDrawn="1"/>
        </p:nvGrpSpPr>
        <p:grpSpPr>
          <a:xfrm>
            <a:off x="0" y="0"/>
            <a:ext cx="12192000" cy="5089582"/>
            <a:chOff x="0" y="0"/>
            <a:chExt cx="12192000" cy="5089582"/>
          </a:xfrm>
          <a:solidFill>
            <a:schemeClr val="accent1"/>
          </a:solidFill>
        </p:grpSpPr>
        <p:sp>
          <p:nvSpPr>
            <p:cNvPr id="3" name="等腰三角形 2"/>
            <p:cNvSpPr/>
            <p:nvPr/>
          </p:nvSpPr>
          <p:spPr>
            <a:xfrm flipV="1">
              <a:off x="0" y="4123423"/>
              <a:ext cx="12192000" cy="966159"/>
            </a:xfrm>
            <a:prstGeom prst="triangle">
              <a:avLst/>
            </a:prstGeom>
            <a:grpFill/>
            <a:ln>
              <a:noFill/>
            </a:ln>
            <a:effectLst>
              <a:outerShdw blurRad="76200" dist="12700" dir="5400000" sx="103000" sy="103000" algn="t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" name="矩形 3"/>
            <p:cNvSpPr/>
            <p:nvPr/>
          </p:nvSpPr>
          <p:spPr>
            <a:xfrm>
              <a:off x="0" y="0"/>
              <a:ext cx="12192000" cy="4123423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  <p:grpSp>
        <p:nvGrpSpPr>
          <p:cNvPr id="5" name="组合 4"/>
          <p:cNvGrpSpPr/>
          <p:nvPr userDrawn="1"/>
        </p:nvGrpSpPr>
        <p:grpSpPr>
          <a:xfrm>
            <a:off x="1866428" y="1872369"/>
            <a:ext cx="8481919" cy="863927"/>
            <a:chOff x="1797415" y="1328902"/>
            <a:chExt cx="8481919" cy="863927"/>
          </a:xfrm>
        </p:grpSpPr>
        <p:grpSp>
          <p:nvGrpSpPr>
            <p:cNvPr id="6" name="组合 5"/>
            <p:cNvGrpSpPr/>
            <p:nvPr/>
          </p:nvGrpSpPr>
          <p:grpSpPr>
            <a:xfrm>
              <a:off x="6886532" y="1337094"/>
              <a:ext cx="3392802" cy="846135"/>
              <a:chOff x="10340336" y="2247899"/>
              <a:chExt cx="2724438" cy="679451"/>
            </a:xfrm>
          </p:grpSpPr>
          <p:sp>
            <p:nvSpPr>
              <p:cNvPr id="2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2" name="组合 2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solidFill>
                <a:schemeClr val="bg1"/>
              </a:solidFill>
            </p:grpSpPr>
            <p:sp>
              <p:nvSpPr>
                <p:cNvPr id="2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3" name="组合 2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solidFill>
                <a:schemeClr val="bg1"/>
              </a:solidFill>
            </p:grpSpPr>
            <p:sp>
              <p:nvSpPr>
                <p:cNvPr id="2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7" name="组合 6"/>
            <p:cNvGrpSpPr/>
            <p:nvPr/>
          </p:nvGrpSpPr>
          <p:grpSpPr>
            <a:xfrm>
              <a:off x="1797415" y="1328902"/>
              <a:ext cx="3445163" cy="863927"/>
              <a:chOff x="6738929" y="2270918"/>
              <a:chExt cx="2766486" cy="693738"/>
            </a:xfrm>
          </p:grpSpPr>
          <p:grpSp>
            <p:nvGrpSpPr>
              <p:cNvPr id="8" name="组合 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solidFill>
                <a:schemeClr val="bg1"/>
              </a:solidFill>
            </p:grpSpPr>
            <p:sp>
              <p:nvSpPr>
                <p:cNvPr id="1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" name="组合 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solidFill>
                <a:schemeClr val="bg1"/>
              </a:solidFill>
            </p:grpSpPr>
            <p:sp>
              <p:nvSpPr>
                <p:cNvPr id="1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" name="组合 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solidFill>
                <a:schemeClr val="bg1"/>
              </a:solidFill>
            </p:grpSpPr>
            <p:sp>
              <p:nvSpPr>
                <p:cNvPr id="1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目录样式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567"/>
            <a:ext cx="5022689" cy="6857433"/>
          </a:xfrm>
          <a:prstGeom prst="rect">
            <a:avLst/>
          </a:prstGeom>
        </p:spPr>
      </p:pic>
      <p:sp>
        <p:nvSpPr>
          <p:cNvPr id="3" name="矩形 白1"/>
          <p:cNvSpPr/>
          <p:nvPr userDrawn="1"/>
        </p:nvSpPr>
        <p:spPr>
          <a:xfrm rot="5400000">
            <a:off x="-917658" y="918223"/>
            <a:ext cx="6858002" cy="5022690"/>
          </a:xfrm>
          <a:prstGeom prst="rect">
            <a:avLst/>
          </a:prstGeom>
          <a:gradFill flip="none" rotWithShape="1">
            <a:gsLst>
              <a:gs pos="50000">
                <a:schemeClr val="bg1">
                  <a:alpha val="50000"/>
                </a:schemeClr>
              </a:gs>
              <a:gs pos="0">
                <a:schemeClr val="bg1"/>
              </a:gs>
              <a:gs pos="100000">
                <a:srgbClr val="FFFFFF">
                  <a:alpha val="0"/>
                </a:srgbClr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zh-CN" altLang="en-US" dirty="0">
              <a:cs typeface="+mn-ea"/>
              <a:sym typeface="+mn-lt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 userDrawn="1"/>
        </p:nvSpPr>
        <p:spPr>
          <a:xfrm>
            <a:off x="0" y="2289050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15558" b="38705"/>
          <a:stretch>
            <a:fillRect/>
          </a:stretch>
        </p:blipFill>
        <p:spPr>
          <a:xfrm>
            <a:off x="1" y="0"/>
            <a:ext cx="12192000" cy="2290219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-1" y="-7884"/>
            <a:ext cx="12192001" cy="2298103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5024353" y="841210"/>
            <a:ext cx="2143294" cy="599913"/>
          </a:xfrm>
          <a:prstGeom prst="rect">
            <a:avLst/>
          </a:prstGeom>
        </p:spPr>
      </p:pic>
      <p:cxnSp>
        <p:nvCxnSpPr>
          <p:cNvPr id="4" name="直接连接符 3"/>
          <p:cNvCxnSpPr/>
          <p:nvPr userDrawn="1"/>
        </p:nvCxnSpPr>
        <p:spPr>
          <a:xfrm>
            <a:off x="-81481" y="2289050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2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A-矩形 7"/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" name="PA-矩形 7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>
                  <a:alpha val="0"/>
                </a:schemeClr>
              </a:gs>
              <a:gs pos="52200">
                <a:schemeClr val="accent1"/>
              </a:gs>
              <a:gs pos="100000">
                <a:schemeClr val="accent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cxnSp>
        <p:nvCxnSpPr>
          <p:cNvPr id="4" name="直接连接符 3"/>
          <p:cNvCxnSpPr/>
          <p:nvPr userDrawn="1"/>
        </p:nvCxnSpPr>
        <p:spPr>
          <a:xfrm>
            <a:off x="5723340" y="1294827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连接符 4"/>
          <p:cNvCxnSpPr/>
          <p:nvPr userDrawn="1"/>
        </p:nvCxnSpPr>
        <p:spPr>
          <a:xfrm>
            <a:off x="5723340" y="5613415"/>
            <a:ext cx="745319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" name="图片 12"/>
          <p:cNvPicPr>
            <a:picLocks noChangeAspect="1"/>
          </p:cNvPicPr>
          <p:nvPr userDrawn="1"/>
        </p:nvPicPr>
        <p:blipFill rotWithShape="1">
          <a:blip r:embed="rId4" cstate="screen"/>
          <a:srcRect l="49471"/>
          <a:stretch>
            <a:fillRect/>
          </a:stretch>
        </p:blipFill>
        <p:spPr>
          <a:xfrm>
            <a:off x="-34506" y="163259"/>
            <a:ext cx="3298317" cy="6531481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4" cstate="screen"/>
          <a:srcRect r="49912"/>
          <a:stretch>
            <a:fillRect/>
          </a:stretch>
        </p:blipFill>
        <p:spPr>
          <a:xfrm>
            <a:off x="8928190" y="163258"/>
            <a:ext cx="3269562" cy="653148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3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/>
          <p:cNvSpPr txBox="1"/>
          <p:nvPr userDrawn="1"/>
        </p:nvSpPr>
        <p:spPr>
          <a:xfrm rot="16200000">
            <a:off x="-1538864" y="2653429"/>
            <a:ext cx="5229637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8000" b="1" spc="50" dirty="0">
                <a:solidFill>
                  <a:schemeClr val="bg1">
                    <a:lumMod val="85000"/>
                  </a:schemeClr>
                </a:solidFill>
                <a:latin typeface="+mj-lt"/>
              </a:rPr>
              <a:t>Contents</a:t>
            </a:r>
            <a:r>
              <a:rPr lang="en-US" altLang="zh-CN" sz="4400" b="1" spc="50" dirty="0">
                <a:solidFill>
                  <a:schemeClr val="accent4"/>
                </a:solidFill>
                <a:latin typeface="+mj-lt"/>
              </a:rPr>
              <a:t>■</a:t>
            </a:r>
            <a:endParaRPr lang="zh-CN" altLang="en-US" sz="4400" b="1" spc="50" dirty="0">
              <a:solidFill>
                <a:schemeClr val="accent4"/>
              </a:solidFill>
              <a:latin typeface="+mj-lt"/>
            </a:endParaRPr>
          </a:p>
        </p:txBody>
      </p:sp>
      <p:sp>
        <p:nvSpPr>
          <p:cNvPr id="9" name="文本框 8"/>
          <p:cNvSpPr txBox="1"/>
          <p:nvPr userDrawn="1"/>
        </p:nvSpPr>
        <p:spPr>
          <a:xfrm>
            <a:off x="1116549" y="3752395"/>
            <a:ext cx="738664" cy="224676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zh-CN" altLang="en-US" sz="3600" b="1" spc="600" dirty="0">
                <a:solidFill>
                  <a:schemeClr val="accent1"/>
                </a:solidFill>
              </a:rPr>
              <a:t>结构大纲</a:t>
            </a:r>
          </a:p>
        </p:txBody>
      </p:sp>
      <p:sp>
        <p:nvSpPr>
          <p:cNvPr id="12" name="文本框 11"/>
          <p:cNvSpPr txBox="1"/>
          <p:nvPr userDrawn="1"/>
        </p:nvSpPr>
        <p:spPr>
          <a:xfrm>
            <a:off x="9519824" y="6600901"/>
            <a:ext cx="252344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altLang="zh-CN" sz="1000" spc="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BEIJING</a:t>
            </a:r>
            <a:r>
              <a:rPr lang="en-US" altLang="zh-CN" sz="1000" spc="0" baseline="0" dirty="0">
                <a:solidFill>
                  <a:schemeClr val="bg1"/>
                </a:solidFill>
                <a:latin typeface="Arial" panose="020B0604020202020204" pitchFamily="34" charset="0"/>
                <a:ea typeface="微软雅黑" panose="020B0503020204020204" pitchFamily="34" charset="-122"/>
                <a:cs typeface="Arial" panose="020B0604020202020204" pitchFamily="34" charset="0"/>
              </a:rPr>
              <a:t> INSTITUTE OF TECHNOLOGY</a:t>
            </a:r>
            <a:endParaRPr lang="zh-CN" altLang="en-US" sz="1000" spc="0" dirty="0">
              <a:solidFill>
                <a:schemeClr val="bg1"/>
              </a:solidFill>
              <a:latin typeface="Arial" panose="020B0604020202020204" pitchFamily="34" charset="0"/>
              <a:ea typeface="微软雅黑" panose="020B0503020204020204" pitchFamily="34" charset="-122"/>
              <a:cs typeface="Arial" panose="020B0604020202020204" pitchFamily="34" charset="0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041148" y="78493"/>
            <a:ext cx="2025400" cy="566914"/>
          </a:xfrm>
          <a:prstGeom prst="rect">
            <a:avLst/>
          </a:prstGeom>
        </p:spPr>
      </p:pic>
      <p:sp>
        <p:nvSpPr>
          <p:cNvPr id="82" name="任意多边形: 形状 59"/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83" name="图片 82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84" name="矩形 83"/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85" name="组合 84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86" name="组合 85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100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01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102" name="组合 101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107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8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03" name="组合 102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104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5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06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87" name="组合 86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88" name="组合 87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98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9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9" name="组合 88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96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7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93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4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91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92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3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 rotWithShape="1">
          <a:blip r:embed="rId2" cstate="screen"/>
          <a:srcRect r="20215"/>
          <a:stretch>
            <a:fillRect/>
          </a:stretch>
        </p:blipFill>
        <p:spPr>
          <a:xfrm>
            <a:off x="6592525" y="0"/>
            <a:ext cx="5609371" cy="6765696"/>
          </a:xfrm>
          <a:prstGeom prst="rect">
            <a:avLst/>
          </a:prstGeom>
        </p:spPr>
      </p:pic>
      <p:sp>
        <p:nvSpPr>
          <p:cNvPr id="63" name="任意多边形: 形状 59"/>
          <p:cNvSpPr/>
          <p:nvPr userDrawn="1"/>
        </p:nvSpPr>
        <p:spPr>
          <a:xfrm flipH="1">
            <a:off x="-1352550" y="-2"/>
            <a:ext cx="13544548" cy="1057277"/>
          </a:xfrm>
          <a:custGeom>
            <a:avLst/>
            <a:gdLst>
              <a:gd name="connsiteX0" fmla="*/ 12192000 w 12192000"/>
              <a:gd name="connsiteY0" fmla="*/ 0 h 723900"/>
              <a:gd name="connsiteX1" fmla="*/ 2755900 w 12192000"/>
              <a:gd name="connsiteY1" fmla="*/ 0 h 723900"/>
              <a:gd name="connsiteX2" fmla="*/ 4 w 12192000"/>
              <a:gd name="connsiteY2" fmla="*/ 0 h 723900"/>
              <a:gd name="connsiteX3" fmla="*/ 0 w 12192000"/>
              <a:gd name="connsiteY3" fmla="*/ 0 h 723900"/>
              <a:gd name="connsiteX4" fmla="*/ 0 w 12192000"/>
              <a:gd name="connsiteY4" fmla="*/ 723900 h 723900"/>
              <a:gd name="connsiteX5" fmla="*/ 1987354 w 12192000"/>
              <a:gd name="connsiteY5" fmla="*/ 723900 h 723900"/>
              <a:gd name="connsiteX6" fmla="*/ 2038350 w 12192000"/>
              <a:gd name="connsiteY6" fmla="*/ 717550 h 723900"/>
              <a:gd name="connsiteX7" fmla="*/ 2753650 w 12192000"/>
              <a:gd name="connsiteY7" fmla="*/ 288000 h 723900"/>
              <a:gd name="connsiteX8" fmla="*/ 12192000 w 12192000"/>
              <a:gd name="connsiteY8" fmla="*/ 288000 h 723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2192000" h="723900">
                <a:moveTo>
                  <a:pt x="12192000" y="0"/>
                </a:moveTo>
                <a:lnTo>
                  <a:pt x="2755900" y="0"/>
                </a:lnTo>
                <a:lnTo>
                  <a:pt x="4" y="0"/>
                </a:lnTo>
                <a:lnTo>
                  <a:pt x="0" y="0"/>
                </a:lnTo>
                <a:lnTo>
                  <a:pt x="0" y="723900"/>
                </a:lnTo>
                <a:lnTo>
                  <a:pt x="1987354" y="723900"/>
                </a:lnTo>
                <a:lnTo>
                  <a:pt x="2038350" y="717550"/>
                </a:lnTo>
                <a:cubicBezTo>
                  <a:pt x="2497291" y="642783"/>
                  <a:pt x="2432975" y="321492"/>
                  <a:pt x="2753650" y="288000"/>
                </a:cubicBezTo>
                <a:cubicBezTo>
                  <a:pt x="3074325" y="254508"/>
                  <a:pt x="9045883" y="288000"/>
                  <a:pt x="12192000" y="288000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75000"/>
                </a:scheme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zh-CN" altLang="en-US"/>
          </a:p>
        </p:txBody>
      </p:sp>
      <p:pic>
        <p:nvPicPr>
          <p:cNvPr id="64" name="图片 6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793498" y="249943"/>
            <a:ext cx="2025400" cy="566914"/>
          </a:xfrm>
          <a:prstGeom prst="rect">
            <a:avLst/>
          </a:prstGeom>
        </p:spPr>
      </p:pic>
      <p:sp>
        <p:nvSpPr>
          <p:cNvPr id="65" name="矩形 64"/>
          <p:cNvSpPr/>
          <p:nvPr userDrawn="1"/>
        </p:nvSpPr>
        <p:spPr>
          <a:xfrm>
            <a:off x="0" y="6188075"/>
            <a:ext cx="12192000" cy="669925"/>
          </a:xfrm>
          <a:prstGeom prst="rect">
            <a:avLst/>
          </a:prstGeom>
          <a:gradFill>
            <a:gsLst>
              <a:gs pos="0">
                <a:schemeClr val="accent4"/>
              </a:gs>
              <a:gs pos="100000">
                <a:schemeClr val="accent4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66" name="组合 65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67" name="组合 66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1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2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83" name="组合 82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88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9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84" name="组合 83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85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7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68" name="组合 67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69" name="组合 68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79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0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0" name="组合 69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77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8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1" name="组合 70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74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5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76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72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3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 spd="med">
    <p:fade/>
  </p:transition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screen"/>
          <a:srcRect r="30571" b="46397"/>
          <a:stretch>
            <a:fillRect/>
          </a:stretch>
        </p:blipFill>
        <p:spPr>
          <a:xfrm>
            <a:off x="9019185" y="4400550"/>
            <a:ext cx="3194586" cy="2469325"/>
          </a:xfrm>
          <a:prstGeom prst="rect">
            <a:avLst/>
          </a:prstGeom>
        </p:spPr>
      </p:pic>
      <p:pic>
        <p:nvPicPr>
          <p:cNvPr id="8" name="图片 7"/>
          <p:cNvPicPr>
            <a:picLocks noChangeAspect="1"/>
          </p:cNvPicPr>
          <p:nvPr userDrawn="1"/>
        </p:nvPicPr>
        <p:blipFill rotWithShape="1">
          <a:blip r:embed="rId3" cstate="screen"/>
          <a:srcRect t="-74" b="12515"/>
          <a:stretch>
            <a:fillRect/>
          </a:stretch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9" name="矩形 8"/>
          <p:cNvSpPr/>
          <p:nvPr userDrawn="1"/>
        </p:nvSpPr>
        <p:spPr>
          <a:xfrm>
            <a:off x="0" y="4398806"/>
            <a:ext cx="12192001" cy="196858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63500" dir="5400000" algn="t" rotWithShape="0">
              <a:prstClr val="black">
                <a:alpha val="21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矩形 11"/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pic>
        <p:nvPicPr>
          <p:cNvPr id="14" name="图片 13"/>
          <p:cNvPicPr>
            <a:picLocks noChangeAspect="1"/>
          </p:cNvPicPr>
          <p:nvPr userDrawn="1"/>
        </p:nvPicPr>
        <p:blipFill rotWithShape="1">
          <a:blip r:embed="rId3" cstate="screen"/>
          <a:srcRect t="-74" b="12515"/>
          <a:stretch>
            <a:fillRect/>
          </a:stretch>
        </p:blipFill>
        <p:spPr>
          <a:xfrm>
            <a:off x="0" y="0"/>
            <a:ext cx="12191999" cy="4400550"/>
          </a:xfrm>
          <a:prstGeom prst="rect">
            <a:avLst/>
          </a:prstGeom>
        </p:spPr>
      </p:pic>
      <p:sp>
        <p:nvSpPr>
          <p:cNvPr id="15" name="矩形 14"/>
          <p:cNvSpPr/>
          <p:nvPr userDrawn="1"/>
        </p:nvSpPr>
        <p:spPr>
          <a:xfrm>
            <a:off x="0" y="0"/>
            <a:ext cx="12192001" cy="4400550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-71956" y="4398806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图片 16"/>
          <p:cNvPicPr>
            <a:picLocks noChangeAspect="1"/>
          </p:cNvPicPr>
          <p:nvPr userDrawn="1"/>
        </p:nvPicPr>
        <p:blipFill>
          <a:blip r:embed="rId4" cstate="screen"/>
          <a:stretch>
            <a:fillRect/>
          </a:stretch>
        </p:blipFill>
        <p:spPr>
          <a:xfrm>
            <a:off x="9701847" y="142154"/>
            <a:ext cx="2242503" cy="627682"/>
          </a:xfrm>
          <a:prstGeom prst="rect">
            <a:avLst/>
          </a:prstGeom>
        </p:spPr>
      </p:pic>
      <p:sp>
        <p:nvSpPr>
          <p:cNvPr id="18" name="矩形: 圆角 162"/>
          <p:cNvSpPr/>
          <p:nvPr userDrawn="1"/>
        </p:nvSpPr>
        <p:spPr>
          <a:xfrm>
            <a:off x="1664486" y="3107981"/>
            <a:ext cx="8945408" cy="3014890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80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19" name="矩形: 圆角 163"/>
          <p:cNvSpPr/>
          <p:nvPr userDrawn="1"/>
        </p:nvSpPr>
        <p:spPr>
          <a:xfrm>
            <a:off x="1463942" y="3222979"/>
            <a:ext cx="9346497" cy="2899892"/>
          </a:xfrm>
          <a:prstGeom prst="roundRect">
            <a:avLst>
              <a:gd name="adj" fmla="val 3205"/>
            </a:avLst>
          </a:prstGeom>
          <a:solidFill>
            <a:sysClr val="window" lastClr="FFFFFF">
              <a:alpha val="94000"/>
            </a:sysClr>
          </a:solidFill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  <p:sp>
        <p:nvSpPr>
          <p:cNvPr id="20" name="矩形: 圆角 164"/>
          <p:cNvSpPr/>
          <p:nvPr userDrawn="1"/>
        </p:nvSpPr>
        <p:spPr>
          <a:xfrm>
            <a:off x="1200150" y="3365257"/>
            <a:ext cx="9791700" cy="2757614"/>
          </a:xfrm>
          <a:prstGeom prst="roundRect">
            <a:avLst>
              <a:gd name="adj" fmla="val 3205"/>
            </a:avLst>
          </a:prstGeom>
          <a:gradFill flip="none" rotWithShape="1">
            <a:gsLst>
              <a:gs pos="0">
                <a:sysClr val="window" lastClr="FFFFFF"/>
              </a:gs>
              <a:gs pos="100000">
                <a:srgbClr val="F8F8F8"/>
              </a:gs>
            </a:gsLst>
            <a:lin ang="5400000" scaled="1"/>
            <a:tileRect/>
          </a:gradFill>
          <a:ln w="12700" cap="flat" cmpd="sng" algn="ctr">
            <a:noFill/>
            <a:prstDash val="solid"/>
            <a:miter lim="800000"/>
          </a:ln>
          <a:effectLst>
            <a:outerShdw blurRad="317500" sx="102000" sy="102000" algn="ctr" rotWithShape="0">
              <a:sysClr val="window" lastClr="FFFFFF">
                <a:lumMod val="75000"/>
                <a:alpha val="40000"/>
              </a:sysClr>
            </a:outerShdw>
          </a:effectLst>
        </p:spPr>
        <p:txBody>
          <a:bodyPr rot="0" spcFirstLastPara="0" vertOverflow="overflow" horzOverflow="overflow" vert="horz" wrap="square" lIns="540000" tIns="72000" rIns="540000" bIns="72000" numCol="1" spcCol="0" rtlCol="0" fromWordArt="0" anchor="ctr" anchorCtr="0" forceAA="0" compatLnSpc="1">
            <a:noAutofit/>
          </a:bodyPr>
          <a:lstStyle/>
          <a:p>
            <a:pPr marL="0" marR="0" lvl="0" indent="457200" defTabSz="91440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2400" b="0" i="0" u="none" strike="noStrike" kern="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/>
              <a:ea typeface="微软雅黑" panose="020B0503020204020204" pitchFamily="34" charset="-122"/>
              <a:cs typeface="+mn-ea"/>
              <a:sym typeface="+mn-lt"/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6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图片 2"/>
          <p:cNvPicPr>
            <a:picLocks noChangeAspect="1"/>
          </p:cNvPicPr>
          <p:nvPr userDrawn="1"/>
        </p:nvPicPr>
        <p:blipFill rotWithShape="1">
          <a:blip r:embed="rId2" cstate="screen"/>
          <a:srcRect l="29063" r="32938"/>
          <a:stretch>
            <a:fillRect/>
          </a:stretch>
        </p:blipFill>
        <p:spPr>
          <a:xfrm>
            <a:off x="0" y="0"/>
            <a:ext cx="3914775" cy="6857999"/>
          </a:xfrm>
          <a:prstGeom prst="rect">
            <a:avLst/>
          </a:prstGeom>
        </p:spPr>
      </p:pic>
      <p:sp>
        <p:nvSpPr>
          <p:cNvPr id="13" name="矩形 12"/>
          <p:cNvSpPr/>
          <p:nvPr userDrawn="1"/>
        </p:nvSpPr>
        <p:spPr>
          <a:xfrm>
            <a:off x="0" y="1"/>
            <a:ext cx="3914775" cy="6857999"/>
          </a:xfrm>
          <a:prstGeom prst="rect">
            <a:avLst/>
          </a:prstGeom>
          <a:solidFill>
            <a:schemeClr val="accent1">
              <a:alpha val="7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矩形 13"/>
          <p:cNvSpPr/>
          <p:nvPr userDrawn="1"/>
        </p:nvSpPr>
        <p:spPr>
          <a:xfrm>
            <a:off x="0" y="0"/>
            <a:ext cx="3914774" cy="6858000"/>
          </a:xfrm>
          <a:prstGeom prst="rect">
            <a:avLst/>
          </a:prstGeom>
          <a:gradFill flip="none" rotWithShape="1">
            <a:gsLst>
              <a:gs pos="25000">
                <a:schemeClr val="accent1">
                  <a:alpha val="0"/>
                </a:schemeClr>
              </a:gs>
              <a:gs pos="100000">
                <a:schemeClr val="accent1"/>
              </a:gs>
            </a:gsLst>
            <a:lin ang="54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6" name="直接连接符 15"/>
          <p:cNvCxnSpPr/>
          <p:nvPr userDrawn="1"/>
        </p:nvCxnSpPr>
        <p:spPr>
          <a:xfrm>
            <a:off x="3960456" y="0"/>
            <a:ext cx="0" cy="6858000"/>
          </a:xfrm>
          <a:prstGeom prst="line">
            <a:avLst/>
          </a:prstGeom>
          <a:ln w="381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1" name="组合 20"/>
          <p:cNvGrpSpPr/>
          <p:nvPr userDrawn="1"/>
        </p:nvGrpSpPr>
        <p:grpSpPr>
          <a:xfrm>
            <a:off x="3961505" y="2797003"/>
            <a:ext cx="122686" cy="1263995"/>
            <a:chOff x="4630742" y="2258287"/>
            <a:chExt cx="122686" cy="1263995"/>
          </a:xfrm>
          <a:solidFill>
            <a:schemeClr val="accent4"/>
          </a:solidFill>
        </p:grpSpPr>
        <p:sp>
          <p:nvSpPr>
            <p:cNvPr id="22" name="等腰三角形 21"/>
            <p:cNvSpPr/>
            <p:nvPr/>
          </p:nvSpPr>
          <p:spPr>
            <a:xfrm rot="5400000">
              <a:off x="4620926" y="2839164"/>
              <a:ext cx="142318" cy="122686"/>
            </a:xfrm>
            <a:prstGeom prst="triangle">
              <a:avLst/>
            </a:prstGeom>
            <a:grpFill/>
            <a:ln>
              <a:solidFill>
                <a:schemeClr val="accent4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cxnSp>
          <p:nvCxnSpPr>
            <p:cNvPr id="23" name="直接连接符 22"/>
            <p:cNvCxnSpPr/>
            <p:nvPr/>
          </p:nvCxnSpPr>
          <p:spPr>
            <a:xfrm>
              <a:off x="4630742" y="2258287"/>
              <a:ext cx="0" cy="1263995"/>
            </a:xfrm>
            <a:prstGeom prst="line">
              <a:avLst/>
            </a:prstGeom>
            <a:grpFill/>
            <a:ln w="381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连接符 41"/>
          <p:cNvCxnSpPr/>
          <p:nvPr userDrawn="1"/>
        </p:nvCxnSpPr>
        <p:spPr>
          <a:xfrm>
            <a:off x="1053541" y="2793542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矩形 42"/>
          <p:cNvSpPr/>
          <p:nvPr userDrawn="1"/>
        </p:nvSpPr>
        <p:spPr>
          <a:xfrm>
            <a:off x="846867" y="2752385"/>
            <a:ext cx="2197100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dist"/>
            <a:r>
              <a:rPr lang="zh-CN" altLang="en-US" sz="5400" spc="600" dirty="0">
                <a:solidFill>
                  <a:schemeClr val="bg1"/>
                </a:solidFill>
                <a:latin typeface="+mn-ea"/>
                <a:ea typeface="+mn-ea"/>
              </a:rPr>
              <a:t>目录</a:t>
            </a:r>
          </a:p>
        </p:txBody>
      </p:sp>
      <p:sp>
        <p:nvSpPr>
          <p:cNvPr id="44" name="矩形 43"/>
          <p:cNvSpPr/>
          <p:nvPr userDrawn="1"/>
        </p:nvSpPr>
        <p:spPr>
          <a:xfrm>
            <a:off x="963806" y="3595872"/>
            <a:ext cx="1906502" cy="46166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dist"/>
            <a:r>
              <a:rPr lang="en-US" altLang="zh-CN" sz="2400" dirty="0">
                <a:solidFill>
                  <a:schemeClr val="bg1"/>
                </a:solidFill>
              </a:rPr>
              <a:t>CONTENTS</a:t>
            </a:r>
          </a:p>
        </p:txBody>
      </p:sp>
      <p:cxnSp>
        <p:nvCxnSpPr>
          <p:cNvPr id="45" name="直接连接符 44"/>
          <p:cNvCxnSpPr/>
          <p:nvPr userDrawn="1"/>
        </p:nvCxnSpPr>
        <p:spPr>
          <a:xfrm>
            <a:off x="1053541" y="4060998"/>
            <a:ext cx="1727032" cy="0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64854" y="2218510"/>
            <a:ext cx="1715719" cy="480234"/>
          </a:xfrm>
          <a:prstGeom prst="rect">
            <a:avLst/>
          </a:prstGeom>
        </p:spPr>
      </p:pic>
      <p:pic>
        <p:nvPicPr>
          <p:cNvPr id="6" name="图片 5"/>
          <p:cNvPicPr>
            <a:picLocks noChangeAspect="1"/>
          </p:cNvPicPr>
          <p:nvPr userDrawn="1"/>
        </p:nvPicPr>
        <p:blipFill rotWithShape="1">
          <a:blip r:embed="rId4" cstate="screen"/>
          <a:srcRect r="15912" b="16285"/>
          <a:stretch>
            <a:fillRect/>
          </a:stretch>
        </p:blipFill>
        <p:spPr>
          <a:xfrm>
            <a:off x="7258050" y="1942165"/>
            <a:ext cx="4949784" cy="493364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目录样式6-2">
    <p:bg>
      <p:bgPr>
        <a:gradFill>
          <a:gsLst>
            <a:gs pos="25000">
              <a:schemeClr val="accent1">
                <a:alpha val="0"/>
              </a:schemeClr>
            </a:gs>
            <a:gs pos="100000">
              <a:schemeClr val="accent1"/>
            </a:gs>
          </a:gsLst>
          <a:lin ang="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3" name="图片 2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493231"/>
            <a:ext cx="5251028" cy="5254131"/>
          </a:xfrm>
          <a:prstGeom prst="rect">
            <a:avLst/>
          </a:prstGeom>
        </p:spPr>
      </p:pic>
      <p:sp>
        <p:nvSpPr>
          <p:cNvPr id="10" name="矩形 9"/>
          <p:cNvSpPr/>
          <p:nvPr userDrawn="1"/>
        </p:nvSpPr>
        <p:spPr>
          <a:xfrm>
            <a:off x="6943725" y="0"/>
            <a:ext cx="5248273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0" name="矩形 119"/>
          <p:cNvSpPr/>
          <p:nvPr userDrawn="1"/>
        </p:nvSpPr>
        <p:spPr>
          <a:xfrm>
            <a:off x="660400" y="6054314"/>
            <a:ext cx="2014538" cy="14384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2" hasCustomPrompt="1"/>
          </p:nvPr>
        </p:nvSpPr>
        <p:spPr>
          <a:xfrm>
            <a:off x="510342" y="982400"/>
            <a:ext cx="3551237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 spc="10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第几部分 ▶</a:t>
            </a:r>
          </a:p>
        </p:txBody>
      </p:sp>
      <p:sp>
        <p:nvSpPr>
          <p:cNvPr id="122" name="文本占位符 15"/>
          <p:cNvSpPr>
            <a:spLocks noGrp="1"/>
          </p:cNvSpPr>
          <p:nvPr>
            <p:ph type="body" sz="quarter" idx="13" hasCustomPrompt="1"/>
          </p:nvPr>
        </p:nvSpPr>
        <p:spPr>
          <a:xfrm>
            <a:off x="510342" y="2742089"/>
            <a:ext cx="7197752" cy="60692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4400" spc="100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 lvl="0"/>
            <a:r>
              <a:rPr lang="zh-CN" altLang="en-US" dirty="0"/>
              <a:t>请在此处添加你的标题</a:t>
            </a:r>
          </a:p>
        </p:txBody>
      </p:sp>
      <p:sp>
        <p:nvSpPr>
          <p:cNvPr id="123" name="文本占位符 15"/>
          <p:cNvSpPr>
            <a:spLocks noGrp="1"/>
          </p:cNvSpPr>
          <p:nvPr>
            <p:ph type="body" sz="quarter" idx="14" hasCustomPrompt="1"/>
          </p:nvPr>
        </p:nvSpPr>
        <p:spPr>
          <a:xfrm>
            <a:off x="561172" y="3837713"/>
            <a:ext cx="7146922" cy="152291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20000"/>
              </a:lnSpc>
              <a:buFont typeface="Arial" panose="020B0604020202020204" pitchFamily="34" charset="0"/>
              <a:buChar char="•"/>
              <a:defRPr sz="1400" spc="100" baseline="0">
                <a:solidFill>
                  <a:schemeClr val="bg1"/>
                </a:solidFill>
                <a:latin typeface="+mn-ea"/>
                <a:ea typeface="+mn-ea"/>
              </a:defRPr>
            </a:lvl1pPr>
          </a:lstStyle>
          <a:p>
            <a:pPr lvl="0"/>
            <a:r>
              <a:rPr lang="zh-CN" altLang="en-US" dirty="0"/>
              <a:t>这里可以写一点点文字，介绍此章节主要内容</a:t>
            </a:r>
            <a:endParaRPr lang="en-US" altLang="zh-CN" dirty="0"/>
          </a:p>
          <a:p>
            <a:pPr lvl="0"/>
            <a:r>
              <a:rPr lang="zh-CN" altLang="en-US" dirty="0"/>
              <a:t>国外现状</a:t>
            </a:r>
            <a:endParaRPr lang="en-US" altLang="zh-CN" dirty="0"/>
          </a:p>
          <a:p>
            <a:pPr lvl="0"/>
            <a:r>
              <a:rPr lang="zh-CN" altLang="en-US" dirty="0"/>
              <a:t>国内现状</a:t>
            </a:r>
            <a:endParaRPr lang="en-US" altLang="zh-CN" dirty="0"/>
          </a:p>
          <a:p>
            <a:pPr lvl="0"/>
            <a:r>
              <a:rPr lang="en-US" altLang="zh-CN" dirty="0"/>
              <a:t>…</a:t>
            </a:r>
          </a:p>
          <a:p>
            <a:pPr lvl="0"/>
            <a:endParaRPr lang="zh-CN" altLang="en-US" dirty="0"/>
          </a:p>
        </p:txBody>
      </p:sp>
      <p:sp>
        <p:nvSpPr>
          <p:cNvPr id="2" name="矩形 1"/>
          <p:cNvSpPr/>
          <p:nvPr userDrawn="1"/>
        </p:nvSpPr>
        <p:spPr>
          <a:xfrm>
            <a:off x="0" y="6167300"/>
            <a:ext cx="12192000" cy="6907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381000" sx="102000" sy="102000" algn="ctr" rotWithShape="0">
              <a:prstClr val="black">
                <a:alpha val="2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>
              <a:lnSpc>
                <a:spcPct val="130000"/>
              </a:lnSpc>
            </a:pPr>
            <a:endParaRPr lang="zh-CN" altLang="en-US">
              <a:cs typeface="+mn-ea"/>
            </a:endParaRPr>
          </a:p>
        </p:txBody>
      </p:sp>
      <p:grpSp>
        <p:nvGrpSpPr>
          <p:cNvPr id="115" name="组合 114"/>
          <p:cNvGrpSpPr/>
          <p:nvPr userDrawn="1"/>
        </p:nvGrpSpPr>
        <p:grpSpPr>
          <a:xfrm>
            <a:off x="684666" y="6423435"/>
            <a:ext cx="1915659" cy="208321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117" name="组合 116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134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35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136" name="组合 135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141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2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7" name="组合 136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138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9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40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18" name="组合 117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9" name="组合 118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132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3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1" name="组合 120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30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31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4" name="组合 123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27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8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29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25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26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143" name="图片 142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10203766" y="6386257"/>
            <a:ext cx="1257421" cy="276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2041996" y="3927615"/>
            <a:ext cx="8108006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t="-74" b="196"/>
          <a:stretch>
            <a:fillRect/>
          </a:stretch>
        </p:blipFill>
        <p:spPr>
          <a:xfrm>
            <a:off x="0" y="-1"/>
            <a:ext cx="12191999" cy="5019675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5019674"/>
            <a:ext cx="12192001" cy="183832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5019674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461" y="5009909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1473992" y="3927615"/>
            <a:ext cx="9244014" cy="216458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1532412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图片 1"/>
          <p:cNvPicPr>
            <a:picLocks noChangeAspect="1"/>
          </p:cNvPicPr>
          <p:nvPr userDrawn="1"/>
        </p:nvPicPr>
        <p:blipFill rotWithShape="1">
          <a:blip r:embed="rId2" cstate="screen"/>
          <a:srcRect l="1" t="13078" r="-1" b="115"/>
          <a:stretch>
            <a:fillRect/>
          </a:stretch>
        </p:blipFill>
        <p:spPr>
          <a:xfrm>
            <a:off x="0" y="-1"/>
            <a:ext cx="12191999" cy="4362681"/>
          </a:xfrm>
          <a:prstGeom prst="rect">
            <a:avLst/>
          </a:prstGeom>
        </p:spPr>
      </p:pic>
      <p:sp>
        <p:nvSpPr>
          <p:cNvPr id="5" name="矩形 4"/>
          <p:cNvSpPr/>
          <p:nvPr userDrawn="1"/>
        </p:nvSpPr>
        <p:spPr>
          <a:xfrm>
            <a:off x="0" y="4346687"/>
            <a:ext cx="12192001" cy="2511313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 9"/>
          <p:cNvSpPr/>
          <p:nvPr userDrawn="1"/>
        </p:nvSpPr>
        <p:spPr>
          <a:xfrm>
            <a:off x="0" y="0"/>
            <a:ext cx="12192001" cy="4346687"/>
          </a:xfrm>
          <a:prstGeom prst="rect">
            <a:avLst/>
          </a:prstGeom>
          <a:solidFill>
            <a:schemeClr val="accent1">
              <a:alpha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-73936" y="4346687"/>
            <a:ext cx="12339873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 userDrawn="1"/>
        </p:nvSpPr>
        <p:spPr>
          <a:xfrm>
            <a:off x="1828800" y="2524126"/>
            <a:ext cx="8494006" cy="3568078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solidFill>
              <a:schemeClr val="accent3">
                <a:lumMod val="20000"/>
                <a:lumOff val="80000"/>
              </a:schemeClr>
            </a:solidFill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69" name="图片 68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4554764" y="861200"/>
            <a:ext cx="3082473" cy="86279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7-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/>
          <p:cNvSpPr/>
          <p:nvPr userDrawn="1"/>
        </p:nvSpPr>
        <p:spPr>
          <a:xfrm>
            <a:off x="7423183" y="0"/>
            <a:ext cx="4768815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/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4" name="矩形 43"/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5" name="文本框 44"/>
          <p:cNvSpPr txBox="1"/>
          <p:nvPr userDrawn="1"/>
        </p:nvSpPr>
        <p:spPr>
          <a:xfrm>
            <a:off x="-2647787" y="-2281727"/>
            <a:ext cx="6031920" cy="111722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72000" dirty="0">
                <a:solidFill>
                  <a:schemeClr val="bg1">
                    <a:alpha val="40000"/>
                  </a:schemeClr>
                </a:solidFill>
              </a:rPr>
              <a:t>0</a:t>
            </a:r>
            <a:endParaRPr lang="zh-CN" altLang="en-US" sz="72000" dirty="0">
              <a:solidFill>
                <a:schemeClr val="bg1">
                  <a:alpha val="40000"/>
                </a:schemeClr>
              </a:solidFill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录样式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矩形 7"/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rgbClr val="007E42"/>
              </a:gs>
              <a:gs pos="100000">
                <a:schemeClr val="accent1"/>
              </a:gs>
            </a:gsLst>
            <a:lin ang="0" scaled="1"/>
            <a:tileRect/>
          </a:gra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6943725" y="1087685"/>
            <a:ext cx="5251028" cy="5254131"/>
          </a:xfrm>
          <a:prstGeom prst="rect">
            <a:avLst/>
          </a:prstGeom>
        </p:spPr>
      </p:pic>
      <p:sp>
        <p:nvSpPr>
          <p:cNvPr id="12" name="矩形 11"/>
          <p:cNvSpPr/>
          <p:nvPr userDrawn="1"/>
        </p:nvSpPr>
        <p:spPr>
          <a:xfrm>
            <a:off x="6870981" y="0"/>
            <a:ext cx="5321017" cy="6858001"/>
          </a:xfrm>
          <a:prstGeom prst="rect">
            <a:avLst/>
          </a:prstGeom>
          <a:gradFill flip="none" rotWithShape="1">
            <a:gsLst>
              <a:gs pos="0">
                <a:srgbClr val="006C39">
                  <a:alpha val="0"/>
                </a:srgbClr>
              </a:gs>
              <a:gs pos="100000">
                <a:schemeClr val="accent1">
                  <a:alpha val="72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3" name="矩形 42"/>
          <p:cNvSpPr/>
          <p:nvPr userDrawn="1"/>
        </p:nvSpPr>
        <p:spPr>
          <a:xfrm>
            <a:off x="6873734" y="3188524"/>
            <a:ext cx="5318266" cy="1205346"/>
          </a:xfrm>
          <a:prstGeom prst="rect">
            <a:avLst/>
          </a:prstGeom>
          <a:solidFill>
            <a:sysClr val="window" lastClr="FFFFFF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sp>
        <p:nvSpPr>
          <p:cNvPr id="44" name="矩形 43"/>
          <p:cNvSpPr/>
          <p:nvPr userDrawn="1"/>
        </p:nvSpPr>
        <p:spPr>
          <a:xfrm>
            <a:off x="6873734" y="3188522"/>
            <a:ext cx="549449" cy="1205348"/>
          </a:xfrm>
          <a:prstGeom prst="rect">
            <a:avLst/>
          </a:prstGeom>
          <a:solidFill>
            <a:schemeClr val="accent4"/>
          </a:solidFill>
          <a:ln w="76200" cap="flat" cmpd="sng" algn="ctr">
            <a:noFill/>
            <a:prstDash val="solid"/>
            <a:miter lim="800000"/>
          </a:ln>
          <a:effectLst>
            <a:outerShdw blurRad="558800" sx="102000" sy="102000" algn="ctr" rotWithShape="0">
              <a:prstClr val="black">
                <a:alpha val="20000"/>
              </a:prstClr>
            </a:outerShdw>
          </a:effectLst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zh-CN" alt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rial" panose="020B0604020202020204"/>
              <a:cs typeface="+mn-cs"/>
            </a:endParaRPr>
          </a:p>
        </p:txBody>
      </p:sp>
      <p:pic>
        <p:nvPicPr>
          <p:cNvPr id="46" name="图片 45"/>
          <p:cNvPicPr>
            <a:picLocks noChangeAspect="1"/>
          </p:cNvPicPr>
          <p:nvPr userDrawn="1"/>
        </p:nvPicPr>
        <p:blipFill>
          <a:blip r:embed="rId3" cstate="screen"/>
          <a:stretch>
            <a:fillRect/>
          </a:stretch>
        </p:blipFill>
        <p:spPr>
          <a:xfrm>
            <a:off x="9485140" y="203173"/>
            <a:ext cx="2510452" cy="702681"/>
          </a:xfrm>
          <a:prstGeom prst="rect">
            <a:avLst/>
          </a:prstGeom>
        </p:spPr>
      </p:pic>
      <p:grpSp>
        <p:nvGrpSpPr>
          <p:cNvPr id="9" name="Group 6"/>
          <p:cNvGrpSpPr/>
          <p:nvPr userDrawn="1"/>
        </p:nvGrpSpPr>
        <p:grpSpPr bwMode="auto">
          <a:xfrm>
            <a:off x="778934" y="687917"/>
            <a:ext cx="3299884" cy="5425016"/>
            <a:chOff x="0" y="0"/>
            <a:chExt cx="2476153" cy="4069266"/>
          </a:xfrm>
          <a:solidFill>
            <a:schemeClr val="bg1">
              <a:alpha val="25000"/>
            </a:schemeClr>
          </a:solidFill>
        </p:grpSpPr>
        <p:sp>
          <p:nvSpPr>
            <p:cNvPr id="10" name="矩形 3"/>
            <p:cNvSpPr>
              <a:spLocks noChangeArrowheads="1"/>
            </p:cNvSpPr>
            <p:nvPr/>
          </p:nvSpPr>
          <p:spPr bwMode="auto">
            <a:xfrm>
              <a:off x="0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3" name="矩形 4"/>
            <p:cNvSpPr>
              <a:spLocks noChangeArrowheads="1"/>
            </p:cNvSpPr>
            <p:nvPr/>
          </p:nvSpPr>
          <p:spPr bwMode="auto">
            <a:xfrm>
              <a:off x="437624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4" name="矩形 5"/>
            <p:cNvSpPr>
              <a:spLocks noChangeArrowheads="1"/>
            </p:cNvSpPr>
            <p:nvPr/>
          </p:nvSpPr>
          <p:spPr bwMode="auto">
            <a:xfrm>
              <a:off x="875248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5" name="矩形 6"/>
            <p:cNvSpPr>
              <a:spLocks noChangeArrowheads="1"/>
            </p:cNvSpPr>
            <p:nvPr/>
          </p:nvSpPr>
          <p:spPr bwMode="auto">
            <a:xfrm>
              <a:off x="1312872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6" name="矩形 7"/>
            <p:cNvSpPr>
              <a:spLocks noChangeArrowheads="1"/>
            </p:cNvSpPr>
            <p:nvPr/>
          </p:nvSpPr>
          <p:spPr bwMode="auto">
            <a:xfrm>
              <a:off x="1750496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7" name="矩形 8"/>
            <p:cNvSpPr>
              <a:spLocks noChangeArrowheads="1"/>
            </p:cNvSpPr>
            <p:nvPr/>
          </p:nvSpPr>
          <p:spPr bwMode="auto">
            <a:xfrm>
              <a:off x="2188121" y="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8" name="矩形 59"/>
            <p:cNvSpPr>
              <a:spLocks noChangeArrowheads="1"/>
            </p:cNvSpPr>
            <p:nvPr/>
          </p:nvSpPr>
          <p:spPr bwMode="auto">
            <a:xfrm>
              <a:off x="0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19" name="矩形 60"/>
            <p:cNvSpPr>
              <a:spLocks noChangeArrowheads="1"/>
            </p:cNvSpPr>
            <p:nvPr/>
          </p:nvSpPr>
          <p:spPr bwMode="auto">
            <a:xfrm>
              <a:off x="437624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0" name="矩形 61"/>
            <p:cNvSpPr>
              <a:spLocks noChangeArrowheads="1"/>
            </p:cNvSpPr>
            <p:nvPr/>
          </p:nvSpPr>
          <p:spPr bwMode="auto">
            <a:xfrm>
              <a:off x="875248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1" name="矩形 62"/>
            <p:cNvSpPr>
              <a:spLocks noChangeArrowheads="1"/>
            </p:cNvSpPr>
            <p:nvPr/>
          </p:nvSpPr>
          <p:spPr bwMode="auto">
            <a:xfrm>
              <a:off x="1312872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2" name="矩形 63"/>
            <p:cNvSpPr>
              <a:spLocks noChangeArrowheads="1"/>
            </p:cNvSpPr>
            <p:nvPr/>
          </p:nvSpPr>
          <p:spPr bwMode="auto">
            <a:xfrm>
              <a:off x="1750496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3" name="矩形 64"/>
            <p:cNvSpPr>
              <a:spLocks noChangeArrowheads="1"/>
            </p:cNvSpPr>
            <p:nvPr/>
          </p:nvSpPr>
          <p:spPr bwMode="auto">
            <a:xfrm>
              <a:off x="2188121" y="406202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4" name="矩形 66"/>
            <p:cNvSpPr>
              <a:spLocks noChangeArrowheads="1"/>
            </p:cNvSpPr>
            <p:nvPr/>
          </p:nvSpPr>
          <p:spPr bwMode="auto">
            <a:xfrm>
              <a:off x="0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5" name="矩形 67"/>
            <p:cNvSpPr>
              <a:spLocks noChangeArrowheads="1"/>
            </p:cNvSpPr>
            <p:nvPr/>
          </p:nvSpPr>
          <p:spPr bwMode="auto">
            <a:xfrm>
              <a:off x="437624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6" name="矩形 68"/>
            <p:cNvSpPr>
              <a:spLocks noChangeArrowheads="1"/>
            </p:cNvSpPr>
            <p:nvPr/>
          </p:nvSpPr>
          <p:spPr bwMode="auto">
            <a:xfrm>
              <a:off x="875248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7" name="矩形 69"/>
            <p:cNvSpPr>
              <a:spLocks noChangeArrowheads="1"/>
            </p:cNvSpPr>
            <p:nvPr/>
          </p:nvSpPr>
          <p:spPr bwMode="auto">
            <a:xfrm>
              <a:off x="1312872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8" name="矩形 70"/>
            <p:cNvSpPr>
              <a:spLocks noChangeArrowheads="1"/>
            </p:cNvSpPr>
            <p:nvPr/>
          </p:nvSpPr>
          <p:spPr bwMode="auto">
            <a:xfrm>
              <a:off x="1750496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29" name="矩形 71"/>
            <p:cNvSpPr>
              <a:spLocks noChangeArrowheads="1"/>
            </p:cNvSpPr>
            <p:nvPr/>
          </p:nvSpPr>
          <p:spPr bwMode="auto">
            <a:xfrm>
              <a:off x="2188121" y="828081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0" name="矩形 73"/>
            <p:cNvSpPr>
              <a:spLocks noChangeArrowheads="1"/>
            </p:cNvSpPr>
            <p:nvPr/>
          </p:nvSpPr>
          <p:spPr bwMode="auto">
            <a:xfrm>
              <a:off x="0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1" name="矩形 74"/>
            <p:cNvSpPr>
              <a:spLocks noChangeArrowheads="1"/>
            </p:cNvSpPr>
            <p:nvPr/>
          </p:nvSpPr>
          <p:spPr bwMode="auto">
            <a:xfrm>
              <a:off x="437624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2" name="矩形 75"/>
            <p:cNvSpPr>
              <a:spLocks noChangeArrowheads="1"/>
            </p:cNvSpPr>
            <p:nvPr/>
          </p:nvSpPr>
          <p:spPr bwMode="auto">
            <a:xfrm>
              <a:off x="875248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3" name="矩形 76"/>
            <p:cNvSpPr>
              <a:spLocks noChangeArrowheads="1"/>
            </p:cNvSpPr>
            <p:nvPr/>
          </p:nvSpPr>
          <p:spPr bwMode="auto">
            <a:xfrm>
              <a:off x="1312872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4" name="矩形 77"/>
            <p:cNvSpPr>
              <a:spLocks noChangeArrowheads="1"/>
            </p:cNvSpPr>
            <p:nvPr/>
          </p:nvSpPr>
          <p:spPr bwMode="auto">
            <a:xfrm>
              <a:off x="1750496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5" name="矩形 78"/>
            <p:cNvSpPr>
              <a:spLocks noChangeArrowheads="1"/>
            </p:cNvSpPr>
            <p:nvPr/>
          </p:nvSpPr>
          <p:spPr bwMode="auto">
            <a:xfrm>
              <a:off x="2188121" y="1249960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6" name="矩形 80"/>
            <p:cNvSpPr>
              <a:spLocks noChangeArrowheads="1"/>
            </p:cNvSpPr>
            <p:nvPr/>
          </p:nvSpPr>
          <p:spPr bwMode="auto">
            <a:xfrm>
              <a:off x="0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7" name="矩形 81"/>
            <p:cNvSpPr>
              <a:spLocks noChangeArrowheads="1"/>
            </p:cNvSpPr>
            <p:nvPr/>
          </p:nvSpPr>
          <p:spPr bwMode="auto">
            <a:xfrm>
              <a:off x="437624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8" name="矩形 82"/>
            <p:cNvSpPr>
              <a:spLocks noChangeArrowheads="1"/>
            </p:cNvSpPr>
            <p:nvPr/>
          </p:nvSpPr>
          <p:spPr bwMode="auto">
            <a:xfrm>
              <a:off x="875248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39" name="矩形 83"/>
            <p:cNvSpPr>
              <a:spLocks noChangeArrowheads="1"/>
            </p:cNvSpPr>
            <p:nvPr/>
          </p:nvSpPr>
          <p:spPr bwMode="auto">
            <a:xfrm>
              <a:off x="1312872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0" name="矩形 84"/>
            <p:cNvSpPr>
              <a:spLocks noChangeArrowheads="1"/>
            </p:cNvSpPr>
            <p:nvPr/>
          </p:nvSpPr>
          <p:spPr bwMode="auto">
            <a:xfrm>
              <a:off x="1750496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1" name="矩形 85"/>
            <p:cNvSpPr>
              <a:spLocks noChangeArrowheads="1"/>
            </p:cNvSpPr>
            <p:nvPr/>
          </p:nvSpPr>
          <p:spPr bwMode="auto">
            <a:xfrm>
              <a:off x="2188121" y="1671839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2" name="矩形 87"/>
            <p:cNvSpPr>
              <a:spLocks noChangeArrowheads="1"/>
            </p:cNvSpPr>
            <p:nvPr/>
          </p:nvSpPr>
          <p:spPr bwMode="auto">
            <a:xfrm>
              <a:off x="0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7" name="矩形 88"/>
            <p:cNvSpPr>
              <a:spLocks noChangeArrowheads="1"/>
            </p:cNvSpPr>
            <p:nvPr/>
          </p:nvSpPr>
          <p:spPr bwMode="auto">
            <a:xfrm>
              <a:off x="437624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8" name="矩形 89"/>
            <p:cNvSpPr>
              <a:spLocks noChangeArrowheads="1"/>
            </p:cNvSpPr>
            <p:nvPr/>
          </p:nvSpPr>
          <p:spPr bwMode="auto">
            <a:xfrm>
              <a:off x="875248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49" name="矩形 90"/>
            <p:cNvSpPr>
              <a:spLocks noChangeArrowheads="1"/>
            </p:cNvSpPr>
            <p:nvPr/>
          </p:nvSpPr>
          <p:spPr bwMode="auto">
            <a:xfrm>
              <a:off x="1312872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0" name="矩形 91"/>
            <p:cNvSpPr>
              <a:spLocks noChangeArrowheads="1"/>
            </p:cNvSpPr>
            <p:nvPr/>
          </p:nvSpPr>
          <p:spPr bwMode="auto">
            <a:xfrm>
              <a:off x="1750496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1" name="矩形 92"/>
            <p:cNvSpPr>
              <a:spLocks noChangeArrowheads="1"/>
            </p:cNvSpPr>
            <p:nvPr/>
          </p:nvSpPr>
          <p:spPr bwMode="auto">
            <a:xfrm>
              <a:off x="2188121" y="2093718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2" name="矩形 94"/>
            <p:cNvSpPr>
              <a:spLocks noChangeArrowheads="1"/>
            </p:cNvSpPr>
            <p:nvPr/>
          </p:nvSpPr>
          <p:spPr bwMode="auto">
            <a:xfrm>
              <a:off x="0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3" name="矩形 95"/>
            <p:cNvSpPr>
              <a:spLocks noChangeArrowheads="1"/>
            </p:cNvSpPr>
            <p:nvPr/>
          </p:nvSpPr>
          <p:spPr bwMode="auto">
            <a:xfrm>
              <a:off x="437624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4" name="矩形 96"/>
            <p:cNvSpPr>
              <a:spLocks noChangeArrowheads="1"/>
            </p:cNvSpPr>
            <p:nvPr/>
          </p:nvSpPr>
          <p:spPr bwMode="auto">
            <a:xfrm>
              <a:off x="875248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5" name="矩形 97"/>
            <p:cNvSpPr>
              <a:spLocks noChangeArrowheads="1"/>
            </p:cNvSpPr>
            <p:nvPr/>
          </p:nvSpPr>
          <p:spPr bwMode="auto">
            <a:xfrm>
              <a:off x="1312872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6" name="矩形 98"/>
            <p:cNvSpPr>
              <a:spLocks noChangeArrowheads="1"/>
            </p:cNvSpPr>
            <p:nvPr/>
          </p:nvSpPr>
          <p:spPr bwMode="auto">
            <a:xfrm>
              <a:off x="1750496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7" name="矩形 99"/>
            <p:cNvSpPr>
              <a:spLocks noChangeArrowheads="1"/>
            </p:cNvSpPr>
            <p:nvPr/>
          </p:nvSpPr>
          <p:spPr bwMode="auto">
            <a:xfrm>
              <a:off x="2188121" y="2515597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8" name="矩形 101"/>
            <p:cNvSpPr>
              <a:spLocks noChangeArrowheads="1"/>
            </p:cNvSpPr>
            <p:nvPr/>
          </p:nvSpPr>
          <p:spPr bwMode="auto">
            <a:xfrm>
              <a:off x="0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59" name="矩形 102"/>
            <p:cNvSpPr>
              <a:spLocks noChangeArrowheads="1"/>
            </p:cNvSpPr>
            <p:nvPr/>
          </p:nvSpPr>
          <p:spPr bwMode="auto">
            <a:xfrm>
              <a:off x="437624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0" name="矩形 103"/>
            <p:cNvSpPr>
              <a:spLocks noChangeArrowheads="1"/>
            </p:cNvSpPr>
            <p:nvPr/>
          </p:nvSpPr>
          <p:spPr bwMode="auto">
            <a:xfrm>
              <a:off x="875248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1" name="矩形 104"/>
            <p:cNvSpPr>
              <a:spLocks noChangeArrowheads="1"/>
            </p:cNvSpPr>
            <p:nvPr/>
          </p:nvSpPr>
          <p:spPr bwMode="auto">
            <a:xfrm>
              <a:off x="1312872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2" name="矩形 105"/>
            <p:cNvSpPr>
              <a:spLocks noChangeArrowheads="1"/>
            </p:cNvSpPr>
            <p:nvPr/>
          </p:nvSpPr>
          <p:spPr bwMode="auto">
            <a:xfrm>
              <a:off x="1750496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3" name="矩形 106"/>
            <p:cNvSpPr>
              <a:spLocks noChangeArrowheads="1"/>
            </p:cNvSpPr>
            <p:nvPr/>
          </p:nvSpPr>
          <p:spPr bwMode="auto">
            <a:xfrm>
              <a:off x="2188121" y="2937476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4" name="矩形 108"/>
            <p:cNvSpPr>
              <a:spLocks noChangeArrowheads="1"/>
            </p:cNvSpPr>
            <p:nvPr/>
          </p:nvSpPr>
          <p:spPr bwMode="auto">
            <a:xfrm>
              <a:off x="0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5" name="矩形 109"/>
            <p:cNvSpPr>
              <a:spLocks noChangeArrowheads="1"/>
            </p:cNvSpPr>
            <p:nvPr/>
          </p:nvSpPr>
          <p:spPr bwMode="auto">
            <a:xfrm>
              <a:off x="437624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6" name="矩形 110"/>
            <p:cNvSpPr>
              <a:spLocks noChangeArrowheads="1"/>
            </p:cNvSpPr>
            <p:nvPr/>
          </p:nvSpPr>
          <p:spPr bwMode="auto">
            <a:xfrm>
              <a:off x="875248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7" name="矩形 111"/>
            <p:cNvSpPr>
              <a:spLocks noChangeArrowheads="1"/>
            </p:cNvSpPr>
            <p:nvPr/>
          </p:nvSpPr>
          <p:spPr bwMode="auto">
            <a:xfrm>
              <a:off x="1312872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8" name="矩形 112"/>
            <p:cNvSpPr>
              <a:spLocks noChangeArrowheads="1"/>
            </p:cNvSpPr>
            <p:nvPr/>
          </p:nvSpPr>
          <p:spPr bwMode="auto">
            <a:xfrm>
              <a:off x="1750496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69" name="矩形 113"/>
            <p:cNvSpPr>
              <a:spLocks noChangeArrowheads="1"/>
            </p:cNvSpPr>
            <p:nvPr/>
          </p:nvSpPr>
          <p:spPr bwMode="auto">
            <a:xfrm>
              <a:off x="2188121" y="3359355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0" name="矩形 115"/>
            <p:cNvSpPr>
              <a:spLocks noChangeArrowheads="1"/>
            </p:cNvSpPr>
            <p:nvPr/>
          </p:nvSpPr>
          <p:spPr bwMode="auto">
            <a:xfrm>
              <a:off x="0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1" name="矩形 116"/>
            <p:cNvSpPr>
              <a:spLocks noChangeArrowheads="1"/>
            </p:cNvSpPr>
            <p:nvPr/>
          </p:nvSpPr>
          <p:spPr bwMode="auto">
            <a:xfrm>
              <a:off x="437624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2" name="矩形 117"/>
            <p:cNvSpPr>
              <a:spLocks noChangeArrowheads="1"/>
            </p:cNvSpPr>
            <p:nvPr/>
          </p:nvSpPr>
          <p:spPr bwMode="auto">
            <a:xfrm>
              <a:off x="875248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3" name="矩形 118"/>
            <p:cNvSpPr>
              <a:spLocks noChangeArrowheads="1"/>
            </p:cNvSpPr>
            <p:nvPr/>
          </p:nvSpPr>
          <p:spPr bwMode="auto">
            <a:xfrm>
              <a:off x="1312872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4" name="矩形 119"/>
            <p:cNvSpPr>
              <a:spLocks noChangeArrowheads="1"/>
            </p:cNvSpPr>
            <p:nvPr/>
          </p:nvSpPr>
          <p:spPr bwMode="auto">
            <a:xfrm>
              <a:off x="1750496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  <p:sp>
          <p:nvSpPr>
            <p:cNvPr id="75" name="矩形 120"/>
            <p:cNvSpPr>
              <a:spLocks noChangeArrowheads="1"/>
            </p:cNvSpPr>
            <p:nvPr/>
          </p:nvSpPr>
          <p:spPr bwMode="auto">
            <a:xfrm>
              <a:off x="2188121" y="3781234"/>
              <a:ext cx="288032" cy="2880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anchor="ctr"/>
            <a:lstStyle>
              <a:lvl1pPr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1pPr>
              <a:lvl2pPr marL="742950" indent="-28575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2pPr>
              <a:lvl3pPr marL="11430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3pPr>
              <a:lvl4pPr marL="16002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4pPr>
              <a:lvl5pPr marL="2057400" indent="-22860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itchFamily="2" charset="-122"/>
                </a:defRPr>
              </a:lvl9pPr>
            </a:lstStyle>
            <a:p>
              <a:pPr algn="ctr" eaLnBrk="1" hangingPunct="1">
                <a:buFont typeface="Arial" panose="020B0604020202020204" pitchFamily="34" charset="0"/>
                <a:buNone/>
              </a:pPr>
              <a:endParaRPr lang="zh-CN" altLang="zh-CN" sz="2400">
                <a:solidFill>
                  <a:srgbClr val="FFFFFF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微软雅黑" panose="020B0503020204020204" pitchFamily="34" charset="-122"/>
              </a:endParaRPr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550089" y="863157"/>
            <a:ext cx="10318623" cy="0"/>
          </a:xfrm>
          <a:prstGeom prst="line">
            <a:avLst/>
          </a:prstGeom>
          <a:ln w="28575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606550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/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sp>
        <p:nvSpPr>
          <p:cNvPr id="25" name="矩形 24"/>
          <p:cNvSpPr/>
          <p:nvPr userDrawn="1"/>
        </p:nvSpPr>
        <p:spPr>
          <a:xfrm>
            <a:off x="1378908" y="-1612"/>
            <a:ext cx="167082" cy="874737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grpSp>
        <p:nvGrpSpPr>
          <p:cNvPr id="56" name="组合 55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33" name="组合 3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4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5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5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4" name="组合 3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35" name="组合 3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4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4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4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7" name="直接连接符 6"/>
          <p:cNvCxnSpPr/>
          <p:nvPr userDrawn="1"/>
        </p:nvCxnSpPr>
        <p:spPr>
          <a:xfrm>
            <a:off x="1366474" y="-17822"/>
            <a:ext cx="0" cy="1079418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/>
          <p:nvPr userDrawn="1"/>
        </p:nvCxnSpPr>
        <p:spPr>
          <a:xfrm>
            <a:off x="11155416" y="6119786"/>
            <a:ext cx="0" cy="760632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1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57" name="图片 56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37818" y="347339"/>
            <a:ext cx="1969223" cy="432990"/>
          </a:xfrm>
          <a:prstGeom prst="rect">
            <a:avLst/>
          </a:prstGeom>
        </p:spPr>
      </p:pic>
      <p:cxnSp>
        <p:nvCxnSpPr>
          <p:cNvPr id="5" name="直接连接符 4"/>
          <p:cNvCxnSpPr/>
          <p:nvPr userDrawn="1"/>
        </p:nvCxnSpPr>
        <p:spPr>
          <a:xfrm>
            <a:off x="11155416" y="6133167"/>
            <a:ext cx="0" cy="756171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ransition spd="med">
    <p:fade/>
  </p:transition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417309" y="362097"/>
            <a:ext cx="8643848" cy="5909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36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cxnSp>
        <p:nvCxnSpPr>
          <p:cNvPr id="87" name="直接连接符 86"/>
          <p:cNvCxnSpPr/>
          <p:nvPr userDrawn="1"/>
        </p:nvCxnSpPr>
        <p:spPr>
          <a:xfrm>
            <a:off x="442913" y="957831"/>
            <a:ext cx="11306175" cy="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877585" y="334397"/>
            <a:ext cx="1871503" cy="561768"/>
          </a:xfrm>
          <a:prstGeom prst="rect">
            <a:avLst/>
          </a:prstGeom>
        </p:spPr>
      </p:pic>
      <p:sp>
        <p:nvSpPr>
          <p:cNvPr id="3" name="矩形 2"/>
          <p:cNvSpPr/>
          <p:nvPr userDrawn="1"/>
        </p:nvSpPr>
        <p:spPr>
          <a:xfrm>
            <a:off x="447254" y="957831"/>
            <a:ext cx="7808986" cy="94905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" name="TextBox 11"/>
          <p:cNvSpPr txBox="1">
            <a:spLocks noChangeArrowheads="1"/>
          </p:cNvSpPr>
          <p:nvPr userDrawn="1"/>
        </p:nvSpPr>
        <p:spPr bwMode="auto">
          <a:xfrm>
            <a:off x="11792769" y="56260"/>
            <a:ext cx="363220" cy="30670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alibri" panose="020F0502020204030204" charset="0"/>
                <a:ea typeface="宋体" pitchFamily="2" charset="-122"/>
              </a:defRPr>
            </a:lvl9pPr>
          </a:lstStyle>
          <a:p>
            <a:pPr>
              <a:defRPr/>
            </a:pPr>
            <a:fld id="{ED856349-79DF-4269-BEE4-3014BAD1A95F}" type="slidenum">
              <a:rPr lang="en-US" altLang="zh-CN" sz="1400" b="1" smtClean="0">
                <a:solidFill>
                  <a:srgbClr val="404040"/>
                </a:solidFill>
              </a:rPr>
              <a:t>‹#›</a:t>
            </a:fld>
            <a:endParaRPr lang="zh-CN" altLang="en-US" sz="1400" b="1" dirty="0">
              <a:solidFill>
                <a:srgbClr val="404040"/>
              </a:solidFill>
            </a:endParaRPr>
          </a:p>
        </p:txBody>
      </p:sp>
    </p:spTree>
  </p:cSld>
  <p:clrMapOvr>
    <a:masterClrMapping/>
  </p:clrMapOvr>
  <p:transition spd="med">
    <p:fade/>
  </p:transition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2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88" name="矩形 87"/>
          <p:cNvSpPr/>
          <p:nvPr userDrawn="1"/>
        </p:nvSpPr>
        <p:spPr>
          <a:xfrm>
            <a:off x="12146281" y="336478"/>
            <a:ext cx="45719" cy="265978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5" name="图片 4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790193" y="2520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/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4" name="平行四边形 3"/>
          <p:cNvSpPr/>
          <p:nvPr userDrawn="1"/>
        </p:nvSpPr>
        <p:spPr>
          <a:xfrm>
            <a:off x="198120" y="302341"/>
            <a:ext cx="746398" cy="342128"/>
          </a:xfrm>
          <a:prstGeom prst="parallelogram">
            <a:avLst>
              <a:gd name="adj" fmla="val 25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20000"/>
              </a:lnSpc>
            </a:pPr>
            <a:endParaRPr lang="zh-CN" altLang="en-US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72" name="组合 71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73" name="组合 7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8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8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89" name="组合 8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9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90" name="组合 8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9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9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74" name="组合 7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75" name="组合 7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8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6" name="组合 7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8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77" name="组合 7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8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8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7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7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96" name="直接连接符 95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标题 11"/>
          <p:cNvSpPr>
            <a:spLocks noGrp="1"/>
          </p:cNvSpPr>
          <p:nvPr>
            <p:ph type="title"/>
          </p:nvPr>
        </p:nvSpPr>
        <p:spPr>
          <a:xfrm>
            <a:off x="949325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3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任意多边形: 形状 77"/>
          <p:cNvSpPr/>
          <p:nvPr userDrawn="1"/>
        </p:nvSpPr>
        <p:spPr>
          <a:xfrm>
            <a:off x="10114068" y="210207"/>
            <a:ext cx="2789025" cy="573228"/>
          </a:xfrm>
          <a:custGeom>
            <a:avLst/>
            <a:gdLst>
              <a:gd name="connsiteX0" fmla="*/ 83399 w 1678507"/>
              <a:gd name="connsiteY0" fmla="*/ 0 h 573228"/>
              <a:gd name="connsiteX1" fmla="*/ 1678507 w 1678507"/>
              <a:gd name="connsiteY1" fmla="*/ 0 h 573228"/>
              <a:gd name="connsiteX2" fmla="*/ 1678507 w 1678507"/>
              <a:gd name="connsiteY2" fmla="*/ 573228 h 573228"/>
              <a:gd name="connsiteX3" fmla="*/ 0 w 1678507"/>
              <a:gd name="connsiteY3" fmla="*/ 573228 h 57322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78507" h="573228">
                <a:moveTo>
                  <a:pt x="83399" y="0"/>
                </a:moveTo>
                <a:lnTo>
                  <a:pt x="1678507" y="0"/>
                </a:lnTo>
                <a:lnTo>
                  <a:pt x="1678507" y="573228"/>
                </a:lnTo>
                <a:lnTo>
                  <a:pt x="0" y="573228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>
              <a:lnSpc>
                <a:spcPct val="120000"/>
              </a:lnSpc>
            </a:pPr>
            <a:endParaRPr lang="zh-CN" altLang="en-US" dirty="0">
              <a:cs typeface="+mn-ea"/>
              <a:sym typeface="+mn-lt"/>
            </a:endParaRPr>
          </a:p>
        </p:txBody>
      </p:sp>
      <p:sp>
        <p:nvSpPr>
          <p:cNvPr id="71" name="文本框 7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98" name="图片 97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10277475" y="241566"/>
            <a:ext cx="1819275" cy="509219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366474" y="863157"/>
            <a:ext cx="10502238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3" name="矩形 2"/>
          <p:cNvSpPr/>
          <p:nvPr userDrawn="1"/>
        </p:nvSpPr>
        <p:spPr>
          <a:xfrm>
            <a:off x="318632" y="0"/>
            <a:ext cx="1048735" cy="873125"/>
          </a:xfrm>
          <a:prstGeom prst="rect">
            <a:avLst/>
          </a:prstGeom>
          <a:solidFill>
            <a:schemeClr val="accent4"/>
          </a:solidFill>
          <a:ln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/>
          </a:p>
        </p:txBody>
      </p:sp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1368806" y="34431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4"/>
          <p:cNvSpPr/>
          <p:nvPr userDrawn="1"/>
        </p:nvSpPr>
        <p:spPr>
          <a:xfrm>
            <a:off x="318631" y="6188075"/>
            <a:ext cx="10844339" cy="669925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6632" y="6351003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60" name="图片 14"/>
          <p:cNvPicPr>
            <a:picLocks noChangeAspect="1"/>
          </p:cNvPicPr>
          <p:nvPr userDrawn="1"/>
        </p:nvPicPr>
        <p:blipFill>
          <a:blip r:embed="rId3" cstate="screen"/>
          <a:srcRect/>
          <a:stretch>
            <a:fillRect/>
          </a:stretch>
        </p:blipFill>
        <p:spPr bwMode="auto">
          <a:xfrm>
            <a:off x="409575" y="6269038"/>
            <a:ext cx="1817688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>
    <p:fade/>
  </p:transition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４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直接连接符 1"/>
          <p:cNvCxnSpPr/>
          <p:nvPr userDrawn="1"/>
        </p:nvCxnSpPr>
        <p:spPr>
          <a:xfrm>
            <a:off x="10185149" y="863157"/>
            <a:ext cx="1683563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矩形 23"/>
          <p:cNvSpPr/>
          <p:nvPr userDrawn="1"/>
        </p:nvSpPr>
        <p:spPr>
          <a:xfrm>
            <a:off x="11155416" y="6188075"/>
            <a:ext cx="713296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cxnSp>
        <p:nvCxnSpPr>
          <p:cNvPr id="58" name="直接连接符 57"/>
          <p:cNvCxnSpPr/>
          <p:nvPr userDrawn="1"/>
        </p:nvCxnSpPr>
        <p:spPr>
          <a:xfrm>
            <a:off x="11155416" y="6188075"/>
            <a:ext cx="0" cy="665583"/>
          </a:xfrm>
          <a:prstGeom prst="line">
            <a:avLst/>
          </a:prstGeom>
          <a:ln w="1270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9" name="图片 13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 bwMode="auto">
          <a:xfrm>
            <a:off x="10101715" y="214313"/>
            <a:ext cx="1864408" cy="6905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 spd="med">
    <p:fade/>
  </p:transition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标题 11"/>
          <p:cNvSpPr>
            <a:spLocks noGrp="1"/>
          </p:cNvSpPr>
          <p:nvPr>
            <p:ph type="title"/>
          </p:nvPr>
        </p:nvSpPr>
        <p:spPr>
          <a:xfrm>
            <a:off x="749863" y="249067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6" name="文本框 5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56" name="组合 55"/>
          <p:cNvGrpSpPr/>
          <p:nvPr userDrawn="1"/>
        </p:nvGrpSpPr>
        <p:grpSpPr>
          <a:xfrm>
            <a:off x="5227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33" name="组合 32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47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48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54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5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50" name="组合 49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51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2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53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34" name="组合 33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35" name="组合 34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45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6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6" name="组合 35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43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4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7" name="组合 36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40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1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42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38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39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57" name="图片 56"/>
          <p:cNvPicPr>
            <a:picLocks noChangeAspect="1"/>
          </p:cNvPicPr>
          <p:nvPr userDrawn="1"/>
        </p:nvPicPr>
        <p:blipFill rotWithShape="1">
          <a:blip r:embed="rId2" cstate="screen"/>
          <a:srcRect l="-333"/>
          <a:stretch>
            <a:fillRect/>
          </a:stretch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  <p:cxnSp>
        <p:nvCxnSpPr>
          <p:cNvPr id="87" name="直接连接符 86"/>
          <p:cNvCxnSpPr/>
          <p:nvPr userDrawn="1"/>
        </p:nvCxnSpPr>
        <p:spPr>
          <a:xfrm>
            <a:off x="442913" y="821731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直接连接符 89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" name="组合 3"/>
          <p:cNvGrpSpPr/>
          <p:nvPr userDrawn="1"/>
        </p:nvGrpSpPr>
        <p:grpSpPr>
          <a:xfrm>
            <a:off x="-511603" y="253621"/>
            <a:ext cx="1221064" cy="438825"/>
            <a:chOff x="-529708" y="381991"/>
            <a:chExt cx="1221064" cy="438825"/>
          </a:xfrm>
        </p:grpSpPr>
        <p:sp>
          <p:nvSpPr>
            <p:cNvPr id="58" name="梯形 57"/>
            <p:cNvSpPr/>
            <p:nvPr userDrawn="1"/>
          </p:nvSpPr>
          <p:spPr>
            <a:xfrm rot="16200000">
              <a:off x="-107121" y="-40596"/>
              <a:ext cx="375890" cy="1221064"/>
            </a:xfrm>
            <a:prstGeom prst="trapezoid">
              <a:avLst>
                <a:gd name="adj" fmla="val 7230"/>
              </a:avLst>
            </a:prstGeom>
            <a:gradFill>
              <a:gsLst>
                <a:gs pos="100000">
                  <a:schemeClr val="accent1"/>
                </a:gs>
                <a:gs pos="0">
                  <a:schemeClr val="accent1">
                    <a:alpha val="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59" name="梯形 58"/>
            <p:cNvSpPr/>
            <p:nvPr userDrawn="1"/>
          </p:nvSpPr>
          <p:spPr>
            <a:xfrm rot="16200000">
              <a:off x="-79397" y="146495"/>
              <a:ext cx="267255" cy="1058332"/>
            </a:xfrm>
            <a:prstGeom prst="trapezoid">
              <a:avLst>
                <a:gd name="adj" fmla="val 7230"/>
              </a:avLst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60" name="梯形 59"/>
            <p:cNvSpPr/>
            <p:nvPr userDrawn="1"/>
          </p:nvSpPr>
          <p:spPr>
            <a:xfrm rot="16200000">
              <a:off x="-95133" y="158023"/>
              <a:ext cx="267255" cy="1058332"/>
            </a:xfrm>
            <a:prstGeom prst="trapezoid">
              <a:avLst>
                <a:gd name="adj" fmla="val 7230"/>
              </a:avLst>
            </a:prstGeom>
            <a:gradFill flip="none" rotWithShape="1">
              <a:gsLst>
                <a:gs pos="100000">
                  <a:schemeClr val="accent4"/>
                </a:gs>
                <a:gs pos="0">
                  <a:schemeClr val="accent4">
                    <a:alpha val="0"/>
                  </a:schemeClr>
                </a:gs>
              </a:gsLst>
              <a:lin ang="5400000" scaled="1"/>
              <a:tileRect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5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文本框 6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86" name="图片 85"/>
          <p:cNvPicPr>
            <a:picLocks noChangeAspect="1"/>
          </p:cNvPicPr>
          <p:nvPr userDrawn="1"/>
        </p:nvPicPr>
        <p:blipFill rotWithShape="1">
          <a:blip r:embed="rId2" cstate="screen"/>
          <a:srcRect l="-333"/>
          <a:stretch>
            <a:fillRect/>
          </a:stretch>
        </p:blipFill>
        <p:spPr>
          <a:xfrm>
            <a:off x="11282579" y="252089"/>
            <a:ext cx="432990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矩形 46"/>
          <p:cNvSpPr/>
          <p:nvPr userDrawn="1"/>
        </p:nvSpPr>
        <p:spPr>
          <a:xfrm>
            <a:off x="442912" y="-82551"/>
            <a:ext cx="11306175" cy="908709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2490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8" name="组合 7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9" name="组合 8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3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0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27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" name="组合 10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1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9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6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4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38" name="直接连接符 37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  <p:grpSp>
        <p:nvGrpSpPr>
          <p:cNvPr id="46" name="组合 45"/>
          <p:cNvGrpSpPr/>
          <p:nvPr userDrawn="1"/>
        </p:nvGrpSpPr>
        <p:grpSpPr>
          <a:xfrm>
            <a:off x="637534" y="199773"/>
            <a:ext cx="463263" cy="481001"/>
            <a:chOff x="598941" y="128599"/>
            <a:chExt cx="463263" cy="481001"/>
          </a:xfrm>
        </p:grpSpPr>
        <p:sp>
          <p:nvSpPr>
            <p:cNvPr id="45" name="矩形 44"/>
            <p:cNvSpPr/>
            <p:nvPr userDrawn="1"/>
          </p:nvSpPr>
          <p:spPr>
            <a:xfrm>
              <a:off x="701671" y="249067"/>
              <a:ext cx="360533" cy="360533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4" name="矩形 43"/>
            <p:cNvSpPr/>
            <p:nvPr userDrawn="1"/>
          </p:nvSpPr>
          <p:spPr>
            <a:xfrm>
              <a:off x="701671" y="247801"/>
              <a:ext cx="275115" cy="25652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43" name="矩形 42"/>
            <p:cNvSpPr/>
            <p:nvPr userDrawn="1"/>
          </p:nvSpPr>
          <p:spPr>
            <a:xfrm>
              <a:off x="598941" y="128599"/>
              <a:ext cx="360533" cy="36053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</p:cSld>
  <p:clrMapOvr>
    <a:masterClrMapping/>
  </p:clrMapOvr>
  <p:transition spd="med">
    <p:fade/>
  </p:transition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6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35" name="矩形 34"/>
          <p:cNvSpPr/>
          <p:nvPr userDrawn="1"/>
        </p:nvSpPr>
        <p:spPr>
          <a:xfrm>
            <a:off x="9402184" y="-82800"/>
            <a:ext cx="2346903" cy="9072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矩形 35"/>
          <p:cNvSpPr/>
          <p:nvPr userDrawn="1"/>
        </p:nvSpPr>
        <p:spPr>
          <a:xfrm>
            <a:off x="9402184" y="0"/>
            <a:ext cx="2346904" cy="8261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39" name="图片 38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2520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平行四边形 1"/>
          <p:cNvSpPr/>
          <p:nvPr userDrawn="1"/>
        </p:nvSpPr>
        <p:spPr>
          <a:xfrm>
            <a:off x="658714" y="482300"/>
            <a:ext cx="748201" cy="484094"/>
          </a:xfrm>
          <a:prstGeom prst="parallelogram">
            <a:avLst>
              <a:gd name="adj" fmla="val 71667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7" name="矩形 46"/>
          <p:cNvSpPr/>
          <p:nvPr userDrawn="1"/>
        </p:nvSpPr>
        <p:spPr>
          <a:xfrm>
            <a:off x="442912" y="-82800"/>
            <a:ext cx="11306175" cy="846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矩形 40"/>
          <p:cNvSpPr/>
          <p:nvPr userDrawn="1"/>
        </p:nvSpPr>
        <p:spPr>
          <a:xfrm>
            <a:off x="442913" y="0"/>
            <a:ext cx="11306175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" name="标题 11"/>
          <p:cNvSpPr>
            <a:spLocks noGrp="1"/>
          </p:cNvSpPr>
          <p:nvPr>
            <p:ph type="title"/>
          </p:nvPr>
        </p:nvSpPr>
        <p:spPr>
          <a:xfrm>
            <a:off x="1173494" y="185567"/>
            <a:ext cx="8048203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7" name="文本框 6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8" name="组合 7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accent3"/>
          </a:solidFill>
        </p:grpSpPr>
        <p:grpSp>
          <p:nvGrpSpPr>
            <p:cNvPr id="9" name="组合 8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3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4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25" name="组合 24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0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1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26" name="组合 25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27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8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9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0" name="组合 9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1" name="组合 10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1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2" name="组合 11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19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0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3" name="组合 12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16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7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18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4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5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cxnSp>
        <p:nvCxnSpPr>
          <p:cNvPr id="38" name="直接连接符 37"/>
          <p:cNvCxnSpPr/>
          <p:nvPr userDrawn="1"/>
        </p:nvCxnSpPr>
        <p:spPr>
          <a:xfrm>
            <a:off x="442913" y="6264275"/>
            <a:ext cx="11306175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2" name="图片 41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  <p:sp>
        <p:nvSpPr>
          <p:cNvPr id="43" name="矩形 42"/>
          <p:cNvSpPr/>
          <p:nvPr userDrawn="1"/>
        </p:nvSpPr>
        <p:spPr>
          <a:xfrm>
            <a:off x="648385" y="0"/>
            <a:ext cx="413819" cy="966395"/>
          </a:xfrm>
          <a:prstGeom prst="rect">
            <a:avLst/>
          </a:prstGeom>
          <a:ln>
            <a:noFill/>
          </a:ln>
          <a:effectLst>
            <a:outerShdw blurRad="127000" dist="25400" dir="5400000" sx="102000" sy="102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 spd="med">
    <p:fade/>
  </p:transition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7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文本框 33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chemeClr val="accent3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chemeClr val="accent3"/>
              </a:solidFill>
              <a:latin typeface="微软雅黑" panose="020B0503020204020204" pitchFamily="34" charset="-122"/>
            </a:endParaRPr>
          </a:p>
        </p:txBody>
      </p:sp>
      <p:sp>
        <p:nvSpPr>
          <p:cNvPr id="7" name="矩形 6"/>
          <p:cNvSpPr/>
          <p:nvPr userDrawn="1"/>
        </p:nvSpPr>
        <p:spPr>
          <a:xfrm>
            <a:off x="9385300" y="-82550"/>
            <a:ext cx="2363787" cy="84520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381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385300" y="0"/>
            <a:ext cx="2363788" cy="762658"/>
          </a:xfrm>
          <a:prstGeom prst="rect">
            <a:avLst/>
          </a:prstGeom>
          <a:solidFill>
            <a:schemeClr val="accent3"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0" name="图片 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90168" y="188589"/>
            <a:ext cx="1969223" cy="43299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常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318632" y="6188075"/>
            <a:ext cx="1155008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318632" y="0"/>
            <a:ext cx="11550080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9" name="标题 11"/>
          <p:cNvSpPr>
            <a:spLocks noGrp="1"/>
          </p:cNvSpPr>
          <p:nvPr>
            <p:ph type="title"/>
          </p:nvPr>
        </p:nvSpPr>
        <p:spPr>
          <a:xfrm>
            <a:off x="541539" y="247495"/>
            <a:ext cx="8643848" cy="480131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lang="zh-CN" altLang="en-US" sz="2800" b="1" baseline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  <a:cs typeface="+mn-cs"/>
              </a:defRPr>
            </a:lvl1pPr>
          </a:lstStyle>
          <a:p>
            <a:pPr lvl="0" eaLnBrk="1" hangingPunct="1"/>
            <a:r>
              <a:rPr lang="zh-CN" altLang="en-US" dirty="0"/>
              <a:t>单击此处编辑母版标题样式</a:t>
            </a: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grpSp>
        <p:nvGrpSpPr>
          <p:cNvPr id="13" name="组合 12"/>
          <p:cNvGrpSpPr/>
          <p:nvPr userDrawn="1"/>
        </p:nvGrpSpPr>
        <p:grpSpPr>
          <a:xfrm>
            <a:off x="598941" y="6399999"/>
            <a:ext cx="2542613" cy="276499"/>
            <a:chOff x="598941" y="6399999"/>
            <a:chExt cx="2542613" cy="276499"/>
          </a:xfrm>
          <a:solidFill>
            <a:schemeClr val="bg1"/>
          </a:solidFill>
        </p:grpSpPr>
        <p:grpSp>
          <p:nvGrpSpPr>
            <p:cNvPr id="14" name="组合 13"/>
            <p:cNvGrpSpPr/>
            <p:nvPr/>
          </p:nvGrpSpPr>
          <p:grpSpPr>
            <a:xfrm>
              <a:off x="2055693" y="6402621"/>
              <a:ext cx="1085861" cy="270805"/>
              <a:chOff x="10340336" y="2247899"/>
              <a:chExt cx="2724438" cy="679451"/>
            </a:xfrm>
            <a:grpFill/>
          </p:grpSpPr>
          <p:sp>
            <p:nvSpPr>
              <p:cNvPr id="28" name="Freeform 5"/>
              <p:cNvSpPr/>
              <p:nvPr/>
            </p:nvSpPr>
            <p:spPr bwMode="auto">
              <a:xfrm>
                <a:off x="11868131" y="2285206"/>
                <a:ext cx="534988" cy="603250"/>
              </a:xfrm>
              <a:custGeom>
                <a:avLst/>
                <a:gdLst>
                  <a:gd name="T0" fmla="*/ 41 w 125"/>
                  <a:gd name="T1" fmla="*/ 16 h 142"/>
                  <a:gd name="T2" fmla="*/ 49 w 125"/>
                  <a:gd name="T3" fmla="*/ 3 h 142"/>
                  <a:gd name="T4" fmla="*/ 62 w 125"/>
                  <a:gd name="T5" fmla="*/ 20 h 142"/>
                  <a:gd name="T6" fmla="*/ 64 w 125"/>
                  <a:gd name="T7" fmla="*/ 33 h 142"/>
                  <a:gd name="T8" fmla="*/ 50 w 125"/>
                  <a:gd name="T9" fmla="*/ 34 h 142"/>
                  <a:gd name="T10" fmla="*/ 58 w 125"/>
                  <a:gd name="T11" fmla="*/ 58 h 142"/>
                  <a:gd name="T12" fmla="*/ 75 w 125"/>
                  <a:gd name="T13" fmla="*/ 59 h 142"/>
                  <a:gd name="T14" fmla="*/ 71 w 125"/>
                  <a:gd name="T15" fmla="*/ 50 h 142"/>
                  <a:gd name="T16" fmla="*/ 81 w 125"/>
                  <a:gd name="T17" fmla="*/ 47 h 142"/>
                  <a:gd name="T18" fmla="*/ 65 w 125"/>
                  <a:gd name="T19" fmla="*/ 42 h 142"/>
                  <a:gd name="T20" fmla="*/ 63 w 125"/>
                  <a:gd name="T21" fmla="*/ 37 h 142"/>
                  <a:gd name="T22" fmla="*/ 85 w 125"/>
                  <a:gd name="T23" fmla="*/ 27 h 142"/>
                  <a:gd name="T24" fmla="*/ 93 w 125"/>
                  <a:gd name="T25" fmla="*/ 2 h 142"/>
                  <a:gd name="T26" fmla="*/ 99 w 125"/>
                  <a:gd name="T27" fmla="*/ 5 h 142"/>
                  <a:gd name="T28" fmla="*/ 111 w 125"/>
                  <a:gd name="T29" fmla="*/ 30 h 142"/>
                  <a:gd name="T30" fmla="*/ 102 w 125"/>
                  <a:gd name="T31" fmla="*/ 34 h 142"/>
                  <a:gd name="T32" fmla="*/ 95 w 125"/>
                  <a:gd name="T33" fmla="*/ 59 h 142"/>
                  <a:gd name="T34" fmla="*/ 123 w 125"/>
                  <a:gd name="T35" fmla="*/ 61 h 142"/>
                  <a:gd name="T36" fmla="*/ 110 w 125"/>
                  <a:gd name="T37" fmla="*/ 71 h 142"/>
                  <a:gd name="T38" fmla="*/ 104 w 125"/>
                  <a:gd name="T39" fmla="*/ 82 h 142"/>
                  <a:gd name="T40" fmla="*/ 112 w 125"/>
                  <a:gd name="T41" fmla="*/ 134 h 142"/>
                  <a:gd name="T42" fmla="*/ 102 w 125"/>
                  <a:gd name="T43" fmla="*/ 140 h 142"/>
                  <a:gd name="T44" fmla="*/ 89 w 125"/>
                  <a:gd name="T45" fmla="*/ 123 h 142"/>
                  <a:gd name="T46" fmla="*/ 101 w 125"/>
                  <a:gd name="T47" fmla="*/ 128 h 142"/>
                  <a:gd name="T48" fmla="*/ 101 w 125"/>
                  <a:gd name="T49" fmla="*/ 92 h 142"/>
                  <a:gd name="T50" fmla="*/ 97 w 125"/>
                  <a:gd name="T51" fmla="*/ 99 h 142"/>
                  <a:gd name="T52" fmla="*/ 90 w 125"/>
                  <a:gd name="T53" fmla="*/ 103 h 142"/>
                  <a:gd name="T54" fmla="*/ 86 w 125"/>
                  <a:gd name="T55" fmla="*/ 110 h 142"/>
                  <a:gd name="T56" fmla="*/ 81 w 125"/>
                  <a:gd name="T57" fmla="*/ 120 h 142"/>
                  <a:gd name="T58" fmla="*/ 88 w 125"/>
                  <a:gd name="T59" fmla="*/ 71 h 142"/>
                  <a:gd name="T60" fmla="*/ 60 w 125"/>
                  <a:gd name="T61" fmla="*/ 87 h 142"/>
                  <a:gd name="T62" fmla="*/ 53 w 125"/>
                  <a:gd name="T63" fmla="*/ 89 h 142"/>
                  <a:gd name="T64" fmla="*/ 51 w 125"/>
                  <a:gd name="T65" fmla="*/ 128 h 142"/>
                  <a:gd name="T66" fmla="*/ 43 w 125"/>
                  <a:gd name="T67" fmla="*/ 134 h 142"/>
                  <a:gd name="T68" fmla="*/ 39 w 125"/>
                  <a:gd name="T69" fmla="*/ 107 h 142"/>
                  <a:gd name="T70" fmla="*/ 33 w 125"/>
                  <a:gd name="T71" fmla="*/ 114 h 142"/>
                  <a:gd name="T72" fmla="*/ 17 w 125"/>
                  <a:gd name="T73" fmla="*/ 108 h 142"/>
                  <a:gd name="T74" fmla="*/ 5 w 125"/>
                  <a:gd name="T75" fmla="*/ 81 h 142"/>
                  <a:gd name="T76" fmla="*/ 34 w 125"/>
                  <a:gd name="T77" fmla="*/ 56 h 142"/>
                  <a:gd name="T78" fmla="*/ 38 w 125"/>
                  <a:gd name="T79" fmla="*/ 33 h 142"/>
                  <a:gd name="T80" fmla="*/ 22 w 125"/>
                  <a:gd name="T81" fmla="*/ 55 h 142"/>
                  <a:gd name="T82" fmla="*/ 14 w 125"/>
                  <a:gd name="T83" fmla="*/ 55 h 142"/>
                  <a:gd name="T84" fmla="*/ 11 w 125"/>
                  <a:gd name="T85" fmla="*/ 36 h 142"/>
                  <a:gd name="T86" fmla="*/ 32 w 125"/>
                  <a:gd name="T87" fmla="*/ 22 h 142"/>
                  <a:gd name="T88" fmla="*/ 28 w 125"/>
                  <a:gd name="T89" fmla="*/ 33 h 14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125" h="142">
                    <a:moveTo>
                      <a:pt x="28" y="33"/>
                    </a:moveTo>
                    <a:cubicBezTo>
                      <a:pt x="35" y="29"/>
                      <a:pt x="41" y="25"/>
                      <a:pt x="41" y="16"/>
                    </a:cubicBezTo>
                    <a:cubicBezTo>
                      <a:pt x="41" y="13"/>
                      <a:pt x="43" y="9"/>
                      <a:pt x="44" y="6"/>
                    </a:cubicBezTo>
                    <a:cubicBezTo>
                      <a:pt x="45" y="5"/>
                      <a:pt x="48" y="3"/>
                      <a:pt x="49" y="3"/>
                    </a:cubicBezTo>
                    <a:cubicBezTo>
                      <a:pt x="54" y="4"/>
                      <a:pt x="59" y="9"/>
                      <a:pt x="59" y="15"/>
                    </a:cubicBezTo>
                    <a:cubicBezTo>
                      <a:pt x="59" y="18"/>
                      <a:pt x="60" y="19"/>
                      <a:pt x="62" y="20"/>
                    </a:cubicBezTo>
                    <a:cubicBezTo>
                      <a:pt x="65" y="22"/>
                      <a:pt x="68" y="25"/>
                      <a:pt x="69" y="28"/>
                    </a:cubicBezTo>
                    <a:cubicBezTo>
                      <a:pt x="71" y="32"/>
                      <a:pt x="68" y="34"/>
                      <a:pt x="64" y="33"/>
                    </a:cubicBezTo>
                    <a:cubicBezTo>
                      <a:pt x="62" y="32"/>
                      <a:pt x="60" y="31"/>
                      <a:pt x="57" y="30"/>
                    </a:cubicBezTo>
                    <a:cubicBezTo>
                      <a:pt x="53" y="28"/>
                      <a:pt x="51" y="29"/>
                      <a:pt x="50" y="34"/>
                    </a:cubicBezTo>
                    <a:cubicBezTo>
                      <a:pt x="48" y="45"/>
                      <a:pt x="46" y="56"/>
                      <a:pt x="52" y="66"/>
                    </a:cubicBezTo>
                    <a:cubicBezTo>
                      <a:pt x="54" y="64"/>
                      <a:pt x="56" y="62"/>
                      <a:pt x="58" y="58"/>
                    </a:cubicBezTo>
                    <a:cubicBezTo>
                      <a:pt x="61" y="62"/>
                      <a:pt x="63" y="65"/>
                      <a:pt x="65" y="69"/>
                    </a:cubicBezTo>
                    <a:cubicBezTo>
                      <a:pt x="68" y="66"/>
                      <a:pt x="72" y="62"/>
                      <a:pt x="75" y="59"/>
                    </a:cubicBezTo>
                    <a:cubicBezTo>
                      <a:pt x="76" y="58"/>
                      <a:pt x="75" y="56"/>
                      <a:pt x="75" y="55"/>
                    </a:cubicBezTo>
                    <a:cubicBezTo>
                      <a:pt x="74" y="53"/>
                      <a:pt x="71" y="51"/>
                      <a:pt x="71" y="50"/>
                    </a:cubicBezTo>
                    <a:cubicBezTo>
                      <a:pt x="72" y="47"/>
                      <a:pt x="75" y="46"/>
                      <a:pt x="78" y="47"/>
                    </a:cubicBezTo>
                    <a:cubicBezTo>
                      <a:pt x="79" y="47"/>
                      <a:pt x="80" y="47"/>
                      <a:pt x="81" y="47"/>
                    </a:cubicBezTo>
                    <a:cubicBezTo>
                      <a:pt x="81" y="44"/>
                      <a:pt x="82" y="40"/>
                      <a:pt x="83" y="35"/>
                    </a:cubicBezTo>
                    <a:cubicBezTo>
                      <a:pt x="76" y="38"/>
                      <a:pt x="71" y="40"/>
                      <a:pt x="65" y="42"/>
                    </a:cubicBezTo>
                    <a:cubicBezTo>
                      <a:pt x="61" y="44"/>
                      <a:pt x="60" y="44"/>
                      <a:pt x="57" y="40"/>
                    </a:cubicBezTo>
                    <a:cubicBezTo>
                      <a:pt x="59" y="39"/>
                      <a:pt x="61" y="38"/>
                      <a:pt x="63" y="37"/>
                    </a:cubicBezTo>
                    <a:cubicBezTo>
                      <a:pt x="69" y="35"/>
                      <a:pt x="75" y="33"/>
                      <a:pt x="81" y="30"/>
                    </a:cubicBezTo>
                    <a:cubicBezTo>
                      <a:pt x="83" y="30"/>
                      <a:pt x="84" y="28"/>
                      <a:pt x="85" y="27"/>
                    </a:cubicBezTo>
                    <a:cubicBezTo>
                      <a:pt x="87" y="21"/>
                      <a:pt x="88" y="14"/>
                      <a:pt x="90" y="8"/>
                    </a:cubicBezTo>
                    <a:cubicBezTo>
                      <a:pt x="90" y="6"/>
                      <a:pt x="92" y="3"/>
                      <a:pt x="93" y="2"/>
                    </a:cubicBezTo>
                    <a:cubicBezTo>
                      <a:pt x="94" y="0"/>
                      <a:pt x="96" y="0"/>
                      <a:pt x="98" y="0"/>
                    </a:cubicBezTo>
                    <a:cubicBezTo>
                      <a:pt x="98" y="1"/>
                      <a:pt x="99" y="4"/>
                      <a:pt x="99" y="5"/>
                    </a:cubicBezTo>
                    <a:cubicBezTo>
                      <a:pt x="93" y="12"/>
                      <a:pt x="94" y="20"/>
                      <a:pt x="92" y="28"/>
                    </a:cubicBezTo>
                    <a:cubicBezTo>
                      <a:pt x="98" y="31"/>
                      <a:pt x="105" y="25"/>
                      <a:pt x="111" y="30"/>
                    </a:cubicBezTo>
                    <a:cubicBezTo>
                      <a:pt x="109" y="33"/>
                      <a:pt x="107" y="36"/>
                      <a:pt x="103" y="35"/>
                    </a:cubicBezTo>
                    <a:cubicBezTo>
                      <a:pt x="103" y="34"/>
                      <a:pt x="102" y="34"/>
                      <a:pt x="102" y="34"/>
                    </a:cubicBezTo>
                    <a:cubicBezTo>
                      <a:pt x="92" y="34"/>
                      <a:pt x="88" y="39"/>
                      <a:pt x="90" y="49"/>
                    </a:cubicBezTo>
                    <a:cubicBezTo>
                      <a:pt x="91" y="52"/>
                      <a:pt x="93" y="55"/>
                      <a:pt x="95" y="59"/>
                    </a:cubicBezTo>
                    <a:cubicBezTo>
                      <a:pt x="99" y="59"/>
                      <a:pt x="104" y="58"/>
                      <a:pt x="109" y="57"/>
                    </a:cubicBezTo>
                    <a:cubicBezTo>
                      <a:pt x="114" y="56"/>
                      <a:pt x="119" y="58"/>
                      <a:pt x="123" y="61"/>
                    </a:cubicBezTo>
                    <a:cubicBezTo>
                      <a:pt x="125" y="63"/>
                      <a:pt x="125" y="66"/>
                      <a:pt x="122" y="67"/>
                    </a:cubicBezTo>
                    <a:cubicBezTo>
                      <a:pt x="118" y="69"/>
                      <a:pt x="114" y="71"/>
                      <a:pt x="110" y="71"/>
                    </a:cubicBezTo>
                    <a:cubicBezTo>
                      <a:pt x="103" y="70"/>
                      <a:pt x="99" y="75"/>
                      <a:pt x="95" y="79"/>
                    </a:cubicBezTo>
                    <a:cubicBezTo>
                      <a:pt x="98" y="80"/>
                      <a:pt x="102" y="80"/>
                      <a:pt x="104" y="82"/>
                    </a:cubicBezTo>
                    <a:cubicBezTo>
                      <a:pt x="106" y="83"/>
                      <a:pt x="108" y="86"/>
                      <a:pt x="109" y="88"/>
                    </a:cubicBezTo>
                    <a:cubicBezTo>
                      <a:pt x="110" y="104"/>
                      <a:pt x="111" y="119"/>
                      <a:pt x="112" y="134"/>
                    </a:cubicBezTo>
                    <a:cubicBezTo>
                      <a:pt x="112" y="137"/>
                      <a:pt x="110" y="140"/>
                      <a:pt x="110" y="142"/>
                    </a:cubicBezTo>
                    <a:cubicBezTo>
                      <a:pt x="107" y="141"/>
                      <a:pt x="104" y="141"/>
                      <a:pt x="102" y="140"/>
                    </a:cubicBezTo>
                    <a:cubicBezTo>
                      <a:pt x="97" y="136"/>
                      <a:pt x="93" y="131"/>
                      <a:pt x="90" y="127"/>
                    </a:cubicBezTo>
                    <a:cubicBezTo>
                      <a:pt x="89" y="126"/>
                      <a:pt x="89" y="124"/>
                      <a:pt x="89" y="123"/>
                    </a:cubicBezTo>
                    <a:cubicBezTo>
                      <a:pt x="92" y="125"/>
                      <a:pt x="96" y="127"/>
                      <a:pt x="100" y="130"/>
                    </a:cubicBezTo>
                    <a:cubicBezTo>
                      <a:pt x="100" y="129"/>
                      <a:pt x="101" y="129"/>
                      <a:pt x="101" y="128"/>
                    </a:cubicBezTo>
                    <a:cubicBezTo>
                      <a:pt x="101" y="121"/>
                      <a:pt x="101" y="113"/>
                      <a:pt x="101" y="105"/>
                    </a:cubicBezTo>
                    <a:cubicBezTo>
                      <a:pt x="101" y="101"/>
                      <a:pt x="101" y="96"/>
                      <a:pt x="101" y="92"/>
                    </a:cubicBezTo>
                    <a:cubicBezTo>
                      <a:pt x="99" y="85"/>
                      <a:pt x="96" y="84"/>
                      <a:pt x="90" y="90"/>
                    </a:cubicBezTo>
                    <a:cubicBezTo>
                      <a:pt x="92" y="93"/>
                      <a:pt x="97" y="93"/>
                      <a:pt x="97" y="99"/>
                    </a:cubicBezTo>
                    <a:cubicBezTo>
                      <a:pt x="94" y="98"/>
                      <a:pt x="91" y="97"/>
                      <a:pt x="88" y="96"/>
                    </a:cubicBezTo>
                    <a:cubicBezTo>
                      <a:pt x="84" y="100"/>
                      <a:pt x="84" y="101"/>
                      <a:pt x="90" y="103"/>
                    </a:cubicBezTo>
                    <a:cubicBezTo>
                      <a:pt x="95" y="106"/>
                      <a:pt x="98" y="111"/>
                      <a:pt x="96" y="112"/>
                    </a:cubicBezTo>
                    <a:cubicBezTo>
                      <a:pt x="92" y="115"/>
                      <a:pt x="89" y="112"/>
                      <a:pt x="86" y="110"/>
                    </a:cubicBezTo>
                    <a:cubicBezTo>
                      <a:pt x="85" y="110"/>
                      <a:pt x="84" y="109"/>
                      <a:pt x="83" y="108"/>
                    </a:cubicBezTo>
                    <a:cubicBezTo>
                      <a:pt x="82" y="112"/>
                      <a:pt x="82" y="116"/>
                      <a:pt x="81" y="120"/>
                    </a:cubicBezTo>
                    <a:cubicBezTo>
                      <a:pt x="74" y="118"/>
                      <a:pt x="72" y="114"/>
                      <a:pt x="73" y="108"/>
                    </a:cubicBezTo>
                    <a:cubicBezTo>
                      <a:pt x="76" y="95"/>
                      <a:pt x="81" y="83"/>
                      <a:pt x="88" y="71"/>
                    </a:cubicBezTo>
                    <a:cubicBezTo>
                      <a:pt x="84" y="74"/>
                      <a:pt x="80" y="76"/>
                      <a:pt x="76" y="78"/>
                    </a:cubicBezTo>
                    <a:cubicBezTo>
                      <a:pt x="71" y="81"/>
                      <a:pt x="65" y="84"/>
                      <a:pt x="60" y="87"/>
                    </a:cubicBezTo>
                    <a:cubicBezTo>
                      <a:pt x="60" y="87"/>
                      <a:pt x="60" y="87"/>
                      <a:pt x="59" y="87"/>
                    </a:cubicBezTo>
                    <a:cubicBezTo>
                      <a:pt x="57" y="88"/>
                      <a:pt x="54" y="88"/>
                      <a:pt x="53" y="89"/>
                    </a:cubicBezTo>
                    <a:cubicBezTo>
                      <a:pt x="51" y="93"/>
                      <a:pt x="49" y="97"/>
                      <a:pt x="49" y="101"/>
                    </a:cubicBezTo>
                    <a:cubicBezTo>
                      <a:pt x="49" y="110"/>
                      <a:pt x="50" y="119"/>
                      <a:pt x="51" y="128"/>
                    </a:cubicBezTo>
                    <a:cubicBezTo>
                      <a:pt x="51" y="131"/>
                      <a:pt x="51" y="134"/>
                      <a:pt x="51" y="137"/>
                    </a:cubicBezTo>
                    <a:cubicBezTo>
                      <a:pt x="48" y="136"/>
                      <a:pt x="45" y="136"/>
                      <a:pt x="43" y="134"/>
                    </a:cubicBezTo>
                    <a:cubicBezTo>
                      <a:pt x="40" y="132"/>
                      <a:pt x="37" y="130"/>
                      <a:pt x="38" y="125"/>
                    </a:cubicBezTo>
                    <a:cubicBezTo>
                      <a:pt x="40" y="119"/>
                      <a:pt x="39" y="113"/>
                      <a:pt x="39" y="107"/>
                    </a:cubicBezTo>
                    <a:cubicBezTo>
                      <a:pt x="38" y="107"/>
                      <a:pt x="38" y="107"/>
                      <a:pt x="37" y="106"/>
                    </a:cubicBezTo>
                    <a:cubicBezTo>
                      <a:pt x="36" y="109"/>
                      <a:pt x="34" y="111"/>
                      <a:pt x="33" y="114"/>
                    </a:cubicBezTo>
                    <a:cubicBezTo>
                      <a:pt x="30" y="120"/>
                      <a:pt x="25" y="122"/>
                      <a:pt x="21" y="120"/>
                    </a:cubicBezTo>
                    <a:cubicBezTo>
                      <a:pt x="16" y="118"/>
                      <a:pt x="15" y="113"/>
                      <a:pt x="17" y="108"/>
                    </a:cubicBezTo>
                    <a:cubicBezTo>
                      <a:pt x="20" y="99"/>
                      <a:pt x="23" y="91"/>
                      <a:pt x="26" y="81"/>
                    </a:cubicBezTo>
                    <a:cubicBezTo>
                      <a:pt x="19" y="90"/>
                      <a:pt x="12" y="85"/>
                      <a:pt x="5" y="81"/>
                    </a:cubicBezTo>
                    <a:cubicBezTo>
                      <a:pt x="0" y="79"/>
                      <a:pt x="0" y="76"/>
                      <a:pt x="5" y="73"/>
                    </a:cubicBezTo>
                    <a:cubicBezTo>
                      <a:pt x="15" y="68"/>
                      <a:pt x="25" y="62"/>
                      <a:pt x="34" y="56"/>
                    </a:cubicBezTo>
                    <a:cubicBezTo>
                      <a:pt x="35" y="55"/>
                      <a:pt x="37" y="54"/>
                      <a:pt x="37" y="52"/>
                    </a:cubicBezTo>
                    <a:cubicBezTo>
                      <a:pt x="38" y="46"/>
                      <a:pt x="38" y="39"/>
                      <a:pt x="38" y="33"/>
                    </a:cubicBezTo>
                    <a:cubicBezTo>
                      <a:pt x="38" y="32"/>
                      <a:pt x="38" y="32"/>
                      <a:pt x="37" y="32"/>
                    </a:cubicBezTo>
                    <a:cubicBezTo>
                      <a:pt x="32" y="40"/>
                      <a:pt x="27" y="48"/>
                      <a:pt x="22" y="55"/>
                    </a:cubicBezTo>
                    <a:cubicBezTo>
                      <a:pt x="22" y="56"/>
                      <a:pt x="22" y="56"/>
                      <a:pt x="23" y="57"/>
                    </a:cubicBezTo>
                    <a:cubicBezTo>
                      <a:pt x="20" y="56"/>
                      <a:pt x="17" y="56"/>
                      <a:pt x="14" y="55"/>
                    </a:cubicBezTo>
                    <a:cubicBezTo>
                      <a:pt x="9" y="53"/>
                      <a:pt x="7" y="49"/>
                      <a:pt x="9" y="44"/>
                    </a:cubicBezTo>
                    <a:cubicBezTo>
                      <a:pt x="10" y="42"/>
                      <a:pt x="10" y="39"/>
                      <a:pt x="11" y="36"/>
                    </a:cubicBezTo>
                    <a:cubicBezTo>
                      <a:pt x="13" y="28"/>
                      <a:pt x="18" y="23"/>
                      <a:pt x="26" y="20"/>
                    </a:cubicBezTo>
                    <a:cubicBezTo>
                      <a:pt x="27" y="19"/>
                      <a:pt x="30" y="20"/>
                      <a:pt x="32" y="22"/>
                    </a:cubicBezTo>
                    <a:cubicBezTo>
                      <a:pt x="34" y="23"/>
                      <a:pt x="32" y="25"/>
                      <a:pt x="31" y="27"/>
                    </a:cubicBezTo>
                    <a:cubicBezTo>
                      <a:pt x="29" y="28"/>
                      <a:pt x="29" y="31"/>
                      <a:pt x="28" y="33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9" name="Freeform 6"/>
              <p:cNvSpPr/>
              <p:nvPr/>
            </p:nvSpPr>
            <p:spPr bwMode="auto">
              <a:xfrm>
                <a:off x="12756799" y="2388393"/>
                <a:ext cx="307975" cy="463550"/>
              </a:xfrm>
              <a:custGeom>
                <a:avLst/>
                <a:gdLst>
                  <a:gd name="T0" fmla="*/ 33 w 72"/>
                  <a:gd name="T1" fmla="*/ 76 h 109"/>
                  <a:gd name="T2" fmla="*/ 44 w 72"/>
                  <a:gd name="T3" fmla="*/ 73 h 109"/>
                  <a:gd name="T4" fmla="*/ 59 w 72"/>
                  <a:gd name="T5" fmla="*/ 71 h 109"/>
                  <a:gd name="T6" fmla="*/ 69 w 72"/>
                  <a:gd name="T7" fmla="*/ 92 h 109"/>
                  <a:gd name="T8" fmla="*/ 66 w 72"/>
                  <a:gd name="T9" fmla="*/ 94 h 109"/>
                  <a:gd name="T10" fmla="*/ 49 w 72"/>
                  <a:gd name="T11" fmla="*/ 96 h 109"/>
                  <a:gd name="T12" fmla="*/ 28 w 72"/>
                  <a:gd name="T13" fmla="*/ 106 h 109"/>
                  <a:gd name="T14" fmla="*/ 16 w 72"/>
                  <a:gd name="T15" fmla="*/ 106 h 109"/>
                  <a:gd name="T16" fmla="*/ 1 w 72"/>
                  <a:gd name="T17" fmla="*/ 80 h 109"/>
                  <a:gd name="T18" fmla="*/ 2 w 72"/>
                  <a:gd name="T19" fmla="*/ 74 h 109"/>
                  <a:gd name="T20" fmla="*/ 23 w 72"/>
                  <a:gd name="T21" fmla="*/ 31 h 109"/>
                  <a:gd name="T22" fmla="*/ 22 w 72"/>
                  <a:gd name="T23" fmla="*/ 26 h 109"/>
                  <a:gd name="T24" fmla="*/ 12 w 72"/>
                  <a:gd name="T25" fmla="*/ 16 h 109"/>
                  <a:gd name="T26" fmla="*/ 15 w 72"/>
                  <a:gd name="T27" fmla="*/ 10 h 109"/>
                  <a:gd name="T28" fmla="*/ 32 w 72"/>
                  <a:gd name="T29" fmla="*/ 5 h 109"/>
                  <a:gd name="T30" fmla="*/ 60 w 72"/>
                  <a:gd name="T31" fmla="*/ 18 h 109"/>
                  <a:gd name="T32" fmla="*/ 59 w 72"/>
                  <a:gd name="T33" fmla="*/ 26 h 109"/>
                  <a:gd name="T34" fmla="*/ 52 w 72"/>
                  <a:gd name="T35" fmla="*/ 36 h 109"/>
                  <a:gd name="T36" fmla="*/ 34 w 72"/>
                  <a:gd name="T37" fmla="*/ 72 h 109"/>
                  <a:gd name="T38" fmla="*/ 33 w 72"/>
                  <a:gd name="T39" fmla="*/ 76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</a:cxnLst>
                <a:rect l="0" t="0" r="r" b="b"/>
                <a:pathLst>
                  <a:path w="72" h="109">
                    <a:moveTo>
                      <a:pt x="33" y="76"/>
                    </a:moveTo>
                    <a:cubicBezTo>
                      <a:pt x="37" y="74"/>
                      <a:pt x="40" y="73"/>
                      <a:pt x="44" y="73"/>
                    </a:cubicBezTo>
                    <a:cubicBezTo>
                      <a:pt x="49" y="72"/>
                      <a:pt x="54" y="71"/>
                      <a:pt x="59" y="71"/>
                    </a:cubicBezTo>
                    <a:cubicBezTo>
                      <a:pt x="66" y="72"/>
                      <a:pt x="72" y="85"/>
                      <a:pt x="69" y="92"/>
                    </a:cubicBezTo>
                    <a:cubicBezTo>
                      <a:pt x="68" y="93"/>
                      <a:pt x="67" y="94"/>
                      <a:pt x="66" y="94"/>
                    </a:cubicBezTo>
                    <a:cubicBezTo>
                      <a:pt x="60" y="95"/>
                      <a:pt x="54" y="94"/>
                      <a:pt x="49" y="96"/>
                    </a:cubicBezTo>
                    <a:cubicBezTo>
                      <a:pt x="42" y="99"/>
                      <a:pt x="35" y="102"/>
                      <a:pt x="28" y="106"/>
                    </a:cubicBezTo>
                    <a:cubicBezTo>
                      <a:pt x="24" y="108"/>
                      <a:pt x="21" y="109"/>
                      <a:pt x="16" y="106"/>
                    </a:cubicBezTo>
                    <a:cubicBezTo>
                      <a:pt x="7" y="100"/>
                      <a:pt x="3" y="90"/>
                      <a:pt x="1" y="80"/>
                    </a:cubicBezTo>
                    <a:cubicBezTo>
                      <a:pt x="0" y="78"/>
                      <a:pt x="1" y="76"/>
                      <a:pt x="2" y="74"/>
                    </a:cubicBezTo>
                    <a:cubicBezTo>
                      <a:pt x="9" y="60"/>
                      <a:pt x="16" y="45"/>
                      <a:pt x="23" y="31"/>
                    </a:cubicBezTo>
                    <a:cubicBezTo>
                      <a:pt x="23" y="30"/>
                      <a:pt x="23" y="28"/>
                      <a:pt x="22" y="26"/>
                    </a:cubicBezTo>
                    <a:cubicBezTo>
                      <a:pt x="19" y="23"/>
                      <a:pt x="15" y="20"/>
                      <a:pt x="12" y="16"/>
                    </a:cubicBezTo>
                    <a:cubicBezTo>
                      <a:pt x="10" y="13"/>
                      <a:pt x="11" y="11"/>
                      <a:pt x="15" y="10"/>
                    </a:cubicBezTo>
                    <a:cubicBezTo>
                      <a:pt x="21" y="9"/>
                      <a:pt x="26" y="7"/>
                      <a:pt x="32" y="5"/>
                    </a:cubicBezTo>
                    <a:cubicBezTo>
                      <a:pt x="44" y="0"/>
                      <a:pt x="57" y="6"/>
                      <a:pt x="60" y="18"/>
                    </a:cubicBezTo>
                    <a:cubicBezTo>
                      <a:pt x="61" y="21"/>
                      <a:pt x="60" y="24"/>
                      <a:pt x="59" y="26"/>
                    </a:cubicBezTo>
                    <a:cubicBezTo>
                      <a:pt x="57" y="29"/>
                      <a:pt x="54" y="33"/>
                      <a:pt x="52" y="36"/>
                    </a:cubicBezTo>
                    <a:cubicBezTo>
                      <a:pt x="46" y="48"/>
                      <a:pt x="40" y="60"/>
                      <a:pt x="34" y="72"/>
                    </a:cubicBezTo>
                    <a:cubicBezTo>
                      <a:pt x="34" y="72"/>
                      <a:pt x="34" y="74"/>
                      <a:pt x="33" y="76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grpSp>
            <p:nvGrpSpPr>
              <p:cNvPr id="30" name="组合 29"/>
              <p:cNvGrpSpPr/>
              <p:nvPr/>
            </p:nvGrpSpPr>
            <p:grpSpPr>
              <a:xfrm>
                <a:off x="10340336" y="2247899"/>
                <a:ext cx="547688" cy="679451"/>
                <a:chOff x="5548313" y="2084388"/>
                <a:chExt cx="547688" cy="679451"/>
              </a:xfrm>
              <a:grpFill/>
            </p:grpSpPr>
            <p:sp>
              <p:nvSpPr>
                <p:cNvPr id="35" name="Freeform 7"/>
                <p:cNvSpPr/>
                <p:nvPr/>
              </p:nvSpPr>
              <p:spPr bwMode="auto">
                <a:xfrm>
                  <a:off x="5548313" y="2084388"/>
                  <a:ext cx="547688" cy="446088"/>
                </a:xfrm>
                <a:custGeom>
                  <a:avLst/>
                  <a:gdLst>
                    <a:gd name="T0" fmla="*/ 101 w 128"/>
                    <a:gd name="T1" fmla="*/ 58 h 105"/>
                    <a:gd name="T2" fmla="*/ 74 w 128"/>
                    <a:gd name="T3" fmla="*/ 56 h 105"/>
                    <a:gd name="T4" fmla="*/ 68 w 128"/>
                    <a:gd name="T5" fmla="*/ 57 h 105"/>
                    <a:gd name="T6" fmla="*/ 51 w 128"/>
                    <a:gd name="T7" fmla="*/ 59 h 105"/>
                    <a:gd name="T8" fmla="*/ 36 w 128"/>
                    <a:gd name="T9" fmla="*/ 65 h 105"/>
                    <a:gd name="T10" fmla="*/ 28 w 128"/>
                    <a:gd name="T11" fmla="*/ 73 h 105"/>
                    <a:gd name="T12" fmla="*/ 16 w 128"/>
                    <a:gd name="T13" fmla="*/ 102 h 105"/>
                    <a:gd name="T14" fmla="*/ 13 w 128"/>
                    <a:gd name="T15" fmla="*/ 104 h 105"/>
                    <a:gd name="T16" fmla="*/ 1 w 128"/>
                    <a:gd name="T17" fmla="*/ 98 h 105"/>
                    <a:gd name="T18" fmla="*/ 0 w 128"/>
                    <a:gd name="T19" fmla="*/ 93 h 105"/>
                    <a:gd name="T20" fmla="*/ 15 w 128"/>
                    <a:gd name="T21" fmla="*/ 60 h 105"/>
                    <a:gd name="T22" fmla="*/ 16 w 128"/>
                    <a:gd name="T23" fmla="*/ 58 h 105"/>
                    <a:gd name="T24" fmla="*/ 20 w 128"/>
                    <a:gd name="T25" fmla="*/ 52 h 105"/>
                    <a:gd name="T26" fmla="*/ 32 w 128"/>
                    <a:gd name="T27" fmla="*/ 54 h 105"/>
                    <a:gd name="T28" fmla="*/ 39 w 128"/>
                    <a:gd name="T29" fmla="*/ 55 h 105"/>
                    <a:gd name="T30" fmla="*/ 72 w 128"/>
                    <a:gd name="T31" fmla="*/ 21 h 105"/>
                    <a:gd name="T32" fmla="*/ 74 w 128"/>
                    <a:gd name="T33" fmla="*/ 16 h 105"/>
                    <a:gd name="T34" fmla="*/ 74 w 128"/>
                    <a:gd name="T35" fmla="*/ 11 h 105"/>
                    <a:gd name="T36" fmla="*/ 71 w 128"/>
                    <a:gd name="T37" fmla="*/ 11 h 105"/>
                    <a:gd name="T38" fmla="*/ 68 w 128"/>
                    <a:gd name="T39" fmla="*/ 15 h 105"/>
                    <a:gd name="T40" fmla="*/ 68 w 128"/>
                    <a:gd name="T41" fmla="*/ 21 h 105"/>
                    <a:gd name="T42" fmla="*/ 59 w 128"/>
                    <a:gd name="T43" fmla="*/ 29 h 105"/>
                    <a:gd name="T44" fmla="*/ 53 w 128"/>
                    <a:gd name="T45" fmla="*/ 27 h 105"/>
                    <a:gd name="T46" fmla="*/ 47 w 128"/>
                    <a:gd name="T47" fmla="*/ 24 h 105"/>
                    <a:gd name="T48" fmla="*/ 47 w 128"/>
                    <a:gd name="T49" fmla="*/ 32 h 105"/>
                    <a:gd name="T50" fmla="*/ 47 w 128"/>
                    <a:gd name="T51" fmla="*/ 34 h 105"/>
                    <a:gd name="T52" fmla="*/ 43 w 128"/>
                    <a:gd name="T53" fmla="*/ 45 h 105"/>
                    <a:gd name="T54" fmla="*/ 31 w 128"/>
                    <a:gd name="T55" fmla="*/ 39 h 105"/>
                    <a:gd name="T56" fmla="*/ 29 w 128"/>
                    <a:gd name="T57" fmla="*/ 23 h 105"/>
                    <a:gd name="T58" fmla="*/ 33 w 128"/>
                    <a:gd name="T59" fmla="*/ 14 h 105"/>
                    <a:gd name="T60" fmla="*/ 36 w 128"/>
                    <a:gd name="T61" fmla="*/ 9 h 105"/>
                    <a:gd name="T62" fmla="*/ 42 w 128"/>
                    <a:gd name="T63" fmla="*/ 13 h 105"/>
                    <a:gd name="T64" fmla="*/ 44 w 128"/>
                    <a:gd name="T65" fmla="*/ 16 h 105"/>
                    <a:gd name="T66" fmla="*/ 57 w 128"/>
                    <a:gd name="T67" fmla="*/ 14 h 105"/>
                    <a:gd name="T68" fmla="*/ 62 w 128"/>
                    <a:gd name="T69" fmla="*/ 11 h 105"/>
                    <a:gd name="T70" fmla="*/ 84 w 128"/>
                    <a:gd name="T71" fmla="*/ 0 h 105"/>
                    <a:gd name="T72" fmla="*/ 96 w 128"/>
                    <a:gd name="T73" fmla="*/ 7 h 105"/>
                    <a:gd name="T74" fmla="*/ 96 w 128"/>
                    <a:gd name="T75" fmla="*/ 20 h 105"/>
                    <a:gd name="T76" fmla="*/ 83 w 128"/>
                    <a:gd name="T77" fmla="*/ 43 h 105"/>
                    <a:gd name="T78" fmla="*/ 94 w 128"/>
                    <a:gd name="T79" fmla="*/ 44 h 105"/>
                    <a:gd name="T80" fmla="*/ 122 w 128"/>
                    <a:gd name="T81" fmla="*/ 59 h 105"/>
                    <a:gd name="T82" fmla="*/ 120 w 128"/>
                    <a:gd name="T83" fmla="*/ 73 h 105"/>
                    <a:gd name="T84" fmla="*/ 98 w 128"/>
                    <a:gd name="T85" fmla="*/ 73 h 105"/>
                    <a:gd name="T86" fmla="*/ 97 w 128"/>
                    <a:gd name="T87" fmla="*/ 66 h 105"/>
                    <a:gd name="T88" fmla="*/ 101 w 128"/>
                    <a:gd name="T89" fmla="*/ 58 h 10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</a:cxnLst>
                  <a:rect l="0" t="0" r="r" b="b"/>
                  <a:pathLst>
                    <a:path w="128" h="105">
                      <a:moveTo>
                        <a:pt x="101" y="58"/>
                      </a:moveTo>
                      <a:cubicBezTo>
                        <a:pt x="94" y="52"/>
                        <a:pt x="81" y="52"/>
                        <a:pt x="74" y="56"/>
                      </a:cubicBezTo>
                      <a:cubicBezTo>
                        <a:pt x="73" y="57"/>
                        <a:pt x="70" y="58"/>
                        <a:pt x="68" y="57"/>
                      </a:cubicBezTo>
                      <a:cubicBezTo>
                        <a:pt x="62" y="56"/>
                        <a:pt x="57" y="57"/>
                        <a:pt x="51" y="59"/>
                      </a:cubicBezTo>
                      <a:cubicBezTo>
                        <a:pt x="46" y="61"/>
                        <a:pt x="41" y="63"/>
                        <a:pt x="36" y="65"/>
                      </a:cubicBezTo>
                      <a:cubicBezTo>
                        <a:pt x="32" y="67"/>
                        <a:pt x="29" y="69"/>
                        <a:pt x="28" y="73"/>
                      </a:cubicBezTo>
                      <a:cubicBezTo>
                        <a:pt x="24" y="82"/>
                        <a:pt x="20" y="92"/>
                        <a:pt x="16" y="102"/>
                      </a:cubicBezTo>
                      <a:cubicBezTo>
                        <a:pt x="16" y="103"/>
                        <a:pt x="14" y="105"/>
                        <a:pt x="13" y="104"/>
                      </a:cubicBezTo>
                      <a:cubicBezTo>
                        <a:pt x="9" y="103"/>
                        <a:pt x="5" y="100"/>
                        <a:pt x="1" y="98"/>
                      </a:cubicBezTo>
                      <a:cubicBezTo>
                        <a:pt x="0" y="97"/>
                        <a:pt x="0" y="95"/>
                        <a:pt x="0" y="93"/>
                      </a:cubicBezTo>
                      <a:cubicBezTo>
                        <a:pt x="5" y="82"/>
                        <a:pt x="10" y="71"/>
                        <a:pt x="15" y="60"/>
                      </a:cubicBezTo>
                      <a:cubicBezTo>
                        <a:pt x="15" y="59"/>
                        <a:pt x="16" y="59"/>
                        <a:pt x="16" y="58"/>
                      </a:cubicBezTo>
                      <a:cubicBezTo>
                        <a:pt x="18" y="56"/>
                        <a:pt x="19" y="52"/>
                        <a:pt x="20" y="52"/>
                      </a:cubicBezTo>
                      <a:cubicBezTo>
                        <a:pt x="24" y="52"/>
                        <a:pt x="29" y="52"/>
                        <a:pt x="32" y="54"/>
                      </a:cubicBezTo>
                      <a:cubicBezTo>
                        <a:pt x="35" y="55"/>
                        <a:pt x="36" y="56"/>
                        <a:pt x="39" y="55"/>
                      </a:cubicBezTo>
                      <a:cubicBezTo>
                        <a:pt x="57" y="50"/>
                        <a:pt x="66" y="37"/>
                        <a:pt x="72" y="21"/>
                      </a:cubicBezTo>
                      <a:cubicBezTo>
                        <a:pt x="72" y="20"/>
                        <a:pt x="73" y="18"/>
                        <a:pt x="74" y="16"/>
                      </a:cubicBezTo>
                      <a:cubicBezTo>
                        <a:pt x="74" y="14"/>
                        <a:pt x="74" y="13"/>
                        <a:pt x="74" y="11"/>
                      </a:cubicBezTo>
                      <a:cubicBezTo>
                        <a:pt x="74" y="11"/>
                        <a:pt x="72" y="10"/>
                        <a:pt x="71" y="11"/>
                      </a:cubicBezTo>
                      <a:cubicBezTo>
                        <a:pt x="70" y="12"/>
                        <a:pt x="68" y="13"/>
                        <a:pt x="68" y="15"/>
                      </a:cubicBezTo>
                      <a:cubicBezTo>
                        <a:pt x="67" y="17"/>
                        <a:pt x="68" y="19"/>
                        <a:pt x="68" y="21"/>
                      </a:cubicBezTo>
                      <a:cubicBezTo>
                        <a:pt x="69" y="28"/>
                        <a:pt x="68" y="30"/>
                        <a:pt x="59" y="29"/>
                      </a:cubicBezTo>
                      <a:cubicBezTo>
                        <a:pt x="57" y="29"/>
                        <a:pt x="55" y="28"/>
                        <a:pt x="53" y="27"/>
                      </a:cubicBezTo>
                      <a:cubicBezTo>
                        <a:pt x="51" y="26"/>
                        <a:pt x="49" y="25"/>
                        <a:pt x="47" y="24"/>
                      </a:cubicBezTo>
                      <a:cubicBezTo>
                        <a:pt x="47" y="27"/>
                        <a:pt x="47" y="29"/>
                        <a:pt x="47" y="32"/>
                      </a:cubicBezTo>
                      <a:cubicBezTo>
                        <a:pt x="47" y="33"/>
                        <a:pt x="47" y="33"/>
                        <a:pt x="47" y="34"/>
                      </a:cubicBezTo>
                      <a:cubicBezTo>
                        <a:pt x="47" y="38"/>
                        <a:pt x="48" y="43"/>
                        <a:pt x="43" y="45"/>
                      </a:cubicBezTo>
                      <a:cubicBezTo>
                        <a:pt x="39" y="46"/>
                        <a:pt x="34" y="44"/>
                        <a:pt x="31" y="39"/>
                      </a:cubicBezTo>
                      <a:cubicBezTo>
                        <a:pt x="28" y="34"/>
                        <a:pt x="25" y="29"/>
                        <a:pt x="29" y="23"/>
                      </a:cubicBezTo>
                      <a:cubicBezTo>
                        <a:pt x="31" y="20"/>
                        <a:pt x="31" y="17"/>
                        <a:pt x="33" y="14"/>
                      </a:cubicBezTo>
                      <a:cubicBezTo>
                        <a:pt x="34" y="12"/>
                        <a:pt x="35" y="9"/>
                        <a:pt x="36" y="9"/>
                      </a:cubicBezTo>
                      <a:cubicBezTo>
                        <a:pt x="38" y="10"/>
                        <a:pt x="40" y="11"/>
                        <a:pt x="42" y="13"/>
                      </a:cubicBezTo>
                      <a:cubicBezTo>
                        <a:pt x="42" y="13"/>
                        <a:pt x="43" y="15"/>
                        <a:pt x="44" y="16"/>
                      </a:cubicBezTo>
                      <a:cubicBezTo>
                        <a:pt x="48" y="13"/>
                        <a:pt x="52" y="11"/>
                        <a:pt x="57" y="14"/>
                      </a:cubicBezTo>
                      <a:cubicBezTo>
                        <a:pt x="58" y="15"/>
                        <a:pt x="61" y="13"/>
                        <a:pt x="62" y="11"/>
                      </a:cubicBezTo>
                      <a:cubicBezTo>
                        <a:pt x="69" y="5"/>
                        <a:pt x="75" y="0"/>
                        <a:pt x="84" y="0"/>
                      </a:cubicBezTo>
                      <a:cubicBezTo>
                        <a:pt x="89" y="0"/>
                        <a:pt x="93" y="2"/>
                        <a:pt x="96" y="7"/>
                      </a:cubicBezTo>
                      <a:cubicBezTo>
                        <a:pt x="99" y="11"/>
                        <a:pt x="98" y="15"/>
                        <a:pt x="96" y="20"/>
                      </a:cubicBezTo>
                      <a:cubicBezTo>
                        <a:pt x="91" y="27"/>
                        <a:pt x="87" y="35"/>
                        <a:pt x="83" y="43"/>
                      </a:cubicBezTo>
                      <a:cubicBezTo>
                        <a:pt x="88" y="43"/>
                        <a:pt x="91" y="44"/>
                        <a:pt x="94" y="44"/>
                      </a:cubicBezTo>
                      <a:cubicBezTo>
                        <a:pt x="105" y="46"/>
                        <a:pt x="115" y="50"/>
                        <a:pt x="122" y="59"/>
                      </a:cubicBezTo>
                      <a:cubicBezTo>
                        <a:pt x="128" y="65"/>
                        <a:pt x="127" y="68"/>
                        <a:pt x="120" y="73"/>
                      </a:cubicBezTo>
                      <a:cubicBezTo>
                        <a:pt x="113" y="77"/>
                        <a:pt x="105" y="77"/>
                        <a:pt x="98" y="73"/>
                      </a:cubicBezTo>
                      <a:cubicBezTo>
                        <a:pt x="95" y="71"/>
                        <a:pt x="95" y="69"/>
                        <a:pt x="97" y="66"/>
                      </a:cubicBezTo>
                      <a:cubicBezTo>
                        <a:pt x="98" y="64"/>
                        <a:pt x="100" y="61"/>
                        <a:pt x="101" y="58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6" name="Freeform 8"/>
                <p:cNvSpPr/>
                <p:nvPr/>
              </p:nvSpPr>
              <p:spPr bwMode="auto">
                <a:xfrm>
                  <a:off x="5664200" y="2355851"/>
                  <a:ext cx="341313" cy="407988"/>
                </a:xfrm>
                <a:custGeom>
                  <a:avLst/>
                  <a:gdLst>
                    <a:gd name="T0" fmla="*/ 46 w 80"/>
                    <a:gd name="T1" fmla="*/ 29 h 96"/>
                    <a:gd name="T2" fmla="*/ 65 w 80"/>
                    <a:gd name="T3" fmla="*/ 29 h 96"/>
                    <a:gd name="T4" fmla="*/ 79 w 80"/>
                    <a:gd name="T5" fmla="*/ 41 h 96"/>
                    <a:gd name="T6" fmla="*/ 74 w 80"/>
                    <a:gd name="T7" fmla="*/ 43 h 96"/>
                    <a:gd name="T8" fmla="*/ 60 w 80"/>
                    <a:gd name="T9" fmla="*/ 43 h 96"/>
                    <a:gd name="T10" fmla="*/ 52 w 80"/>
                    <a:gd name="T11" fmla="*/ 50 h 96"/>
                    <a:gd name="T12" fmla="*/ 49 w 80"/>
                    <a:gd name="T13" fmla="*/ 87 h 96"/>
                    <a:gd name="T14" fmla="*/ 37 w 80"/>
                    <a:gd name="T15" fmla="*/ 95 h 96"/>
                    <a:gd name="T16" fmla="*/ 21 w 80"/>
                    <a:gd name="T17" fmla="*/ 68 h 96"/>
                    <a:gd name="T18" fmla="*/ 22 w 80"/>
                    <a:gd name="T19" fmla="*/ 62 h 96"/>
                    <a:gd name="T20" fmla="*/ 30 w 80"/>
                    <a:gd name="T21" fmla="*/ 72 h 96"/>
                    <a:gd name="T22" fmla="*/ 40 w 80"/>
                    <a:gd name="T23" fmla="*/ 70 h 96"/>
                    <a:gd name="T24" fmla="*/ 43 w 80"/>
                    <a:gd name="T25" fmla="*/ 46 h 96"/>
                    <a:gd name="T26" fmla="*/ 24 w 80"/>
                    <a:gd name="T27" fmla="*/ 52 h 96"/>
                    <a:gd name="T28" fmla="*/ 19 w 80"/>
                    <a:gd name="T29" fmla="*/ 54 h 96"/>
                    <a:gd name="T30" fmla="*/ 6 w 80"/>
                    <a:gd name="T31" fmla="*/ 54 h 96"/>
                    <a:gd name="T32" fmla="*/ 2 w 80"/>
                    <a:gd name="T33" fmla="*/ 40 h 96"/>
                    <a:gd name="T34" fmla="*/ 6 w 80"/>
                    <a:gd name="T35" fmla="*/ 37 h 96"/>
                    <a:gd name="T36" fmla="*/ 28 w 80"/>
                    <a:gd name="T37" fmla="*/ 33 h 96"/>
                    <a:gd name="T38" fmla="*/ 33 w 80"/>
                    <a:gd name="T39" fmla="*/ 32 h 96"/>
                    <a:gd name="T40" fmla="*/ 36 w 80"/>
                    <a:gd name="T41" fmla="*/ 22 h 96"/>
                    <a:gd name="T42" fmla="*/ 46 w 80"/>
                    <a:gd name="T43" fmla="*/ 12 h 96"/>
                    <a:gd name="T44" fmla="*/ 45 w 80"/>
                    <a:gd name="T45" fmla="*/ 10 h 96"/>
                    <a:gd name="T46" fmla="*/ 26 w 80"/>
                    <a:gd name="T47" fmla="*/ 17 h 96"/>
                    <a:gd name="T48" fmla="*/ 15 w 80"/>
                    <a:gd name="T49" fmla="*/ 24 h 96"/>
                    <a:gd name="T50" fmla="*/ 5 w 80"/>
                    <a:gd name="T51" fmla="*/ 22 h 96"/>
                    <a:gd name="T52" fmla="*/ 1 w 80"/>
                    <a:gd name="T53" fmla="*/ 17 h 96"/>
                    <a:gd name="T54" fmla="*/ 36 w 80"/>
                    <a:gd name="T55" fmla="*/ 2 h 96"/>
                    <a:gd name="T56" fmla="*/ 55 w 80"/>
                    <a:gd name="T57" fmla="*/ 0 h 96"/>
                    <a:gd name="T58" fmla="*/ 61 w 80"/>
                    <a:gd name="T59" fmla="*/ 6 h 96"/>
                    <a:gd name="T60" fmla="*/ 59 w 80"/>
                    <a:gd name="T61" fmla="*/ 13 h 96"/>
                    <a:gd name="T62" fmla="*/ 46 w 80"/>
                    <a:gd name="T63" fmla="*/ 29 h 96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</a:cxnLst>
                  <a:rect l="0" t="0" r="r" b="b"/>
                  <a:pathLst>
                    <a:path w="80" h="96">
                      <a:moveTo>
                        <a:pt x="46" y="29"/>
                      </a:moveTo>
                      <a:cubicBezTo>
                        <a:pt x="53" y="30"/>
                        <a:pt x="59" y="31"/>
                        <a:pt x="65" y="29"/>
                      </a:cubicBezTo>
                      <a:cubicBezTo>
                        <a:pt x="71" y="27"/>
                        <a:pt x="80" y="34"/>
                        <a:pt x="79" y="41"/>
                      </a:cubicBezTo>
                      <a:cubicBezTo>
                        <a:pt x="79" y="42"/>
                        <a:pt x="76" y="43"/>
                        <a:pt x="74" y="43"/>
                      </a:cubicBezTo>
                      <a:cubicBezTo>
                        <a:pt x="70" y="43"/>
                        <a:pt x="65" y="43"/>
                        <a:pt x="60" y="43"/>
                      </a:cubicBezTo>
                      <a:cubicBezTo>
                        <a:pt x="53" y="42"/>
                        <a:pt x="52" y="44"/>
                        <a:pt x="52" y="50"/>
                      </a:cubicBezTo>
                      <a:cubicBezTo>
                        <a:pt x="51" y="62"/>
                        <a:pt x="51" y="75"/>
                        <a:pt x="49" y="87"/>
                      </a:cubicBezTo>
                      <a:cubicBezTo>
                        <a:pt x="48" y="95"/>
                        <a:pt x="45" y="96"/>
                        <a:pt x="37" y="95"/>
                      </a:cubicBezTo>
                      <a:cubicBezTo>
                        <a:pt x="25" y="92"/>
                        <a:pt x="15" y="82"/>
                        <a:pt x="21" y="68"/>
                      </a:cubicBezTo>
                      <a:cubicBezTo>
                        <a:pt x="21" y="66"/>
                        <a:pt x="21" y="64"/>
                        <a:pt x="22" y="62"/>
                      </a:cubicBezTo>
                      <a:cubicBezTo>
                        <a:pt x="24" y="65"/>
                        <a:pt x="27" y="69"/>
                        <a:pt x="30" y="72"/>
                      </a:cubicBezTo>
                      <a:cubicBezTo>
                        <a:pt x="33" y="76"/>
                        <a:pt x="39" y="75"/>
                        <a:pt x="40" y="70"/>
                      </a:cubicBezTo>
                      <a:cubicBezTo>
                        <a:pt x="41" y="62"/>
                        <a:pt x="42" y="54"/>
                        <a:pt x="43" y="46"/>
                      </a:cubicBezTo>
                      <a:cubicBezTo>
                        <a:pt x="35" y="45"/>
                        <a:pt x="30" y="49"/>
                        <a:pt x="24" y="52"/>
                      </a:cubicBezTo>
                      <a:cubicBezTo>
                        <a:pt x="22" y="52"/>
                        <a:pt x="21" y="54"/>
                        <a:pt x="19" y="54"/>
                      </a:cubicBezTo>
                      <a:cubicBezTo>
                        <a:pt x="14" y="58"/>
                        <a:pt x="11" y="57"/>
                        <a:pt x="6" y="54"/>
                      </a:cubicBezTo>
                      <a:cubicBezTo>
                        <a:pt x="3" y="51"/>
                        <a:pt x="0" y="44"/>
                        <a:pt x="2" y="40"/>
                      </a:cubicBezTo>
                      <a:cubicBezTo>
                        <a:pt x="2" y="39"/>
                        <a:pt x="5" y="37"/>
                        <a:pt x="6" y="37"/>
                      </a:cubicBezTo>
                      <a:cubicBezTo>
                        <a:pt x="14" y="39"/>
                        <a:pt x="20" y="35"/>
                        <a:pt x="28" y="33"/>
                      </a:cubicBezTo>
                      <a:cubicBezTo>
                        <a:pt x="29" y="33"/>
                        <a:pt x="31" y="32"/>
                        <a:pt x="33" y="32"/>
                      </a:cubicBezTo>
                      <a:cubicBezTo>
                        <a:pt x="31" y="27"/>
                        <a:pt x="31" y="24"/>
                        <a:pt x="36" y="22"/>
                      </a:cubicBezTo>
                      <a:cubicBezTo>
                        <a:pt x="39" y="19"/>
                        <a:pt x="42" y="15"/>
                        <a:pt x="46" y="12"/>
                      </a:cubicBezTo>
                      <a:cubicBezTo>
                        <a:pt x="45" y="11"/>
                        <a:pt x="45" y="11"/>
                        <a:pt x="45" y="10"/>
                      </a:cubicBezTo>
                      <a:cubicBezTo>
                        <a:pt x="38" y="13"/>
                        <a:pt x="32" y="15"/>
                        <a:pt x="26" y="17"/>
                      </a:cubicBezTo>
                      <a:cubicBezTo>
                        <a:pt x="22" y="19"/>
                        <a:pt x="18" y="22"/>
                        <a:pt x="15" y="24"/>
                      </a:cubicBezTo>
                      <a:cubicBezTo>
                        <a:pt x="11" y="26"/>
                        <a:pt x="7" y="27"/>
                        <a:pt x="5" y="22"/>
                      </a:cubicBezTo>
                      <a:cubicBezTo>
                        <a:pt x="4" y="20"/>
                        <a:pt x="3" y="19"/>
                        <a:pt x="1" y="17"/>
                      </a:cubicBezTo>
                      <a:cubicBezTo>
                        <a:pt x="13" y="12"/>
                        <a:pt x="25" y="6"/>
                        <a:pt x="36" y="2"/>
                      </a:cubicBezTo>
                      <a:cubicBezTo>
                        <a:pt x="42" y="0"/>
                        <a:pt x="49" y="0"/>
                        <a:pt x="55" y="0"/>
                      </a:cubicBezTo>
                      <a:cubicBezTo>
                        <a:pt x="57" y="0"/>
                        <a:pt x="60" y="4"/>
                        <a:pt x="61" y="6"/>
                      </a:cubicBezTo>
                      <a:cubicBezTo>
                        <a:pt x="62" y="8"/>
                        <a:pt x="61" y="11"/>
                        <a:pt x="59" y="13"/>
                      </a:cubicBezTo>
                      <a:cubicBezTo>
                        <a:pt x="55" y="18"/>
                        <a:pt x="51" y="23"/>
                        <a:pt x="4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31" name="组合 30"/>
              <p:cNvGrpSpPr/>
              <p:nvPr/>
            </p:nvGrpSpPr>
            <p:grpSpPr>
              <a:xfrm>
                <a:off x="11192276" y="2400300"/>
                <a:ext cx="322175" cy="373063"/>
                <a:chOff x="3792874" y="3138488"/>
                <a:chExt cx="322175" cy="373063"/>
              </a:xfrm>
              <a:grpFill/>
            </p:grpSpPr>
            <p:sp>
              <p:nvSpPr>
                <p:cNvPr id="32" name="Freeform 15"/>
                <p:cNvSpPr/>
                <p:nvPr/>
              </p:nvSpPr>
              <p:spPr bwMode="auto">
                <a:xfrm>
                  <a:off x="3792874" y="3235325"/>
                  <a:ext cx="112625" cy="246063"/>
                </a:xfrm>
                <a:custGeom>
                  <a:avLst/>
                  <a:gdLst>
                    <a:gd name="T0" fmla="*/ 16 w 39"/>
                    <a:gd name="T1" fmla="*/ 29 h 58"/>
                    <a:gd name="T2" fmla="*/ 27 w 39"/>
                    <a:gd name="T3" fmla="*/ 7 h 58"/>
                    <a:gd name="T4" fmla="*/ 31 w 39"/>
                    <a:gd name="T5" fmla="*/ 1 h 58"/>
                    <a:gd name="T6" fmla="*/ 34 w 39"/>
                    <a:gd name="T7" fmla="*/ 6 h 58"/>
                    <a:gd name="T8" fmla="*/ 35 w 39"/>
                    <a:gd name="T9" fmla="*/ 26 h 58"/>
                    <a:gd name="T10" fmla="*/ 20 w 39"/>
                    <a:gd name="T11" fmla="*/ 52 h 58"/>
                    <a:gd name="T12" fmla="*/ 9 w 39"/>
                    <a:gd name="T13" fmla="*/ 57 h 58"/>
                    <a:gd name="T14" fmla="*/ 1 w 39"/>
                    <a:gd name="T15" fmla="*/ 43 h 58"/>
                    <a:gd name="T16" fmla="*/ 4 w 39"/>
                    <a:gd name="T17" fmla="*/ 6 h 58"/>
                    <a:gd name="T18" fmla="*/ 8 w 39"/>
                    <a:gd name="T19" fmla="*/ 0 h 58"/>
                    <a:gd name="T20" fmla="*/ 15 w 39"/>
                    <a:gd name="T21" fmla="*/ 6 h 58"/>
                    <a:gd name="T22" fmla="*/ 14 w 39"/>
                    <a:gd name="T23" fmla="*/ 20 h 58"/>
                    <a:gd name="T24" fmla="*/ 14 w 39"/>
                    <a:gd name="T25" fmla="*/ 28 h 58"/>
                    <a:gd name="T26" fmla="*/ 16 w 39"/>
                    <a:gd name="T27" fmla="*/ 29 h 5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39" h="58">
                      <a:moveTo>
                        <a:pt x="16" y="29"/>
                      </a:moveTo>
                      <a:cubicBezTo>
                        <a:pt x="19" y="21"/>
                        <a:pt x="23" y="14"/>
                        <a:pt x="27" y="7"/>
                      </a:cubicBezTo>
                      <a:cubicBezTo>
                        <a:pt x="28" y="5"/>
                        <a:pt x="29" y="3"/>
                        <a:pt x="31" y="1"/>
                      </a:cubicBezTo>
                      <a:cubicBezTo>
                        <a:pt x="32" y="3"/>
                        <a:pt x="33" y="4"/>
                        <a:pt x="34" y="6"/>
                      </a:cubicBezTo>
                      <a:cubicBezTo>
                        <a:pt x="37" y="12"/>
                        <a:pt x="39" y="19"/>
                        <a:pt x="35" y="26"/>
                      </a:cubicBezTo>
                      <a:cubicBezTo>
                        <a:pt x="30" y="34"/>
                        <a:pt x="25" y="43"/>
                        <a:pt x="20" y="52"/>
                      </a:cubicBezTo>
                      <a:cubicBezTo>
                        <a:pt x="18" y="56"/>
                        <a:pt x="12" y="58"/>
                        <a:pt x="9" y="57"/>
                      </a:cubicBezTo>
                      <a:cubicBezTo>
                        <a:pt x="2" y="54"/>
                        <a:pt x="0" y="50"/>
                        <a:pt x="1" y="43"/>
                      </a:cubicBezTo>
                      <a:cubicBezTo>
                        <a:pt x="2" y="31"/>
                        <a:pt x="3" y="18"/>
                        <a:pt x="4" y="6"/>
                      </a:cubicBezTo>
                      <a:cubicBezTo>
                        <a:pt x="4" y="4"/>
                        <a:pt x="4" y="0"/>
                        <a:pt x="8" y="0"/>
                      </a:cubicBezTo>
                      <a:cubicBezTo>
                        <a:pt x="11" y="0"/>
                        <a:pt x="15" y="1"/>
                        <a:pt x="15" y="6"/>
                      </a:cubicBezTo>
                      <a:cubicBezTo>
                        <a:pt x="15" y="10"/>
                        <a:pt x="14" y="15"/>
                        <a:pt x="14" y="20"/>
                      </a:cubicBezTo>
                      <a:cubicBezTo>
                        <a:pt x="14" y="23"/>
                        <a:pt x="14" y="25"/>
                        <a:pt x="14" y="28"/>
                      </a:cubicBezTo>
                      <a:cubicBezTo>
                        <a:pt x="14" y="28"/>
                        <a:pt x="15" y="28"/>
                        <a:pt x="16" y="29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3" name="Freeform 16"/>
                <p:cNvSpPr/>
                <p:nvPr/>
              </p:nvSpPr>
              <p:spPr bwMode="auto">
                <a:xfrm>
                  <a:off x="3980111" y="3138488"/>
                  <a:ext cx="134938" cy="373063"/>
                </a:xfrm>
                <a:custGeom>
                  <a:avLst/>
                  <a:gdLst>
                    <a:gd name="T0" fmla="*/ 9 w 47"/>
                    <a:gd name="T1" fmla="*/ 73 h 88"/>
                    <a:gd name="T2" fmla="*/ 3 w 47"/>
                    <a:gd name="T3" fmla="*/ 67 h 88"/>
                    <a:gd name="T4" fmla="*/ 3 w 47"/>
                    <a:gd name="T5" fmla="*/ 57 h 88"/>
                    <a:gd name="T6" fmla="*/ 20 w 47"/>
                    <a:gd name="T7" fmla="*/ 38 h 88"/>
                    <a:gd name="T8" fmla="*/ 33 w 47"/>
                    <a:gd name="T9" fmla="*/ 20 h 88"/>
                    <a:gd name="T10" fmla="*/ 33 w 47"/>
                    <a:gd name="T11" fmla="*/ 4 h 88"/>
                    <a:gd name="T12" fmla="*/ 32 w 47"/>
                    <a:gd name="T13" fmla="*/ 1 h 88"/>
                    <a:gd name="T14" fmla="*/ 33 w 47"/>
                    <a:gd name="T15" fmla="*/ 0 h 88"/>
                    <a:gd name="T16" fmla="*/ 41 w 47"/>
                    <a:gd name="T17" fmla="*/ 6 h 88"/>
                    <a:gd name="T18" fmla="*/ 43 w 47"/>
                    <a:gd name="T19" fmla="*/ 26 h 88"/>
                    <a:gd name="T20" fmla="*/ 29 w 47"/>
                    <a:gd name="T21" fmla="*/ 48 h 88"/>
                    <a:gd name="T22" fmla="*/ 30 w 47"/>
                    <a:gd name="T23" fmla="*/ 52 h 88"/>
                    <a:gd name="T24" fmla="*/ 40 w 47"/>
                    <a:gd name="T25" fmla="*/ 73 h 88"/>
                    <a:gd name="T26" fmla="*/ 41 w 47"/>
                    <a:gd name="T27" fmla="*/ 84 h 88"/>
                    <a:gd name="T28" fmla="*/ 37 w 47"/>
                    <a:gd name="T29" fmla="*/ 86 h 88"/>
                    <a:gd name="T30" fmla="*/ 31 w 47"/>
                    <a:gd name="T31" fmla="*/ 75 h 88"/>
                    <a:gd name="T32" fmla="*/ 28 w 47"/>
                    <a:gd name="T33" fmla="*/ 60 h 88"/>
                    <a:gd name="T34" fmla="*/ 22 w 47"/>
                    <a:gd name="T35" fmla="*/ 59 h 88"/>
                    <a:gd name="T36" fmla="*/ 9 w 47"/>
                    <a:gd name="T37" fmla="*/ 73 h 88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</a:cxnLst>
                  <a:rect l="0" t="0" r="r" b="b"/>
                  <a:pathLst>
                    <a:path w="47" h="88">
                      <a:moveTo>
                        <a:pt x="9" y="73"/>
                      </a:moveTo>
                      <a:cubicBezTo>
                        <a:pt x="7" y="71"/>
                        <a:pt x="5" y="69"/>
                        <a:pt x="3" y="67"/>
                      </a:cubicBezTo>
                      <a:cubicBezTo>
                        <a:pt x="1" y="64"/>
                        <a:pt x="0" y="61"/>
                        <a:pt x="3" y="57"/>
                      </a:cubicBezTo>
                      <a:cubicBezTo>
                        <a:pt x="9" y="51"/>
                        <a:pt x="14" y="45"/>
                        <a:pt x="20" y="38"/>
                      </a:cubicBezTo>
                      <a:cubicBezTo>
                        <a:pt x="24" y="32"/>
                        <a:pt x="28" y="26"/>
                        <a:pt x="33" y="20"/>
                      </a:cubicBezTo>
                      <a:cubicBezTo>
                        <a:pt x="36" y="15"/>
                        <a:pt x="36" y="9"/>
                        <a:pt x="33" y="4"/>
                      </a:cubicBezTo>
                      <a:cubicBezTo>
                        <a:pt x="32" y="3"/>
                        <a:pt x="32" y="2"/>
                        <a:pt x="32" y="1"/>
                      </a:cubicBezTo>
                      <a:cubicBezTo>
                        <a:pt x="32" y="1"/>
                        <a:pt x="33" y="0"/>
                        <a:pt x="33" y="0"/>
                      </a:cubicBezTo>
                      <a:cubicBezTo>
                        <a:pt x="36" y="2"/>
                        <a:pt x="39" y="4"/>
                        <a:pt x="41" y="6"/>
                      </a:cubicBezTo>
                      <a:cubicBezTo>
                        <a:pt x="46" y="11"/>
                        <a:pt x="47" y="20"/>
                        <a:pt x="43" y="26"/>
                      </a:cubicBezTo>
                      <a:cubicBezTo>
                        <a:pt x="39" y="33"/>
                        <a:pt x="34" y="40"/>
                        <a:pt x="29" y="48"/>
                      </a:cubicBezTo>
                      <a:cubicBezTo>
                        <a:pt x="29" y="49"/>
                        <a:pt x="29" y="52"/>
                        <a:pt x="30" y="52"/>
                      </a:cubicBezTo>
                      <a:cubicBezTo>
                        <a:pt x="38" y="57"/>
                        <a:pt x="38" y="65"/>
                        <a:pt x="40" y="73"/>
                      </a:cubicBezTo>
                      <a:cubicBezTo>
                        <a:pt x="41" y="76"/>
                        <a:pt x="41" y="80"/>
                        <a:pt x="41" y="84"/>
                      </a:cubicBezTo>
                      <a:cubicBezTo>
                        <a:pt x="41" y="87"/>
                        <a:pt x="39" y="88"/>
                        <a:pt x="37" y="86"/>
                      </a:cubicBezTo>
                      <a:cubicBezTo>
                        <a:pt x="33" y="83"/>
                        <a:pt x="31" y="81"/>
                        <a:pt x="31" y="75"/>
                      </a:cubicBezTo>
                      <a:cubicBezTo>
                        <a:pt x="31" y="70"/>
                        <a:pt x="30" y="65"/>
                        <a:pt x="28" y="60"/>
                      </a:cubicBezTo>
                      <a:cubicBezTo>
                        <a:pt x="27" y="55"/>
                        <a:pt x="25" y="56"/>
                        <a:pt x="22" y="59"/>
                      </a:cubicBezTo>
                      <a:cubicBezTo>
                        <a:pt x="18" y="64"/>
                        <a:pt x="14" y="68"/>
                        <a:pt x="9" y="73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34" name="Freeform 17"/>
                <p:cNvSpPr/>
                <p:nvPr/>
              </p:nvSpPr>
              <p:spPr bwMode="auto">
                <a:xfrm>
                  <a:off x="3872924" y="3138488"/>
                  <a:ext cx="75438" cy="79375"/>
                </a:xfrm>
                <a:custGeom>
                  <a:avLst/>
                  <a:gdLst>
                    <a:gd name="T0" fmla="*/ 0 w 26"/>
                    <a:gd name="T1" fmla="*/ 0 h 19"/>
                    <a:gd name="T2" fmla="*/ 20 w 26"/>
                    <a:gd name="T3" fmla="*/ 1 h 19"/>
                    <a:gd name="T4" fmla="*/ 23 w 26"/>
                    <a:gd name="T5" fmla="*/ 12 h 19"/>
                    <a:gd name="T6" fmla="*/ 12 w 26"/>
                    <a:gd name="T7" fmla="*/ 18 h 19"/>
                    <a:gd name="T8" fmla="*/ 3 w 26"/>
                    <a:gd name="T9" fmla="*/ 11 h 19"/>
                    <a:gd name="T10" fmla="*/ 0 w 26"/>
                    <a:gd name="T11" fmla="*/ 0 h 19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26" h="19">
                      <a:moveTo>
                        <a:pt x="0" y="0"/>
                      </a:moveTo>
                      <a:cubicBezTo>
                        <a:pt x="8" y="1"/>
                        <a:pt x="14" y="1"/>
                        <a:pt x="20" y="1"/>
                      </a:cubicBezTo>
                      <a:cubicBezTo>
                        <a:pt x="24" y="1"/>
                        <a:pt x="26" y="8"/>
                        <a:pt x="23" y="12"/>
                      </a:cubicBezTo>
                      <a:cubicBezTo>
                        <a:pt x="21" y="16"/>
                        <a:pt x="17" y="19"/>
                        <a:pt x="12" y="18"/>
                      </a:cubicBezTo>
                      <a:cubicBezTo>
                        <a:pt x="8" y="18"/>
                        <a:pt x="5" y="15"/>
                        <a:pt x="3" y="11"/>
                      </a:cubicBezTo>
                      <a:cubicBezTo>
                        <a:pt x="2" y="8"/>
                        <a:pt x="1" y="4"/>
                        <a:pt x="0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</p:grpSp>
        <p:grpSp>
          <p:nvGrpSpPr>
            <p:cNvPr id="15" name="组合 14"/>
            <p:cNvGrpSpPr/>
            <p:nvPr/>
          </p:nvGrpSpPr>
          <p:grpSpPr>
            <a:xfrm>
              <a:off x="598941" y="6399999"/>
              <a:ext cx="1102619" cy="276499"/>
              <a:chOff x="6738929" y="2270918"/>
              <a:chExt cx="2766486" cy="693738"/>
            </a:xfrm>
            <a:grpFill/>
          </p:grpSpPr>
          <p:grpSp>
            <p:nvGrpSpPr>
              <p:cNvPr id="16" name="组合 15"/>
              <p:cNvGrpSpPr/>
              <p:nvPr/>
            </p:nvGrpSpPr>
            <p:grpSpPr>
              <a:xfrm>
                <a:off x="8180494" y="2355056"/>
                <a:ext cx="484188" cy="509588"/>
                <a:chOff x="6113463" y="3541713"/>
                <a:chExt cx="484188" cy="509588"/>
              </a:xfrm>
              <a:grpFill/>
            </p:grpSpPr>
            <p:sp>
              <p:nvSpPr>
                <p:cNvPr id="26" name="Freeform 9"/>
                <p:cNvSpPr>
                  <a:spLocks noEditPoints="1"/>
                </p:cNvSpPr>
                <p:nvPr/>
              </p:nvSpPr>
              <p:spPr bwMode="auto">
                <a:xfrm>
                  <a:off x="6113463" y="3579813"/>
                  <a:ext cx="252413" cy="428625"/>
                </a:xfrm>
                <a:custGeom>
                  <a:avLst/>
                  <a:gdLst>
                    <a:gd name="T0" fmla="*/ 39 w 59"/>
                    <a:gd name="T1" fmla="*/ 78 h 101"/>
                    <a:gd name="T2" fmla="*/ 17 w 59"/>
                    <a:gd name="T3" fmla="*/ 94 h 101"/>
                    <a:gd name="T4" fmla="*/ 8 w 59"/>
                    <a:gd name="T5" fmla="*/ 94 h 101"/>
                    <a:gd name="T6" fmla="*/ 0 w 59"/>
                    <a:gd name="T7" fmla="*/ 79 h 101"/>
                    <a:gd name="T8" fmla="*/ 17 w 59"/>
                    <a:gd name="T9" fmla="*/ 73 h 101"/>
                    <a:gd name="T10" fmla="*/ 10 w 59"/>
                    <a:gd name="T11" fmla="*/ 68 h 101"/>
                    <a:gd name="T12" fmla="*/ 8 w 59"/>
                    <a:gd name="T13" fmla="*/ 60 h 101"/>
                    <a:gd name="T14" fmla="*/ 18 w 59"/>
                    <a:gd name="T15" fmla="*/ 23 h 101"/>
                    <a:gd name="T16" fmla="*/ 26 w 59"/>
                    <a:gd name="T17" fmla="*/ 17 h 101"/>
                    <a:gd name="T18" fmla="*/ 36 w 59"/>
                    <a:gd name="T19" fmla="*/ 26 h 101"/>
                    <a:gd name="T20" fmla="*/ 36 w 59"/>
                    <a:gd name="T21" fmla="*/ 27 h 101"/>
                    <a:gd name="T22" fmla="*/ 43 w 59"/>
                    <a:gd name="T23" fmla="*/ 40 h 101"/>
                    <a:gd name="T24" fmla="*/ 42 w 59"/>
                    <a:gd name="T25" fmla="*/ 12 h 101"/>
                    <a:gd name="T26" fmla="*/ 21 w 59"/>
                    <a:gd name="T27" fmla="*/ 5 h 101"/>
                    <a:gd name="T28" fmla="*/ 44 w 59"/>
                    <a:gd name="T29" fmla="*/ 1 h 101"/>
                    <a:gd name="T30" fmla="*/ 57 w 59"/>
                    <a:gd name="T31" fmla="*/ 17 h 101"/>
                    <a:gd name="T32" fmla="*/ 56 w 59"/>
                    <a:gd name="T33" fmla="*/ 48 h 101"/>
                    <a:gd name="T34" fmla="*/ 57 w 59"/>
                    <a:gd name="T35" fmla="*/ 55 h 101"/>
                    <a:gd name="T36" fmla="*/ 55 w 59"/>
                    <a:gd name="T37" fmla="*/ 64 h 101"/>
                    <a:gd name="T38" fmla="*/ 54 w 59"/>
                    <a:gd name="T39" fmla="*/ 71 h 101"/>
                    <a:gd name="T40" fmla="*/ 52 w 59"/>
                    <a:gd name="T41" fmla="*/ 95 h 101"/>
                    <a:gd name="T42" fmla="*/ 49 w 59"/>
                    <a:gd name="T43" fmla="*/ 101 h 101"/>
                    <a:gd name="T44" fmla="*/ 43 w 59"/>
                    <a:gd name="T45" fmla="*/ 98 h 101"/>
                    <a:gd name="T46" fmla="*/ 38 w 59"/>
                    <a:gd name="T47" fmla="*/ 86 h 101"/>
                    <a:gd name="T48" fmla="*/ 39 w 59"/>
                    <a:gd name="T49" fmla="*/ 78 h 101"/>
                    <a:gd name="T50" fmla="*/ 42 w 59"/>
                    <a:gd name="T51" fmla="*/ 47 h 101"/>
                    <a:gd name="T52" fmla="*/ 32 w 59"/>
                    <a:gd name="T53" fmla="*/ 44 h 101"/>
                    <a:gd name="T54" fmla="*/ 29 w 59"/>
                    <a:gd name="T55" fmla="*/ 64 h 101"/>
                    <a:gd name="T56" fmla="*/ 42 w 59"/>
                    <a:gd name="T57" fmla="*/ 47 h 101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</a:cxnLst>
                  <a:rect l="0" t="0" r="r" b="b"/>
                  <a:pathLst>
                    <a:path w="59" h="101">
                      <a:moveTo>
                        <a:pt x="39" y="78"/>
                      </a:moveTo>
                      <a:cubicBezTo>
                        <a:pt x="31" y="84"/>
                        <a:pt x="24" y="89"/>
                        <a:pt x="17" y="94"/>
                      </a:cubicBezTo>
                      <a:cubicBezTo>
                        <a:pt x="14" y="97"/>
                        <a:pt x="11" y="96"/>
                        <a:pt x="8" y="94"/>
                      </a:cubicBezTo>
                      <a:cubicBezTo>
                        <a:pt x="4" y="90"/>
                        <a:pt x="0" y="86"/>
                        <a:pt x="0" y="79"/>
                      </a:cubicBezTo>
                      <a:cubicBezTo>
                        <a:pt x="6" y="82"/>
                        <a:pt x="12" y="80"/>
                        <a:pt x="17" y="73"/>
                      </a:cubicBezTo>
                      <a:cubicBezTo>
                        <a:pt x="15" y="72"/>
                        <a:pt x="13" y="70"/>
                        <a:pt x="10" y="68"/>
                      </a:cubicBezTo>
                      <a:cubicBezTo>
                        <a:pt x="7" y="66"/>
                        <a:pt x="7" y="63"/>
                        <a:pt x="8" y="60"/>
                      </a:cubicBezTo>
                      <a:cubicBezTo>
                        <a:pt x="11" y="48"/>
                        <a:pt x="15" y="36"/>
                        <a:pt x="18" y="23"/>
                      </a:cubicBezTo>
                      <a:cubicBezTo>
                        <a:pt x="19" y="20"/>
                        <a:pt x="20" y="16"/>
                        <a:pt x="26" y="17"/>
                      </a:cubicBezTo>
                      <a:cubicBezTo>
                        <a:pt x="32" y="18"/>
                        <a:pt x="36" y="21"/>
                        <a:pt x="36" y="26"/>
                      </a:cubicBezTo>
                      <a:cubicBezTo>
                        <a:pt x="36" y="26"/>
                        <a:pt x="36" y="27"/>
                        <a:pt x="36" y="27"/>
                      </a:cubicBezTo>
                      <a:cubicBezTo>
                        <a:pt x="35" y="33"/>
                        <a:pt x="38" y="37"/>
                        <a:pt x="43" y="40"/>
                      </a:cubicBezTo>
                      <a:cubicBezTo>
                        <a:pt x="43" y="31"/>
                        <a:pt x="42" y="22"/>
                        <a:pt x="42" y="12"/>
                      </a:cubicBezTo>
                      <a:cubicBezTo>
                        <a:pt x="30" y="16"/>
                        <a:pt x="20" y="12"/>
                        <a:pt x="21" y="5"/>
                      </a:cubicBezTo>
                      <a:cubicBezTo>
                        <a:pt x="29" y="3"/>
                        <a:pt x="36" y="1"/>
                        <a:pt x="44" y="1"/>
                      </a:cubicBezTo>
                      <a:cubicBezTo>
                        <a:pt x="54" y="0"/>
                        <a:pt x="59" y="8"/>
                        <a:pt x="57" y="17"/>
                      </a:cubicBezTo>
                      <a:cubicBezTo>
                        <a:pt x="56" y="27"/>
                        <a:pt x="56" y="38"/>
                        <a:pt x="56" y="48"/>
                      </a:cubicBezTo>
                      <a:cubicBezTo>
                        <a:pt x="56" y="50"/>
                        <a:pt x="57" y="52"/>
                        <a:pt x="57" y="55"/>
                      </a:cubicBezTo>
                      <a:cubicBezTo>
                        <a:pt x="57" y="58"/>
                        <a:pt x="56" y="61"/>
                        <a:pt x="55" y="64"/>
                      </a:cubicBezTo>
                      <a:cubicBezTo>
                        <a:pt x="55" y="66"/>
                        <a:pt x="54" y="68"/>
                        <a:pt x="54" y="71"/>
                      </a:cubicBezTo>
                      <a:cubicBezTo>
                        <a:pt x="53" y="79"/>
                        <a:pt x="53" y="87"/>
                        <a:pt x="52" y="95"/>
                      </a:cubicBezTo>
                      <a:cubicBezTo>
                        <a:pt x="52" y="97"/>
                        <a:pt x="51" y="100"/>
                        <a:pt x="49" y="101"/>
                      </a:cubicBezTo>
                      <a:cubicBezTo>
                        <a:pt x="47" y="101"/>
                        <a:pt x="44" y="100"/>
                        <a:pt x="43" y="98"/>
                      </a:cubicBezTo>
                      <a:cubicBezTo>
                        <a:pt x="39" y="95"/>
                        <a:pt x="36" y="92"/>
                        <a:pt x="38" y="86"/>
                      </a:cubicBezTo>
                      <a:cubicBezTo>
                        <a:pt x="39" y="84"/>
                        <a:pt x="39" y="81"/>
                        <a:pt x="39" y="78"/>
                      </a:cubicBezTo>
                      <a:close/>
                      <a:moveTo>
                        <a:pt x="42" y="47"/>
                      </a:moveTo>
                      <a:cubicBezTo>
                        <a:pt x="39" y="46"/>
                        <a:pt x="36" y="45"/>
                        <a:pt x="32" y="44"/>
                      </a:cubicBezTo>
                      <a:cubicBezTo>
                        <a:pt x="31" y="51"/>
                        <a:pt x="30" y="57"/>
                        <a:pt x="29" y="64"/>
                      </a:cubicBezTo>
                      <a:cubicBezTo>
                        <a:pt x="39" y="61"/>
                        <a:pt x="42" y="57"/>
                        <a:pt x="42" y="47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7" name="Freeform 10"/>
                <p:cNvSpPr>
                  <a:spLocks noEditPoints="1"/>
                </p:cNvSpPr>
                <p:nvPr/>
              </p:nvSpPr>
              <p:spPr bwMode="auto">
                <a:xfrm>
                  <a:off x="6361113" y="3541713"/>
                  <a:ext cx="236538" cy="509588"/>
                </a:xfrm>
                <a:custGeom>
                  <a:avLst/>
                  <a:gdLst>
                    <a:gd name="T0" fmla="*/ 11 w 55"/>
                    <a:gd name="T1" fmla="*/ 89 h 120"/>
                    <a:gd name="T2" fmla="*/ 10 w 55"/>
                    <a:gd name="T3" fmla="*/ 100 h 120"/>
                    <a:gd name="T4" fmla="*/ 6 w 55"/>
                    <a:gd name="T5" fmla="*/ 104 h 120"/>
                    <a:gd name="T6" fmla="*/ 1 w 55"/>
                    <a:gd name="T7" fmla="*/ 99 h 120"/>
                    <a:gd name="T8" fmla="*/ 3 w 55"/>
                    <a:gd name="T9" fmla="*/ 84 h 120"/>
                    <a:gd name="T10" fmla="*/ 14 w 55"/>
                    <a:gd name="T11" fmla="*/ 37 h 120"/>
                    <a:gd name="T12" fmla="*/ 22 w 55"/>
                    <a:gd name="T13" fmla="*/ 11 h 120"/>
                    <a:gd name="T14" fmla="*/ 26 w 55"/>
                    <a:gd name="T15" fmla="*/ 19 h 120"/>
                    <a:gd name="T16" fmla="*/ 20 w 55"/>
                    <a:gd name="T17" fmla="*/ 40 h 120"/>
                    <a:gd name="T18" fmla="*/ 27 w 55"/>
                    <a:gd name="T19" fmla="*/ 35 h 120"/>
                    <a:gd name="T20" fmla="*/ 35 w 55"/>
                    <a:gd name="T21" fmla="*/ 30 h 120"/>
                    <a:gd name="T22" fmla="*/ 33 w 55"/>
                    <a:gd name="T23" fmla="*/ 9 h 120"/>
                    <a:gd name="T24" fmla="*/ 28 w 55"/>
                    <a:gd name="T25" fmla="*/ 8 h 120"/>
                    <a:gd name="T26" fmla="*/ 19 w 55"/>
                    <a:gd name="T27" fmla="*/ 12 h 120"/>
                    <a:gd name="T28" fmla="*/ 12 w 55"/>
                    <a:gd name="T29" fmla="*/ 15 h 120"/>
                    <a:gd name="T30" fmla="*/ 9 w 55"/>
                    <a:gd name="T31" fmla="*/ 11 h 120"/>
                    <a:gd name="T32" fmla="*/ 11 w 55"/>
                    <a:gd name="T33" fmla="*/ 8 h 120"/>
                    <a:gd name="T34" fmla="*/ 31 w 55"/>
                    <a:gd name="T35" fmla="*/ 0 h 120"/>
                    <a:gd name="T36" fmla="*/ 45 w 55"/>
                    <a:gd name="T37" fmla="*/ 15 h 120"/>
                    <a:gd name="T38" fmla="*/ 44 w 55"/>
                    <a:gd name="T39" fmla="*/ 46 h 120"/>
                    <a:gd name="T40" fmla="*/ 48 w 55"/>
                    <a:gd name="T41" fmla="*/ 54 h 120"/>
                    <a:gd name="T42" fmla="*/ 48 w 55"/>
                    <a:gd name="T43" fmla="*/ 71 h 120"/>
                    <a:gd name="T44" fmla="*/ 44 w 55"/>
                    <a:gd name="T45" fmla="*/ 77 h 120"/>
                    <a:gd name="T46" fmla="*/ 44 w 55"/>
                    <a:gd name="T47" fmla="*/ 110 h 120"/>
                    <a:gd name="T48" fmla="*/ 44 w 55"/>
                    <a:gd name="T49" fmla="*/ 114 h 120"/>
                    <a:gd name="T50" fmla="*/ 41 w 55"/>
                    <a:gd name="T51" fmla="*/ 120 h 120"/>
                    <a:gd name="T52" fmla="*/ 32 w 55"/>
                    <a:gd name="T53" fmla="*/ 118 h 120"/>
                    <a:gd name="T54" fmla="*/ 13 w 55"/>
                    <a:gd name="T55" fmla="*/ 91 h 120"/>
                    <a:gd name="T56" fmla="*/ 12 w 55"/>
                    <a:gd name="T57" fmla="*/ 89 h 120"/>
                    <a:gd name="T58" fmla="*/ 11 w 55"/>
                    <a:gd name="T59" fmla="*/ 89 h 120"/>
                    <a:gd name="T60" fmla="*/ 24 w 55"/>
                    <a:gd name="T61" fmla="*/ 76 h 120"/>
                    <a:gd name="T62" fmla="*/ 23 w 55"/>
                    <a:gd name="T63" fmla="*/ 74 h 120"/>
                    <a:gd name="T64" fmla="*/ 27 w 55"/>
                    <a:gd name="T65" fmla="*/ 71 h 120"/>
                    <a:gd name="T66" fmla="*/ 33 w 55"/>
                    <a:gd name="T67" fmla="*/ 67 h 120"/>
                    <a:gd name="T68" fmla="*/ 32 w 55"/>
                    <a:gd name="T69" fmla="*/ 63 h 120"/>
                    <a:gd name="T70" fmla="*/ 22 w 55"/>
                    <a:gd name="T71" fmla="*/ 52 h 120"/>
                    <a:gd name="T72" fmla="*/ 18 w 55"/>
                    <a:gd name="T73" fmla="*/ 89 h 120"/>
                    <a:gd name="T74" fmla="*/ 33 w 55"/>
                    <a:gd name="T75" fmla="*/ 107 h 120"/>
                    <a:gd name="T76" fmla="*/ 35 w 55"/>
                    <a:gd name="T77" fmla="*/ 77 h 120"/>
                    <a:gd name="T78" fmla="*/ 31 w 55"/>
                    <a:gd name="T79" fmla="*/ 75 h 120"/>
                    <a:gd name="T80" fmla="*/ 24 w 55"/>
                    <a:gd name="T81" fmla="*/ 76 h 120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</a:cxnLst>
                  <a:rect l="0" t="0" r="r" b="b"/>
                  <a:pathLst>
                    <a:path w="55" h="120">
                      <a:moveTo>
                        <a:pt x="11" y="89"/>
                      </a:moveTo>
                      <a:cubicBezTo>
                        <a:pt x="10" y="93"/>
                        <a:pt x="10" y="96"/>
                        <a:pt x="10" y="100"/>
                      </a:cubicBezTo>
                      <a:cubicBezTo>
                        <a:pt x="9" y="102"/>
                        <a:pt x="9" y="104"/>
                        <a:pt x="6" y="104"/>
                      </a:cubicBezTo>
                      <a:cubicBezTo>
                        <a:pt x="3" y="104"/>
                        <a:pt x="0" y="103"/>
                        <a:pt x="1" y="99"/>
                      </a:cubicBezTo>
                      <a:cubicBezTo>
                        <a:pt x="2" y="94"/>
                        <a:pt x="2" y="89"/>
                        <a:pt x="3" y="84"/>
                      </a:cubicBezTo>
                      <a:cubicBezTo>
                        <a:pt x="7" y="68"/>
                        <a:pt x="10" y="53"/>
                        <a:pt x="14" y="37"/>
                      </a:cubicBezTo>
                      <a:cubicBezTo>
                        <a:pt x="16" y="29"/>
                        <a:pt x="19" y="20"/>
                        <a:pt x="22" y="11"/>
                      </a:cubicBezTo>
                      <a:cubicBezTo>
                        <a:pt x="26" y="13"/>
                        <a:pt x="27" y="15"/>
                        <a:pt x="26" y="19"/>
                      </a:cubicBezTo>
                      <a:cubicBezTo>
                        <a:pt x="24" y="25"/>
                        <a:pt x="22" y="32"/>
                        <a:pt x="20" y="40"/>
                      </a:cubicBezTo>
                      <a:cubicBezTo>
                        <a:pt x="23" y="37"/>
                        <a:pt x="25" y="36"/>
                        <a:pt x="27" y="35"/>
                      </a:cubicBezTo>
                      <a:cubicBezTo>
                        <a:pt x="30" y="33"/>
                        <a:pt x="34" y="32"/>
                        <a:pt x="35" y="30"/>
                      </a:cubicBezTo>
                      <a:cubicBezTo>
                        <a:pt x="36" y="23"/>
                        <a:pt x="37" y="16"/>
                        <a:pt x="33" y="9"/>
                      </a:cubicBezTo>
                      <a:cubicBezTo>
                        <a:pt x="33" y="8"/>
                        <a:pt x="30" y="7"/>
                        <a:pt x="28" y="8"/>
                      </a:cubicBezTo>
                      <a:cubicBezTo>
                        <a:pt x="25" y="9"/>
                        <a:pt x="22" y="11"/>
                        <a:pt x="19" y="12"/>
                      </a:cubicBezTo>
                      <a:cubicBezTo>
                        <a:pt x="17" y="13"/>
                        <a:pt x="15" y="15"/>
                        <a:pt x="12" y="15"/>
                      </a:cubicBezTo>
                      <a:cubicBezTo>
                        <a:pt x="11" y="15"/>
                        <a:pt x="9" y="13"/>
                        <a:pt x="9" y="11"/>
                      </a:cubicBezTo>
                      <a:cubicBezTo>
                        <a:pt x="8" y="11"/>
                        <a:pt x="10" y="9"/>
                        <a:pt x="11" y="8"/>
                      </a:cubicBezTo>
                      <a:cubicBezTo>
                        <a:pt x="17" y="4"/>
                        <a:pt x="23" y="0"/>
                        <a:pt x="31" y="0"/>
                      </a:cubicBezTo>
                      <a:cubicBezTo>
                        <a:pt x="41" y="1"/>
                        <a:pt x="46" y="5"/>
                        <a:pt x="45" y="15"/>
                      </a:cubicBezTo>
                      <a:cubicBezTo>
                        <a:pt x="45" y="25"/>
                        <a:pt x="45" y="36"/>
                        <a:pt x="44" y="46"/>
                      </a:cubicBezTo>
                      <a:cubicBezTo>
                        <a:pt x="44" y="50"/>
                        <a:pt x="45" y="52"/>
                        <a:pt x="48" y="54"/>
                      </a:cubicBezTo>
                      <a:cubicBezTo>
                        <a:pt x="55" y="60"/>
                        <a:pt x="55" y="66"/>
                        <a:pt x="48" y="71"/>
                      </a:cubicBezTo>
                      <a:cubicBezTo>
                        <a:pt x="45" y="72"/>
                        <a:pt x="44" y="74"/>
                        <a:pt x="44" y="77"/>
                      </a:cubicBezTo>
                      <a:cubicBezTo>
                        <a:pt x="45" y="88"/>
                        <a:pt x="44" y="99"/>
                        <a:pt x="44" y="110"/>
                      </a:cubicBezTo>
                      <a:cubicBezTo>
                        <a:pt x="44" y="112"/>
                        <a:pt x="45" y="113"/>
                        <a:pt x="44" y="114"/>
                      </a:cubicBezTo>
                      <a:cubicBezTo>
                        <a:pt x="43" y="116"/>
                        <a:pt x="42" y="120"/>
                        <a:pt x="41" y="120"/>
                      </a:cubicBezTo>
                      <a:cubicBezTo>
                        <a:pt x="38" y="120"/>
                        <a:pt x="34" y="120"/>
                        <a:pt x="32" y="118"/>
                      </a:cubicBezTo>
                      <a:cubicBezTo>
                        <a:pt x="25" y="109"/>
                        <a:pt x="19" y="100"/>
                        <a:pt x="13" y="91"/>
                      </a:cubicBezTo>
                      <a:cubicBezTo>
                        <a:pt x="12" y="90"/>
                        <a:pt x="12" y="90"/>
                        <a:pt x="12" y="89"/>
                      </a:cubicBezTo>
                      <a:cubicBezTo>
                        <a:pt x="11" y="89"/>
                        <a:pt x="11" y="89"/>
                        <a:pt x="11" y="89"/>
                      </a:cubicBezTo>
                      <a:close/>
                      <a:moveTo>
                        <a:pt x="24" y="76"/>
                      </a:moveTo>
                      <a:cubicBezTo>
                        <a:pt x="23" y="75"/>
                        <a:pt x="23" y="75"/>
                        <a:pt x="23" y="74"/>
                      </a:cubicBezTo>
                      <a:cubicBezTo>
                        <a:pt x="24" y="73"/>
                        <a:pt x="26" y="72"/>
                        <a:pt x="27" y="71"/>
                      </a:cubicBezTo>
                      <a:cubicBezTo>
                        <a:pt x="29" y="70"/>
                        <a:pt x="31" y="69"/>
                        <a:pt x="33" y="67"/>
                      </a:cubicBezTo>
                      <a:cubicBezTo>
                        <a:pt x="35" y="66"/>
                        <a:pt x="35" y="63"/>
                        <a:pt x="32" y="63"/>
                      </a:cubicBezTo>
                      <a:cubicBezTo>
                        <a:pt x="27" y="61"/>
                        <a:pt x="24" y="58"/>
                        <a:pt x="22" y="52"/>
                      </a:cubicBezTo>
                      <a:cubicBezTo>
                        <a:pt x="17" y="65"/>
                        <a:pt x="13" y="77"/>
                        <a:pt x="18" y="89"/>
                      </a:cubicBezTo>
                      <a:cubicBezTo>
                        <a:pt x="21" y="97"/>
                        <a:pt x="27" y="101"/>
                        <a:pt x="33" y="107"/>
                      </a:cubicBezTo>
                      <a:cubicBezTo>
                        <a:pt x="34" y="97"/>
                        <a:pt x="34" y="87"/>
                        <a:pt x="35" y="77"/>
                      </a:cubicBezTo>
                      <a:cubicBezTo>
                        <a:pt x="35" y="77"/>
                        <a:pt x="32" y="75"/>
                        <a:pt x="31" y="75"/>
                      </a:cubicBezTo>
                      <a:cubicBezTo>
                        <a:pt x="29" y="75"/>
                        <a:pt x="26" y="76"/>
                        <a:pt x="24" y="76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7" name="组合 16"/>
              <p:cNvGrpSpPr/>
              <p:nvPr/>
            </p:nvGrpSpPr>
            <p:grpSpPr>
              <a:xfrm>
                <a:off x="6738929" y="2270918"/>
                <a:ext cx="549275" cy="693738"/>
                <a:chOff x="6108700" y="2066926"/>
                <a:chExt cx="549275" cy="693738"/>
              </a:xfrm>
              <a:grpFill/>
            </p:grpSpPr>
            <p:sp>
              <p:nvSpPr>
                <p:cNvPr id="24" name="Freeform 13"/>
                <p:cNvSpPr>
                  <a:spLocks noEditPoints="1"/>
                </p:cNvSpPr>
                <p:nvPr/>
              </p:nvSpPr>
              <p:spPr bwMode="auto">
                <a:xfrm>
                  <a:off x="6108700" y="2066926"/>
                  <a:ext cx="549275" cy="655638"/>
                </a:xfrm>
                <a:custGeom>
                  <a:avLst/>
                  <a:gdLst>
                    <a:gd name="T0" fmla="*/ 54 w 128"/>
                    <a:gd name="T1" fmla="*/ 76 h 154"/>
                    <a:gd name="T2" fmla="*/ 66 w 128"/>
                    <a:gd name="T3" fmla="*/ 53 h 154"/>
                    <a:gd name="T4" fmla="*/ 49 w 128"/>
                    <a:gd name="T5" fmla="*/ 47 h 154"/>
                    <a:gd name="T6" fmla="*/ 64 w 128"/>
                    <a:gd name="T7" fmla="*/ 44 h 154"/>
                    <a:gd name="T8" fmla="*/ 83 w 128"/>
                    <a:gd name="T9" fmla="*/ 6 h 154"/>
                    <a:gd name="T10" fmla="*/ 91 w 128"/>
                    <a:gd name="T11" fmla="*/ 11 h 154"/>
                    <a:gd name="T12" fmla="*/ 96 w 128"/>
                    <a:gd name="T13" fmla="*/ 36 h 154"/>
                    <a:gd name="T14" fmla="*/ 106 w 128"/>
                    <a:gd name="T15" fmla="*/ 41 h 154"/>
                    <a:gd name="T16" fmla="*/ 82 w 128"/>
                    <a:gd name="T17" fmla="*/ 50 h 154"/>
                    <a:gd name="T18" fmla="*/ 71 w 128"/>
                    <a:gd name="T19" fmla="*/ 65 h 154"/>
                    <a:gd name="T20" fmla="*/ 110 w 128"/>
                    <a:gd name="T21" fmla="*/ 74 h 154"/>
                    <a:gd name="T22" fmla="*/ 101 w 128"/>
                    <a:gd name="T23" fmla="*/ 87 h 154"/>
                    <a:gd name="T24" fmla="*/ 111 w 128"/>
                    <a:gd name="T25" fmla="*/ 98 h 154"/>
                    <a:gd name="T26" fmla="*/ 92 w 128"/>
                    <a:gd name="T27" fmla="*/ 104 h 154"/>
                    <a:gd name="T28" fmla="*/ 86 w 128"/>
                    <a:gd name="T29" fmla="*/ 116 h 154"/>
                    <a:gd name="T30" fmla="*/ 124 w 128"/>
                    <a:gd name="T31" fmla="*/ 112 h 154"/>
                    <a:gd name="T32" fmla="*/ 120 w 128"/>
                    <a:gd name="T33" fmla="*/ 122 h 154"/>
                    <a:gd name="T34" fmla="*/ 111 w 128"/>
                    <a:gd name="T35" fmla="*/ 144 h 154"/>
                    <a:gd name="T36" fmla="*/ 105 w 128"/>
                    <a:gd name="T37" fmla="*/ 153 h 154"/>
                    <a:gd name="T38" fmla="*/ 55 w 128"/>
                    <a:gd name="T39" fmla="*/ 129 h 154"/>
                    <a:gd name="T40" fmla="*/ 53 w 128"/>
                    <a:gd name="T41" fmla="*/ 121 h 154"/>
                    <a:gd name="T42" fmla="*/ 61 w 128"/>
                    <a:gd name="T43" fmla="*/ 125 h 154"/>
                    <a:gd name="T44" fmla="*/ 94 w 128"/>
                    <a:gd name="T45" fmla="*/ 140 h 154"/>
                    <a:gd name="T46" fmla="*/ 85 w 128"/>
                    <a:gd name="T47" fmla="*/ 127 h 154"/>
                    <a:gd name="T48" fmla="*/ 71 w 128"/>
                    <a:gd name="T49" fmla="*/ 108 h 154"/>
                    <a:gd name="T50" fmla="*/ 52 w 128"/>
                    <a:gd name="T51" fmla="*/ 113 h 154"/>
                    <a:gd name="T52" fmla="*/ 38 w 128"/>
                    <a:gd name="T53" fmla="*/ 97 h 154"/>
                    <a:gd name="T54" fmla="*/ 51 w 128"/>
                    <a:gd name="T55" fmla="*/ 97 h 154"/>
                    <a:gd name="T56" fmla="*/ 34 w 128"/>
                    <a:gd name="T57" fmla="*/ 93 h 154"/>
                    <a:gd name="T58" fmla="*/ 35 w 128"/>
                    <a:gd name="T59" fmla="*/ 105 h 154"/>
                    <a:gd name="T60" fmla="*/ 26 w 128"/>
                    <a:gd name="T61" fmla="*/ 154 h 154"/>
                    <a:gd name="T62" fmla="*/ 20 w 128"/>
                    <a:gd name="T63" fmla="*/ 118 h 154"/>
                    <a:gd name="T64" fmla="*/ 0 w 128"/>
                    <a:gd name="T65" fmla="*/ 103 h 154"/>
                    <a:gd name="T66" fmla="*/ 19 w 128"/>
                    <a:gd name="T67" fmla="*/ 72 h 154"/>
                    <a:gd name="T68" fmla="*/ 25 w 128"/>
                    <a:gd name="T69" fmla="*/ 51 h 154"/>
                    <a:gd name="T70" fmla="*/ 39 w 128"/>
                    <a:gd name="T71" fmla="*/ 14 h 154"/>
                    <a:gd name="T72" fmla="*/ 51 w 128"/>
                    <a:gd name="T73" fmla="*/ 24 h 154"/>
                    <a:gd name="T74" fmla="*/ 39 w 128"/>
                    <a:gd name="T75" fmla="*/ 44 h 154"/>
                    <a:gd name="T76" fmla="*/ 48 w 128"/>
                    <a:gd name="T77" fmla="*/ 73 h 154"/>
                    <a:gd name="T78" fmla="*/ 81 w 128"/>
                    <a:gd name="T79" fmla="*/ 90 h 154"/>
                    <a:gd name="T80" fmla="*/ 92 w 128"/>
                    <a:gd name="T81" fmla="*/ 71 h 154"/>
                    <a:gd name="T82" fmla="*/ 81 w 128"/>
                    <a:gd name="T83" fmla="*/ 80 h 154"/>
                    <a:gd name="T84" fmla="*/ 76 w 128"/>
                    <a:gd name="T85" fmla="*/ 73 h 154"/>
                    <a:gd name="T86" fmla="*/ 67 w 128"/>
                    <a:gd name="T87" fmla="*/ 79 h 154"/>
                    <a:gd name="T88" fmla="*/ 76 w 128"/>
                    <a:gd name="T89" fmla="*/ 73 h 154"/>
                    <a:gd name="T90" fmla="*/ 56 w 128"/>
                    <a:gd name="T91" fmla="*/ 88 h 154"/>
                    <a:gd name="T92" fmla="*/ 63 w 128"/>
                    <a:gd name="T93" fmla="*/ 81 h 154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  <a:cxn ang="0">
                      <a:pos x="T30" y="T31"/>
                    </a:cxn>
                    <a:cxn ang="0">
                      <a:pos x="T32" y="T33"/>
                    </a:cxn>
                    <a:cxn ang="0">
                      <a:pos x="T34" y="T35"/>
                    </a:cxn>
                    <a:cxn ang="0">
                      <a:pos x="T36" y="T37"/>
                    </a:cxn>
                    <a:cxn ang="0">
                      <a:pos x="T38" y="T39"/>
                    </a:cxn>
                    <a:cxn ang="0">
                      <a:pos x="T40" y="T41"/>
                    </a:cxn>
                    <a:cxn ang="0">
                      <a:pos x="T42" y="T43"/>
                    </a:cxn>
                    <a:cxn ang="0">
                      <a:pos x="T44" y="T45"/>
                    </a:cxn>
                    <a:cxn ang="0">
                      <a:pos x="T46" y="T47"/>
                    </a:cxn>
                    <a:cxn ang="0">
                      <a:pos x="T48" y="T49"/>
                    </a:cxn>
                    <a:cxn ang="0">
                      <a:pos x="T50" y="T51"/>
                    </a:cxn>
                    <a:cxn ang="0">
                      <a:pos x="T52" y="T53"/>
                    </a:cxn>
                    <a:cxn ang="0">
                      <a:pos x="T54" y="T55"/>
                    </a:cxn>
                    <a:cxn ang="0">
                      <a:pos x="T56" y="T57"/>
                    </a:cxn>
                    <a:cxn ang="0">
                      <a:pos x="T58" y="T59"/>
                    </a:cxn>
                    <a:cxn ang="0">
                      <a:pos x="T60" y="T61"/>
                    </a:cxn>
                    <a:cxn ang="0">
                      <a:pos x="T62" y="T63"/>
                    </a:cxn>
                    <a:cxn ang="0">
                      <a:pos x="T64" y="T65"/>
                    </a:cxn>
                    <a:cxn ang="0">
                      <a:pos x="T66" y="T67"/>
                    </a:cxn>
                    <a:cxn ang="0">
                      <a:pos x="T68" y="T69"/>
                    </a:cxn>
                    <a:cxn ang="0">
                      <a:pos x="T70" y="T71"/>
                    </a:cxn>
                    <a:cxn ang="0">
                      <a:pos x="T72" y="T73"/>
                    </a:cxn>
                    <a:cxn ang="0">
                      <a:pos x="T74" y="T75"/>
                    </a:cxn>
                    <a:cxn ang="0">
                      <a:pos x="T76" y="T77"/>
                    </a:cxn>
                    <a:cxn ang="0">
                      <a:pos x="T78" y="T79"/>
                    </a:cxn>
                    <a:cxn ang="0">
                      <a:pos x="T80" y="T81"/>
                    </a:cxn>
                    <a:cxn ang="0">
                      <a:pos x="T82" y="T83"/>
                    </a:cxn>
                    <a:cxn ang="0">
                      <a:pos x="T84" y="T85"/>
                    </a:cxn>
                    <a:cxn ang="0">
                      <a:pos x="T86" y="T87"/>
                    </a:cxn>
                    <a:cxn ang="0">
                      <a:pos x="T88" y="T89"/>
                    </a:cxn>
                    <a:cxn ang="0">
                      <a:pos x="T90" y="T91"/>
                    </a:cxn>
                    <a:cxn ang="0">
                      <a:pos x="T92" y="T93"/>
                    </a:cxn>
                  </a:cxnLst>
                  <a:rect l="0" t="0" r="r" b="b"/>
                  <a:pathLst>
                    <a:path w="128" h="154">
                      <a:moveTo>
                        <a:pt x="48" y="73"/>
                      </a:moveTo>
                      <a:cubicBezTo>
                        <a:pt x="50" y="74"/>
                        <a:pt x="52" y="75"/>
                        <a:pt x="54" y="76"/>
                      </a:cubicBezTo>
                      <a:cubicBezTo>
                        <a:pt x="57" y="74"/>
                        <a:pt x="60" y="72"/>
                        <a:pt x="63" y="70"/>
                      </a:cubicBezTo>
                      <a:cubicBezTo>
                        <a:pt x="58" y="63"/>
                        <a:pt x="65" y="59"/>
                        <a:pt x="66" y="53"/>
                      </a:cubicBezTo>
                      <a:cubicBezTo>
                        <a:pt x="63" y="53"/>
                        <a:pt x="59" y="53"/>
                        <a:pt x="56" y="52"/>
                      </a:cubicBezTo>
                      <a:cubicBezTo>
                        <a:pt x="54" y="51"/>
                        <a:pt x="51" y="49"/>
                        <a:pt x="49" y="47"/>
                      </a:cubicBezTo>
                      <a:cubicBezTo>
                        <a:pt x="49" y="46"/>
                        <a:pt x="50" y="46"/>
                        <a:pt x="50" y="46"/>
                      </a:cubicBezTo>
                      <a:cubicBezTo>
                        <a:pt x="55" y="45"/>
                        <a:pt x="59" y="45"/>
                        <a:pt x="64" y="44"/>
                      </a:cubicBezTo>
                      <a:cubicBezTo>
                        <a:pt x="68" y="44"/>
                        <a:pt x="70" y="42"/>
                        <a:pt x="71" y="38"/>
                      </a:cubicBezTo>
                      <a:cubicBezTo>
                        <a:pt x="75" y="27"/>
                        <a:pt x="79" y="16"/>
                        <a:pt x="83" y="6"/>
                      </a:cubicBezTo>
                      <a:cubicBezTo>
                        <a:pt x="84" y="3"/>
                        <a:pt x="84" y="0"/>
                        <a:pt x="88" y="2"/>
                      </a:cubicBezTo>
                      <a:cubicBezTo>
                        <a:pt x="92" y="4"/>
                        <a:pt x="94" y="9"/>
                        <a:pt x="91" y="11"/>
                      </a:cubicBezTo>
                      <a:cubicBezTo>
                        <a:pt x="83" y="19"/>
                        <a:pt x="83" y="30"/>
                        <a:pt x="80" y="41"/>
                      </a:cubicBezTo>
                      <a:cubicBezTo>
                        <a:pt x="85" y="39"/>
                        <a:pt x="91" y="37"/>
                        <a:pt x="96" y="36"/>
                      </a:cubicBezTo>
                      <a:cubicBezTo>
                        <a:pt x="98" y="35"/>
                        <a:pt x="101" y="35"/>
                        <a:pt x="102" y="36"/>
                      </a:cubicBezTo>
                      <a:cubicBezTo>
                        <a:pt x="104" y="37"/>
                        <a:pt x="106" y="39"/>
                        <a:pt x="106" y="41"/>
                      </a:cubicBezTo>
                      <a:cubicBezTo>
                        <a:pt x="106" y="42"/>
                        <a:pt x="105" y="44"/>
                        <a:pt x="103" y="44"/>
                      </a:cubicBezTo>
                      <a:cubicBezTo>
                        <a:pt x="96" y="46"/>
                        <a:pt x="89" y="48"/>
                        <a:pt x="82" y="50"/>
                      </a:cubicBezTo>
                      <a:cubicBezTo>
                        <a:pt x="78" y="50"/>
                        <a:pt x="77" y="51"/>
                        <a:pt x="76" y="54"/>
                      </a:cubicBezTo>
                      <a:cubicBezTo>
                        <a:pt x="74" y="58"/>
                        <a:pt x="73" y="61"/>
                        <a:pt x="71" y="65"/>
                      </a:cubicBezTo>
                      <a:cubicBezTo>
                        <a:pt x="82" y="63"/>
                        <a:pt x="92" y="62"/>
                        <a:pt x="102" y="66"/>
                      </a:cubicBezTo>
                      <a:cubicBezTo>
                        <a:pt x="106" y="67"/>
                        <a:pt x="110" y="69"/>
                        <a:pt x="110" y="74"/>
                      </a:cubicBezTo>
                      <a:cubicBezTo>
                        <a:pt x="111" y="79"/>
                        <a:pt x="109" y="83"/>
                        <a:pt x="104" y="85"/>
                      </a:cubicBezTo>
                      <a:cubicBezTo>
                        <a:pt x="103" y="85"/>
                        <a:pt x="102" y="86"/>
                        <a:pt x="101" y="87"/>
                      </a:cubicBezTo>
                      <a:cubicBezTo>
                        <a:pt x="103" y="88"/>
                        <a:pt x="105" y="88"/>
                        <a:pt x="106" y="89"/>
                      </a:cubicBezTo>
                      <a:cubicBezTo>
                        <a:pt x="110" y="91"/>
                        <a:pt x="112" y="94"/>
                        <a:pt x="111" y="98"/>
                      </a:cubicBezTo>
                      <a:cubicBezTo>
                        <a:pt x="110" y="102"/>
                        <a:pt x="107" y="103"/>
                        <a:pt x="104" y="103"/>
                      </a:cubicBezTo>
                      <a:cubicBezTo>
                        <a:pt x="100" y="103"/>
                        <a:pt x="96" y="104"/>
                        <a:pt x="92" y="104"/>
                      </a:cubicBezTo>
                      <a:cubicBezTo>
                        <a:pt x="86" y="105"/>
                        <a:pt x="81" y="111"/>
                        <a:pt x="82" y="117"/>
                      </a:cubicBezTo>
                      <a:cubicBezTo>
                        <a:pt x="83" y="117"/>
                        <a:pt x="85" y="117"/>
                        <a:pt x="86" y="116"/>
                      </a:cubicBezTo>
                      <a:cubicBezTo>
                        <a:pt x="95" y="111"/>
                        <a:pt x="104" y="109"/>
                        <a:pt x="114" y="109"/>
                      </a:cubicBezTo>
                      <a:cubicBezTo>
                        <a:pt x="118" y="110"/>
                        <a:pt x="121" y="111"/>
                        <a:pt x="124" y="112"/>
                      </a:cubicBezTo>
                      <a:cubicBezTo>
                        <a:pt x="128" y="114"/>
                        <a:pt x="128" y="117"/>
                        <a:pt x="126" y="120"/>
                      </a:cubicBezTo>
                      <a:cubicBezTo>
                        <a:pt x="125" y="123"/>
                        <a:pt x="122" y="123"/>
                        <a:pt x="120" y="122"/>
                      </a:cubicBezTo>
                      <a:cubicBezTo>
                        <a:pt x="111" y="118"/>
                        <a:pt x="104" y="120"/>
                        <a:pt x="97" y="123"/>
                      </a:cubicBezTo>
                      <a:cubicBezTo>
                        <a:pt x="101" y="130"/>
                        <a:pt x="106" y="137"/>
                        <a:pt x="111" y="144"/>
                      </a:cubicBezTo>
                      <a:cubicBezTo>
                        <a:pt x="112" y="146"/>
                        <a:pt x="112" y="150"/>
                        <a:pt x="111" y="152"/>
                      </a:cubicBezTo>
                      <a:cubicBezTo>
                        <a:pt x="111" y="153"/>
                        <a:pt x="107" y="153"/>
                        <a:pt x="105" y="153"/>
                      </a:cubicBezTo>
                      <a:cubicBezTo>
                        <a:pt x="91" y="150"/>
                        <a:pt x="77" y="146"/>
                        <a:pt x="66" y="138"/>
                      </a:cubicBezTo>
                      <a:cubicBezTo>
                        <a:pt x="62" y="135"/>
                        <a:pt x="59" y="132"/>
                        <a:pt x="55" y="129"/>
                      </a:cubicBezTo>
                      <a:cubicBezTo>
                        <a:pt x="54" y="128"/>
                        <a:pt x="53" y="127"/>
                        <a:pt x="53" y="126"/>
                      </a:cubicBezTo>
                      <a:cubicBezTo>
                        <a:pt x="53" y="124"/>
                        <a:pt x="53" y="122"/>
                        <a:pt x="53" y="121"/>
                      </a:cubicBezTo>
                      <a:cubicBezTo>
                        <a:pt x="55" y="121"/>
                        <a:pt x="57" y="121"/>
                        <a:pt x="58" y="121"/>
                      </a:cubicBezTo>
                      <a:cubicBezTo>
                        <a:pt x="59" y="122"/>
                        <a:pt x="60" y="123"/>
                        <a:pt x="61" y="125"/>
                      </a:cubicBezTo>
                      <a:cubicBezTo>
                        <a:pt x="70" y="134"/>
                        <a:pt x="80" y="139"/>
                        <a:pt x="92" y="140"/>
                      </a:cubicBezTo>
                      <a:cubicBezTo>
                        <a:pt x="93" y="140"/>
                        <a:pt x="93" y="140"/>
                        <a:pt x="94" y="140"/>
                      </a:cubicBezTo>
                      <a:cubicBezTo>
                        <a:pt x="92" y="136"/>
                        <a:pt x="90" y="132"/>
                        <a:pt x="88" y="128"/>
                      </a:cubicBezTo>
                      <a:cubicBezTo>
                        <a:pt x="88" y="128"/>
                        <a:pt x="86" y="127"/>
                        <a:pt x="85" y="127"/>
                      </a:cubicBezTo>
                      <a:cubicBezTo>
                        <a:pt x="71" y="126"/>
                        <a:pt x="70" y="124"/>
                        <a:pt x="71" y="111"/>
                      </a:cubicBezTo>
                      <a:cubicBezTo>
                        <a:pt x="71" y="110"/>
                        <a:pt x="71" y="109"/>
                        <a:pt x="71" y="108"/>
                      </a:cubicBezTo>
                      <a:cubicBezTo>
                        <a:pt x="68" y="109"/>
                        <a:pt x="65" y="109"/>
                        <a:pt x="62" y="110"/>
                      </a:cubicBezTo>
                      <a:cubicBezTo>
                        <a:pt x="59" y="111"/>
                        <a:pt x="55" y="112"/>
                        <a:pt x="52" y="113"/>
                      </a:cubicBezTo>
                      <a:cubicBezTo>
                        <a:pt x="48" y="114"/>
                        <a:pt x="44" y="115"/>
                        <a:pt x="41" y="111"/>
                      </a:cubicBezTo>
                      <a:cubicBezTo>
                        <a:pt x="37" y="107"/>
                        <a:pt x="37" y="102"/>
                        <a:pt x="38" y="97"/>
                      </a:cubicBezTo>
                      <a:cubicBezTo>
                        <a:pt x="38" y="96"/>
                        <a:pt x="40" y="96"/>
                        <a:pt x="42" y="96"/>
                      </a:cubicBezTo>
                      <a:cubicBezTo>
                        <a:pt x="45" y="96"/>
                        <a:pt x="48" y="96"/>
                        <a:pt x="51" y="97"/>
                      </a:cubicBezTo>
                      <a:cubicBezTo>
                        <a:pt x="48" y="90"/>
                        <a:pt x="46" y="84"/>
                        <a:pt x="43" y="78"/>
                      </a:cubicBezTo>
                      <a:cubicBezTo>
                        <a:pt x="40" y="83"/>
                        <a:pt x="37" y="88"/>
                        <a:pt x="34" y="93"/>
                      </a:cubicBezTo>
                      <a:cubicBezTo>
                        <a:pt x="33" y="94"/>
                        <a:pt x="33" y="96"/>
                        <a:pt x="34" y="98"/>
                      </a:cubicBezTo>
                      <a:cubicBezTo>
                        <a:pt x="34" y="100"/>
                        <a:pt x="35" y="103"/>
                        <a:pt x="35" y="105"/>
                      </a:cubicBezTo>
                      <a:cubicBezTo>
                        <a:pt x="32" y="121"/>
                        <a:pt x="29" y="136"/>
                        <a:pt x="27" y="151"/>
                      </a:cubicBezTo>
                      <a:cubicBezTo>
                        <a:pt x="26" y="152"/>
                        <a:pt x="26" y="153"/>
                        <a:pt x="26" y="154"/>
                      </a:cubicBezTo>
                      <a:cubicBezTo>
                        <a:pt x="17" y="153"/>
                        <a:pt x="14" y="149"/>
                        <a:pt x="15" y="141"/>
                      </a:cubicBezTo>
                      <a:cubicBezTo>
                        <a:pt x="17" y="134"/>
                        <a:pt x="18" y="126"/>
                        <a:pt x="20" y="118"/>
                      </a:cubicBezTo>
                      <a:cubicBezTo>
                        <a:pt x="15" y="123"/>
                        <a:pt x="12" y="122"/>
                        <a:pt x="7" y="118"/>
                      </a:cubicBezTo>
                      <a:cubicBezTo>
                        <a:pt x="3" y="114"/>
                        <a:pt x="0" y="109"/>
                        <a:pt x="0" y="103"/>
                      </a:cubicBezTo>
                      <a:cubicBezTo>
                        <a:pt x="0" y="102"/>
                        <a:pt x="1" y="101"/>
                        <a:pt x="1" y="100"/>
                      </a:cubicBezTo>
                      <a:cubicBezTo>
                        <a:pt x="7" y="91"/>
                        <a:pt x="14" y="82"/>
                        <a:pt x="19" y="72"/>
                      </a:cubicBezTo>
                      <a:cubicBezTo>
                        <a:pt x="22" y="67"/>
                        <a:pt x="24" y="61"/>
                        <a:pt x="26" y="55"/>
                      </a:cubicBezTo>
                      <a:cubicBezTo>
                        <a:pt x="27" y="54"/>
                        <a:pt x="25" y="53"/>
                        <a:pt x="25" y="51"/>
                      </a:cubicBezTo>
                      <a:cubicBezTo>
                        <a:pt x="18" y="43"/>
                        <a:pt x="18" y="39"/>
                        <a:pt x="23" y="30"/>
                      </a:cubicBezTo>
                      <a:cubicBezTo>
                        <a:pt x="27" y="23"/>
                        <a:pt x="32" y="17"/>
                        <a:pt x="39" y="14"/>
                      </a:cubicBezTo>
                      <a:cubicBezTo>
                        <a:pt x="45" y="11"/>
                        <a:pt x="50" y="12"/>
                        <a:pt x="53" y="16"/>
                      </a:cubicBezTo>
                      <a:cubicBezTo>
                        <a:pt x="56" y="20"/>
                        <a:pt x="56" y="22"/>
                        <a:pt x="51" y="24"/>
                      </a:cubicBezTo>
                      <a:cubicBezTo>
                        <a:pt x="44" y="26"/>
                        <a:pt x="41" y="31"/>
                        <a:pt x="37" y="36"/>
                      </a:cubicBezTo>
                      <a:cubicBezTo>
                        <a:pt x="36" y="39"/>
                        <a:pt x="36" y="42"/>
                        <a:pt x="39" y="44"/>
                      </a:cubicBezTo>
                      <a:cubicBezTo>
                        <a:pt x="41" y="45"/>
                        <a:pt x="42" y="47"/>
                        <a:pt x="43" y="48"/>
                      </a:cubicBezTo>
                      <a:cubicBezTo>
                        <a:pt x="52" y="58"/>
                        <a:pt x="54" y="62"/>
                        <a:pt x="48" y="73"/>
                      </a:cubicBezTo>
                      <a:close/>
                      <a:moveTo>
                        <a:pt x="79" y="89"/>
                      </a:moveTo>
                      <a:cubicBezTo>
                        <a:pt x="80" y="89"/>
                        <a:pt x="80" y="90"/>
                        <a:pt x="81" y="90"/>
                      </a:cubicBezTo>
                      <a:cubicBezTo>
                        <a:pt x="85" y="86"/>
                        <a:pt x="90" y="81"/>
                        <a:pt x="95" y="76"/>
                      </a:cubicBezTo>
                      <a:cubicBezTo>
                        <a:pt x="97" y="73"/>
                        <a:pt x="95" y="71"/>
                        <a:pt x="92" y="71"/>
                      </a:cubicBezTo>
                      <a:cubicBezTo>
                        <a:pt x="88" y="71"/>
                        <a:pt x="85" y="71"/>
                        <a:pt x="81" y="71"/>
                      </a:cubicBezTo>
                      <a:cubicBezTo>
                        <a:pt x="81" y="75"/>
                        <a:pt x="81" y="77"/>
                        <a:pt x="81" y="80"/>
                      </a:cubicBezTo>
                      <a:cubicBezTo>
                        <a:pt x="81" y="83"/>
                        <a:pt x="80" y="86"/>
                        <a:pt x="79" y="89"/>
                      </a:cubicBezTo>
                      <a:close/>
                      <a:moveTo>
                        <a:pt x="76" y="73"/>
                      </a:moveTo>
                      <a:cubicBezTo>
                        <a:pt x="73" y="74"/>
                        <a:pt x="71" y="75"/>
                        <a:pt x="69" y="77"/>
                      </a:cubicBezTo>
                      <a:cubicBezTo>
                        <a:pt x="68" y="77"/>
                        <a:pt x="67" y="78"/>
                        <a:pt x="67" y="79"/>
                      </a:cubicBezTo>
                      <a:cubicBezTo>
                        <a:pt x="67" y="84"/>
                        <a:pt x="68" y="88"/>
                        <a:pt x="68" y="92"/>
                      </a:cubicBezTo>
                      <a:cubicBezTo>
                        <a:pt x="74" y="91"/>
                        <a:pt x="77" y="83"/>
                        <a:pt x="76" y="73"/>
                      </a:cubicBezTo>
                      <a:close/>
                      <a:moveTo>
                        <a:pt x="63" y="81"/>
                      </a:moveTo>
                      <a:cubicBezTo>
                        <a:pt x="55" y="84"/>
                        <a:pt x="54" y="85"/>
                        <a:pt x="56" y="88"/>
                      </a:cubicBezTo>
                      <a:cubicBezTo>
                        <a:pt x="58" y="94"/>
                        <a:pt x="60" y="95"/>
                        <a:pt x="65" y="93"/>
                      </a:cubicBezTo>
                      <a:cubicBezTo>
                        <a:pt x="64" y="89"/>
                        <a:pt x="63" y="85"/>
                        <a:pt x="63" y="8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5" name="Freeform 14"/>
                <p:cNvSpPr/>
                <p:nvPr/>
              </p:nvSpPr>
              <p:spPr bwMode="auto">
                <a:xfrm>
                  <a:off x="6259513" y="2578101"/>
                  <a:ext cx="68263" cy="182563"/>
                </a:xfrm>
                <a:custGeom>
                  <a:avLst/>
                  <a:gdLst>
                    <a:gd name="T0" fmla="*/ 9 w 16"/>
                    <a:gd name="T1" fmla="*/ 0 h 43"/>
                    <a:gd name="T2" fmla="*/ 15 w 16"/>
                    <a:gd name="T3" fmla="*/ 11 h 43"/>
                    <a:gd name="T4" fmla="*/ 9 w 16"/>
                    <a:gd name="T5" fmla="*/ 43 h 43"/>
                    <a:gd name="T6" fmla="*/ 2 w 16"/>
                    <a:gd name="T7" fmla="*/ 39 h 43"/>
                    <a:gd name="T8" fmla="*/ 0 w 16"/>
                    <a:gd name="T9" fmla="*/ 35 h 43"/>
                    <a:gd name="T10" fmla="*/ 9 w 16"/>
                    <a:gd name="T11" fmla="*/ 0 h 43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</a:cxnLst>
                  <a:rect l="0" t="0" r="r" b="b"/>
                  <a:pathLst>
                    <a:path w="16" h="43">
                      <a:moveTo>
                        <a:pt x="9" y="0"/>
                      </a:moveTo>
                      <a:cubicBezTo>
                        <a:pt x="15" y="3"/>
                        <a:pt x="16" y="6"/>
                        <a:pt x="15" y="11"/>
                      </a:cubicBezTo>
                      <a:cubicBezTo>
                        <a:pt x="12" y="21"/>
                        <a:pt x="11" y="32"/>
                        <a:pt x="9" y="43"/>
                      </a:cubicBezTo>
                      <a:cubicBezTo>
                        <a:pt x="6" y="41"/>
                        <a:pt x="4" y="40"/>
                        <a:pt x="2" y="39"/>
                      </a:cubicBezTo>
                      <a:cubicBezTo>
                        <a:pt x="1" y="38"/>
                        <a:pt x="0" y="37"/>
                        <a:pt x="0" y="35"/>
                      </a:cubicBezTo>
                      <a:cubicBezTo>
                        <a:pt x="3" y="24"/>
                        <a:pt x="6" y="12"/>
                        <a:pt x="9" y="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grpSp>
            <p:nvGrpSpPr>
              <p:cNvPr id="18" name="组合 17"/>
              <p:cNvGrpSpPr/>
              <p:nvPr/>
            </p:nvGrpSpPr>
            <p:grpSpPr>
              <a:xfrm>
                <a:off x="7532962" y="2451100"/>
                <a:ext cx="368300" cy="317500"/>
                <a:chOff x="6186488" y="2930526"/>
                <a:chExt cx="368300" cy="317500"/>
              </a:xfrm>
              <a:grpFill/>
            </p:grpSpPr>
            <p:sp>
              <p:nvSpPr>
                <p:cNvPr id="21" name="Freeform 18"/>
                <p:cNvSpPr/>
                <p:nvPr/>
              </p:nvSpPr>
              <p:spPr bwMode="auto">
                <a:xfrm>
                  <a:off x="6310313" y="2930526"/>
                  <a:ext cx="244475" cy="317500"/>
                </a:xfrm>
                <a:custGeom>
                  <a:avLst/>
                  <a:gdLst>
                    <a:gd name="T0" fmla="*/ 49 w 57"/>
                    <a:gd name="T1" fmla="*/ 74 h 75"/>
                    <a:gd name="T2" fmla="*/ 40 w 57"/>
                    <a:gd name="T3" fmla="*/ 67 h 75"/>
                    <a:gd name="T4" fmla="*/ 33 w 57"/>
                    <a:gd name="T5" fmla="*/ 48 h 75"/>
                    <a:gd name="T6" fmla="*/ 27 w 57"/>
                    <a:gd name="T7" fmla="*/ 46 h 75"/>
                    <a:gd name="T8" fmla="*/ 11 w 57"/>
                    <a:gd name="T9" fmla="*/ 60 h 75"/>
                    <a:gd name="T10" fmla="*/ 5 w 57"/>
                    <a:gd name="T11" fmla="*/ 60 h 75"/>
                    <a:gd name="T12" fmla="*/ 6 w 57"/>
                    <a:gd name="T13" fmla="*/ 46 h 75"/>
                    <a:gd name="T14" fmla="*/ 27 w 57"/>
                    <a:gd name="T15" fmla="*/ 26 h 75"/>
                    <a:gd name="T16" fmla="*/ 40 w 57"/>
                    <a:gd name="T17" fmla="*/ 10 h 75"/>
                    <a:gd name="T18" fmla="*/ 41 w 57"/>
                    <a:gd name="T19" fmla="*/ 6 h 75"/>
                    <a:gd name="T20" fmla="*/ 45 w 57"/>
                    <a:gd name="T21" fmla="*/ 0 h 75"/>
                    <a:gd name="T22" fmla="*/ 53 w 57"/>
                    <a:gd name="T23" fmla="*/ 3 h 75"/>
                    <a:gd name="T24" fmla="*/ 53 w 57"/>
                    <a:gd name="T25" fmla="*/ 20 h 75"/>
                    <a:gd name="T26" fmla="*/ 37 w 57"/>
                    <a:gd name="T27" fmla="*/ 38 h 75"/>
                    <a:gd name="T28" fmla="*/ 49 w 57"/>
                    <a:gd name="T29" fmla="*/ 74 h 7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  <a:cxn ang="0">
                      <a:pos x="T28" y="T29"/>
                    </a:cxn>
                  </a:cxnLst>
                  <a:rect l="0" t="0" r="r" b="b"/>
                  <a:pathLst>
                    <a:path w="57" h="75">
                      <a:moveTo>
                        <a:pt x="49" y="74"/>
                      </a:moveTo>
                      <a:cubicBezTo>
                        <a:pt x="43" y="75"/>
                        <a:pt x="41" y="72"/>
                        <a:pt x="40" y="67"/>
                      </a:cubicBezTo>
                      <a:cubicBezTo>
                        <a:pt x="38" y="61"/>
                        <a:pt x="35" y="54"/>
                        <a:pt x="33" y="48"/>
                      </a:cubicBezTo>
                      <a:cubicBezTo>
                        <a:pt x="32" y="45"/>
                        <a:pt x="30" y="44"/>
                        <a:pt x="27" y="46"/>
                      </a:cubicBezTo>
                      <a:cubicBezTo>
                        <a:pt x="22" y="51"/>
                        <a:pt x="16" y="55"/>
                        <a:pt x="11" y="60"/>
                      </a:cubicBezTo>
                      <a:cubicBezTo>
                        <a:pt x="8" y="63"/>
                        <a:pt x="7" y="62"/>
                        <a:pt x="5" y="60"/>
                      </a:cubicBezTo>
                      <a:cubicBezTo>
                        <a:pt x="0" y="54"/>
                        <a:pt x="0" y="51"/>
                        <a:pt x="6" y="46"/>
                      </a:cubicBezTo>
                      <a:cubicBezTo>
                        <a:pt x="13" y="39"/>
                        <a:pt x="20" y="33"/>
                        <a:pt x="27" y="26"/>
                      </a:cubicBezTo>
                      <a:cubicBezTo>
                        <a:pt x="32" y="21"/>
                        <a:pt x="36" y="15"/>
                        <a:pt x="40" y="10"/>
                      </a:cubicBezTo>
                      <a:cubicBezTo>
                        <a:pt x="40" y="9"/>
                        <a:pt x="41" y="7"/>
                        <a:pt x="41" y="6"/>
                      </a:cubicBezTo>
                      <a:cubicBezTo>
                        <a:pt x="40" y="3"/>
                        <a:pt x="42" y="0"/>
                        <a:pt x="45" y="0"/>
                      </a:cubicBezTo>
                      <a:cubicBezTo>
                        <a:pt x="48" y="0"/>
                        <a:pt x="51" y="1"/>
                        <a:pt x="53" y="3"/>
                      </a:cubicBezTo>
                      <a:cubicBezTo>
                        <a:pt x="57" y="6"/>
                        <a:pt x="57" y="16"/>
                        <a:pt x="53" y="20"/>
                      </a:cubicBezTo>
                      <a:cubicBezTo>
                        <a:pt x="48" y="26"/>
                        <a:pt x="42" y="32"/>
                        <a:pt x="37" y="38"/>
                      </a:cubicBezTo>
                      <a:cubicBezTo>
                        <a:pt x="44" y="49"/>
                        <a:pt x="49" y="61"/>
                        <a:pt x="49" y="74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2" name="Freeform 19"/>
                <p:cNvSpPr/>
                <p:nvPr/>
              </p:nvSpPr>
              <p:spPr bwMode="auto">
                <a:xfrm>
                  <a:off x="6186488" y="3009901"/>
                  <a:ext cx="123825" cy="234950"/>
                </a:xfrm>
                <a:custGeom>
                  <a:avLst/>
                  <a:gdLst>
                    <a:gd name="T0" fmla="*/ 12 w 29"/>
                    <a:gd name="T1" fmla="*/ 30 h 55"/>
                    <a:gd name="T2" fmla="*/ 20 w 29"/>
                    <a:gd name="T3" fmla="*/ 7 h 55"/>
                    <a:gd name="T4" fmla="*/ 25 w 29"/>
                    <a:gd name="T5" fmla="*/ 1 h 55"/>
                    <a:gd name="T6" fmla="*/ 26 w 29"/>
                    <a:gd name="T7" fmla="*/ 9 h 55"/>
                    <a:gd name="T8" fmla="*/ 16 w 29"/>
                    <a:gd name="T9" fmla="*/ 39 h 55"/>
                    <a:gd name="T10" fmla="*/ 13 w 29"/>
                    <a:gd name="T11" fmla="*/ 52 h 55"/>
                    <a:gd name="T12" fmla="*/ 7 w 29"/>
                    <a:gd name="T13" fmla="*/ 54 h 55"/>
                    <a:gd name="T14" fmla="*/ 2 w 29"/>
                    <a:gd name="T15" fmla="*/ 41 h 55"/>
                    <a:gd name="T16" fmla="*/ 3 w 29"/>
                    <a:gd name="T17" fmla="*/ 32 h 55"/>
                    <a:gd name="T18" fmla="*/ 2 w 29"/>
                    <a:gd name="T19" fmla="*/ 6 h 55"/>
                    <a:gd name="T20" fmla="*/ 6 w 29"/>
                    <a:gd name="T21" fmla="*/ 5 h 55"/>
                    <a:gd name="T22" fmla="*/ 10 w 29"/>
                    <a:gd name="T23" fmla="*/ 14 h 55"/>
                    <a:gd name="T24" fmla="*/ 11 w 29"/>
                    <a:gd name="T25" fmla="*/ 30 h 55"/>
                    <a:gd name="T26" fmla="*/ 12 w 29"/>
                    <a:gd name="T27" fmla="*/ 30 h 55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  <a:cxn ang="0">
                      <a:pos x="T14" y="T15"/>
                    </a:cxn>
                    <a:cxn ang="0">
                      <a:pos x="T16" y="T17"/>
                    </a:cxn>
                    <a:cxn ang="0">
                      <a:pos x="T18" y="T19"/>
                    </a:cxn>
                    <a:cxn ang="0">
                      <a:pos x="T20" y="T21"/>
                    </a:cxn>
                    <a:cxn ang="0">
                      <a:pos x="T22" y="T23"/>
                    </a:cxn>
                    <a:cxn ang="0">
                      <a:pos x="T24" y="T25"/>
                    </a:cxn>
                    <a:cxn ang="0">
                      <a:pos x="T26" y="T27"/>
                    </a:cxn>
                  </a:cxnLst>
                  <a:rect l="0" t="0" r="r" b="b"/>
                  <a:pathLst>
                    <a:path w="29" h="55">
                      <a:moveTo>
                        <a:pt x="12" y="30"/>
                      </a:moveTo>
                      <a:cubicBezTo>
                        <a:pt x="15" y="23"/>
                        <a:pt x="17" y="15"/>
                        <a:pt x="20" y="7"/>
                      </a:cubicBezTo>
                      <a:cubicBezTo>
                        <a:pt x="21" y="5"/>
                        <a:pt x="21" y="0"/>
                        <a:pt x="25" y="1"/>
                      </a:cubicBezTo>
                      <a:cubicBezTo>
                        <a:pt x="29" y="2"/>
                        <a:pt x="27" y="6"/>
                        <a:pt x="26" y="9"/>
                      </a:cubicBezTo>
                      <a:cubicBezTo>
                        <a:pt x="23" y="19"/>
                        <a:pt x="19" y="29"/>
                        <a:pt x="16" y="39"/>
                      </a:cubicBezTo>
                      <a:cubicBezTo>
                        <a:pt x="15" y="43"/>
                        <a:pt x="14" y="48"/>
                        <a:pt x="13" y="52"/>
                      </a:cubicBezTo>
                      <a:cubicBezTo>
                        <a:pt x="12" y="55"/>
                        <a:pt x="10" y="55"/>
                        <a:pt x="7" y="54"/>
                      </a:cubicBezTo>
                      <a:cubicBezTo>
                        <a:pt x="1" y="50"/>
                        <a:pt x="0" y="49"/>
                        <a:pt x="2" y="41"/>
                      </a:cubicBezTo>
                      <a:cubicBezTo>
                        <a:pt x="3" y="38"/>
                        <a:pt x="3" y="35"/>
                        <a:pt x="3" y="32"/>
                      </a:cubicBezTo>
                      <a:cubicBezTo>
                        <a:pt x="3" y="23"/>
                        <a:pt x="2" y="15"/>
                        <a:pt x="2" y="6"/>
                      </a:cubicBezTo>
                      <a:cubicBezTo>
                        <a:pt x="2" y="3"/>
                        <a:pt x="5" y="3"/>
                        <a:pt x="6" y="5"/>
                      </a:cubicBezTo>
                      <a:cubicBezTo>
                        <a:pt x="8" y="7"/>
                        <a:pt x="10" y="11"/>
                        <a:pt x="10" y="14"/>
                      </a:cubicBezTo>
                      <a:cubicBezTo>
                        <a:pt x="11" y="19"/>
                        <a:pt x="11" y="25"/>
                        <a:pt x="11" y="30"/>
                      </a:cubicBezTo>
                      <a:cubicBezTo>
                        <a:pt x="11" y="30"/>
                        <a:pt x="12" y="30"/>
                        <a:pt x="12" y="30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  <p:sp>
              <p:nvSpPr>
                <p:cNvPr id="23" name="Freeform 20"/>
                <p:cNvSpPr/>
                <p:nvPr/>
              </p:nvSpPr>
              <p:spPr bwMode="auto">
                <a:xfrm>
                  <a:off x="6259513" y="2933701"/>
                  <a:ext cx="114300" cy="73025"/>
                </a:xfrm>
                <a:custGeom>
                  <a:avLst/>
                  <a:gdLst>
                    <a:gd name="T0" fmla="*/ 27 w 27"/>
                    <a:gd name="T1" fmla="*/ 1 h 17"/>
                    <a:gd name="T2" fmla="*/ 16 w 27"/>
                    <a:gd name="T3" fmla="*/ 14 h 17"/>
                    <a:gd name="T4" fmla="*/ 5 w 27"/>
                    <a:gd name="T5" fmla="*/ 13 h 17"/>
                    <a:gd name="T6" fmla="*/ 0 w 27"/>
                    <a:gd name="T7" fmla="*/ 4 h 17"/>
                    <a:gd name="T8" fmla="*/ 9 w 27"/>
                    <a:gd name="T9" fmla="*/ 2 h 17"/>
                    <a:gd name="T10" fmla="*/ 27 w 27"/>
                    <a:gd name="T11" fmla="*/ 0 h 17"/>
                    <a:gd name="T12" fmla="*/ 27 w 27"/>
                    <a:gd name="T13" fmla="*/ 1 h 17"/>
                  </a:gdLst>
                  <a:ahLst/>
                  <a:cxnLst>
                    <a:cxn ang="0">
                      <a:pos x="T0" y="T1"/>
                    </a:cxn>
                    <a:cxn ang="0">
                      <a:pos x="T2" y="T3"/>
                    </a:cxn>
                    <a:cxn ang="0">
                      <a:pos x="T4" y="T5"/>
                    </a:cxn>
                    <a:cxn ang="0">
                      <a:pos x="T6" y="T7"/>
                    </a:cxn>
                    <a:cxn ang="0">
                      <a:pos x="T8" y="T9"/>
                    </a:cxn>
                    <a:cxn ang="0">
                      <a:pos x="T10" y="T11"/>
                    </a:cxn>
                    <a:cxn ang="0">
                      <a:pos x="T12" y="T13"/>
                    </a:cxn>
                  </a:cxnLst>
                  <a:rect l="0" t="0" r="r" b="b"/>
                  <a:pathLst>
                    <a:path w="27" h="17">
                      <a:moveTo>
                        <a:pt x="27" y="1"/>
                      </a:moveTo>
                      <a:cubicBezTo>
                        <a:pt x="24" y="6"/>
                        <a:pt x="20" y="10"/>
                        <a:pt x="16" y="14"/>
                      </a:cubicBezTo>
                      <a:cubicBezTo>
                        <a:pt x="14" y="17"/>
                        <a:pt x="8" y="16"/>
                        <a:pt x="5" y="13"/>
                      </a:cubicBezTo>
                      <a:cubicBezTo>
                        <a:pt x="3" y="10"/>
                        <a:pt x="1" y="7"/>
                        <a:pt x="0" y="4"/>
                      </a:cubicBezTo>
                      <a:cubicBezTo>
                        <a:pt x="3" y="3"/>
                        <a:pt x="6" y="2"/>
                        <a:pt x="9" y="2"/>
                      </a:cubicBezTo>
                      <a:cubicBezTo>
                        <a:pt x="15" y="1"/>
                        <a:pt x="21" y="1"/>
                        <a:pt x="27" y="0"/>
                      </a:cubicBezTo>
                      <a:cubicBezTo>
                        <a:pt x="27" y="1"/>
                        <a:pt x="27" y="1"/>
                        <a:pt x="27" y="1"/>
                      </a:cubicBezTo>
                      <a:close/>
                    </a:path>
                  </a:pathLst>
                </a:custGeom>
                <a:grpFill/>
                <a:ln>
                  <a:noFill/>
                </a:ln>
                <a:extLst>
                  <a:ext uri="{91240B29-F687-4F45-9708-019B960494DF}">
                    <a14:hiddenLine xmlns:a14="http://schemas.microsoft.com/office/drawing/2010/main" w="9525">
                      <a:solidFill>
                        <a:srgbClr val="000000"/>
                      </a:solidFill>
                      <a:round/>
                    </a14:hiddenLine>
                  </a:ext>
                </a:extLst>
              </p:spPr>
              <p:txBody>
                <a:bodyPr vert="horz" wrap="square" lIns="91440" tIns="45720" rIns="91440" bIns="45720" numCol="1" anchor="t" anchorCtr="0" compatLnSpc="1"/>
                <a:lstStyle/>
                <a:p>
                  <a:endParaRPr lang="zh-CN" altLang="en-US"/>
                </a:p>
              </p:txBody>
            </p:sp>
          </p:grpSp>
          <p:sp>
            <p:nvSpPr>
              <p:cNvPr id="19" name="Freeform 11"/>
              <p:cNvSpPr>
                <a:spLocks noEditPoints="1"/>
              </p:cNvSpPr>
              <p:nvPr/>
            </p:nvSpPr>
            <p:spPr bwMode="auto">
              <a:xfrm>
                <a:off x="9065451" y="2270918"/>
                <a:ext cx="439964" cy="615950"/>
              </a:xfrm>
              <a:custGeom>
                <a:avLst/>
                <a:gdLst>
                  <a:gd name="T0" fmla="*/ 29 w 72"/>
                  <a:gd name="T1" fmla="*/ 49 h 102"/>
                  <a:gd name="T2" fmla="*/ 15 w 72"/>
                  <a:gd name="T3" fmla="*/ 43 h 102"/>
                  <a:gd name="T4" fmla="*/ 10 w 72"/>
                  <a:gd name="T5" fmla="*/ 21 h 102"/>
                  <a:gd name="T6" fmla="*/ 13 w 72"/>
                  <a:gd name="T7" fmla="*/ 15 h 102"/>
                  <a:gd name="T8" fmla="*/ 19 w 72"/>
                  <a:gd name="T9" fmla="*/ 18 h 102"/>
                  <a:gd name="T10" fmla="*/ 20 w 72"/>
                  <a:gd name="T11" fmla="*/ 26 h 102"/>
                  <a:gd name="T12" fmla="*/ 35 w 72"/>
                  <a:gd name="T13" fmla="*/ 22 h 102"/>
                  <a:gd name="T14" fmla="*/ 40 w 72"/>
                  <a:gd name="T15" fmla="*/ 16 h 102"/>
                  <a:gd name="T16" fmla="*/ 43 w 72"/>
                  <a:gd name="T17" fmla="*/ 14 h 102"/>
                  <a:gd name="T18" fmla="*/ 44 w 72"/>
                  <a:gd name="T19" fmla="*/ 19 h 102"/>
                  <a:gd name="T20" fmla="*/ 43 w 72"/>
                  <a:gd name="T21" fmla="*/ 28 h 102"/>
                  <a:gd name="T22" fmla="*/ 36 w 72"/>
                  <a:gd name="T23" fmla="*/ 40 h 102"/>
                  <a:gd name="T24" fmla="*/ 37 w 72"/>
                  <a:gd name="T25" fmla="*/ 42 h 102"/>
                  <a:gd name="T26" fmla="*/ 44 w 72"/>
                  <a:gd name="T27" fmla="*/ 38 h 102"/>
                  <a:gd name="T28" fmla="*/ 56 w 72"/>
                  <a:gd name="T29" fmla="*/ 20 h 102"/>
                  <a:gd name="T30" fmla="*/ 49 w 72"/>
                  <a:gd name="T31" fmla="*/ 9 h 102"/>
                  <a:gd name="T32" fmla="*/ 28 w 72"/>
                  <a:gd name="T33" fmla="*/ 14 h 102"/>
                  <a:gd name="T34" fmla="*/ 20 w 72"/>
                  <a:gd name="T35" fmla="*/ 13 h 102"/>
                  <a:gd name="T36" fmla="*/ 22 w 72"/>
                  <a:gd name="T37" fmla="*/ 6 h 102"/>
                  <a:gd name="T38" fmla="*/ 50 w 72"/>
                  <a:gd name="T39" fmla="*/ 1 h 102"/>
                  <a:gd name="T40" fmla="*/ 68 w 72"/>
                  <a:gd name="T41" fmla="*/ 12 h 102"/>
                  <a:gd name="T42" fmla="*/ 67 w 72"/>
                  <a:gd name="T43" fmla="*/ 24 h 102"/>
                  <a:gd name="T44" fmla="*/ 49 w 72"/>
                  <a:gd name="T45" fmla="*/ 48 h 102"/>
                  <a:gd name="T46" fmla="*/ 42 w 72"/>
                  <a:gd name="T47" fmla="*/ 49 h 102"/>
                  <a:gd name="T48" fmla="*/ 37 w 72"/>
                  <a:gd name="T49" fmla="*/ 47 h 102"/>
                  <a:gd name="T50" fmla="*/ 35 w 72"/>
                  <a:gd name="T51" fmla="*/ 52 h 102"/>
                  <a:gd name="T52" fmla="*/ 41 w 72"/>
                  <a:gd name="T53" fmla="*/ 58 h 102"/>
                  <a:gd name="T54" fmla="*/ 48 w 72"/>
                  <a:gd name="T55" fmla="*/ 57 h 102"/>
                  <a:gd name="T56" fmla="*/ 53 w 72"/>
                  <a:gd name="T57" fmla="*/ 59 h 102"/>
                  <a:gd name="T58" fmla="*/ 53 w 72"/>
                  <a:gd name="T59" fmla="*/ 66 h 102"/>
                  <a:gd name="T60" fmla="*/ 48 w 72"/>
                  <a:gd name="T61" fmla="*/ 70 h 102"/>
                  <a:gd name="T62" fmla="*/ 37 w 72"/>
                  <a:gd name="T63" fmla="*/ 81 h 102"/>
                  <a:gd name="T64" fmla="*/ 45 w 72"/>
                  <a:gd name="T65" fmla="*/ 81 h 102"/>
                  <a:gd name="T66" fmla="*/ 57 w 72"/>
                  <a:gd name="T67" fmla="*/ 89 h 102"/>
                  <a:gd name="T68" fmla="*/ 51 w 72"/>
                  <a:gd name="T69" fmla="*/ 98 h 102"/>
                  <a:gd name="T70" fmla="*/ 26 w 72"/>
                  <a:gd name="T71" fmla="*/ 101 h 102"/>
                  <a:gd name="T72" fmla="*/ 17 w 72"/>
                  <a:gd name="T73" fmla="*/ 96 h 102"/>
                  <a:gd name="T74" fmla="*/ 15 w 72"/>
                  <a:gd name="T75" fmla="*/ 94 h 102"/>
                  <a:gd name="T76" fmla="*/ 19 w 72"/>
                  <a:gd name="T77" fmla="*/ 77 h 102"/>
                  <a:gd name="T78" fmla="*/ 27 w 72"/>
                  <a:gd name="T79" fmla="*/ 70 h 102"/>
                  <a:gd name="T80" fmla="*/ 27 w 72"/>
                  <a:gd name="T81" fmla="*/ 69 h 102"/>
                  <a:gd name="T82" fmla="*/ 21 w 72"/>
                  <a:gd name="T83" fmla="*/ 71 h 102"/>
                  <a:gd name="T84" fmla="*/ 9 w 72"/>
                  <a:gd name="T85" fmla="*/ 76 h 102"/>
                  <a:gd name="T86" fmla="*/ 3 w 72"/>
                  <a:gd name="T87" fmla="*/ 75 h 102"/>
                  <a:gd name="T88" fmla="*/ 4 w 72"/>
                  <a:gd name="T89" fmla="*/ 69 h 102"/>
                  <a:gd name="T90" fmla="*/ 26 w 72"/>
                  <a:gd name="T91" fmla="*/ 60 h 102"/>
                  <a:gd name="T92" fmla="*/ 28 w 72"/>
                  <a:gd name="T93" fmla="*/ 57 h 102"/>
                  <a:gd name="T94" fmla="*/ 29 w 72"/>
                  <a:gd name="T95" fmla="*/ 49 h 102"/>
                  <a:gd name="T96" fmla="*/ 34 w 72"/>
                  <a:gd name="T97" fmla="*/ 29 h 102"/>
                  <a:gd name="T98" fmla="*/ 33 w 72"/>
                  <a:gd name="T99" fmla="*/ 28 h 102"/>
                  <a:gd name="T100" fmla="*/ 26 w 72"/>
                  <a:gd name="T101" fmla="*/ 32 h 102"/>
                  <a:gd name="T102" fmla="*/ 23 w 72"/>
                  <a:gd name="T103" fmla="*/ 36 h 102"/>
                  <a:gd name="T104" fmla="*/ 26 w 72"/>
                  <a:gd name="T105" fmla="*/ 42 h 102"/>
                  <a:gd name="T106" fmla="*/ 31 w 72"/>
                  <a:gd name="T107" fmla="*/ 40 h 102"/>
                  <a:gd name="T108" fmla="*/ 34 w 72"/>
                  <a:gd name="T109" fmla="*/ 29 h 1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</a:cxnLst>
                <a:rect l="0" t="0" r="r" b="b"/>
                <a:pathLst>
                  <a:path w="72" h="102">
                    <a:moveTo>
                      <a:pt x="29" y="49"/>
                    </a:moveTo>
                    <a:cubicBezTo>
                      <a:pt x="19" y="52"/>
                      <a:pt x="18" y="52"/>
                      <a:pt x="15" y="43"/>
                    </a:cubicBezTo>
                    <a:cubicBezTo>
                      <a:pt x="13" y="36"/>
                      <a:pt x="11" y="28"/>
                      <a:pt x="10" y="21"/>
                    </a:cubicBezTo>
                    <a:cubicBezTo>
                      <a:pt x="9" y="19"/>
                      <a:pt x="11" y="16"/>
                      <a:pt x="13" y="15"/>
                    </a:cubicBezTo>
                    <a:cubicBezTo>
                      <a:pt x="16" y="13"/>
                      <a:pt x="18" y="16"/>
                      <a:pt x="19" y="18"/>
                    </a:cubicBezTo>
                    <a:cubicBezTo>
                      <a:pt x="19" y="21"/>
                      <a:pt x="20" y="23"/>
                      <a:pt x="20" y="26"/>
                    </a:cubicBezTo>
                    <a:cubicBezTo>
                      <a:pt x="26" y="25"/>
                      <a:pt x="31" y="24"/>
                      <a:pt x="35" y="22"/>
                    </a:cubicBezTo>
                    <a:cubicBezTo>
                      <a:pt x="37" y="21"/>
                      <a:pt x="38" y="18"/>
                      <a:pt x="40" y="16"/>
                    </a:cubicBezTo>
                    <a:cubicBezTo>
                      <a:pt x="41" y="15"/>
                      <a:pt x="42" y="14"/>
                      <a:pt x="43" y="14"/>
                    </a:cubicBezTo>
                    <a:cubicBezTo>
                      <a:pt x="44" y="15"/>
                      <a:pt x="44" y="17"/>
                      <a:pt x="44" y="19"/>
                    </a:cubicBezTo>
                    <a:cubicBezTo>
                      <a:pt x="44" y="22"/>
                      <a:pt x="43" y="25"/>
                      <a:pt x="43" y="28"/>
                    </a:cubicBezTo>
                    <a:cubicBezTo>
                      <a:pt x="37" y="29"/>
                      <a:pt x="39" y="36"/>
                      <a:pt x="36" y="40"/>
                    </a:cubicBezTo>
                    <a:cubicBezTo>
                      <a:pt x="36" y="41"/>
                      <a:pt x="37" y="41"/>
                      <a:pt x="37" y="42"/>
                    </a:cubicBezTo>
                    <a:cubicBezTo>
                      <a:pt x="39" y="41"/>
                      <a:pt x="42" y="40"/>
                      <a:pt x="44" y="38"/>
                    </a:cubicBezTo>
                    <a:cubicBezTo>
                      <a:pt x="48" y="32"/>
                      <a:pt x="52" y="26"/>
                      <a:pt x="56" y="20"/>
                    </a:cubicBezTo>
                    <a:cubicBezTo>
                      <a:pt x="59" y="15"/>
                      <a:pt x="56" y="9"/>
                      <a:pt x="49" y="9"/>
                    </a:cubicBezTo>
                    <a:cubicBezTo>
                      <a:pt x="42" y="8"/>
                      <a:pt x="34" y="10"/>
                      <a:pt x="28" y="14"/>
                    </a:cubicBezTo>
                    <a:cubicBezTo>
                      <a:pt x="25" y="16"/>
                      <a:pt x="22" y="15"/>
                      <a:pt x="20" y="13"/>
                    </a:cubicBezTo>
                    <a:cubicBezTo>
                      <a:pt x="17" y="9"/>
                      <a:pt x="17" y="7"/>
                      <a:pt x="22" y="6"/>
                    </a:cubicBezTo>
                    <a:cubicBezTo>
                      <a:pt x="31" y="3"/>
                      <a:pt x="40" y="0"/>
                      <a:pt x="50" y="1"/>
                    </a:cubicBezTo>
                    <a:cubicBezTo>
                      <a:pt x="58" y="1"/>
                      <a:pt x="63" y="7"/>
                      <a:pt x="68" y="12"/>
                    </a:cubicBezTo>
                    <a:cubicBezTo>
                      <a:pt x="72" y="15"/>
                      <a:pt x="70" y="20"/>
                      <a:pt x="67" y="24"/>
                    </a:cubicBezTo>
                    <a:cubicBezTo>
                      <a:pt x="61" y="32"/>
                      <a:pt x="55" y="40"/>
                      <a:pt x="49" y="48"/>
                    </a:cubicBezTo>
                    <a:cubicBezTo>
                      <a:pt x="47" y="51"/>
                      <a:pt x="45" y="52"/>
                      <a:pt x="42" y="49"/>
                    </a:cubicBezTo>
                    <a:cubicBezTo>
                      <a:pt x="41" y="48"/>
                      <a:pt x="38" y="47"/>
                      <a:pt x="37" y="47"/>
                    </a:cubicBezTo>
                    <a:cubicBezTo>
                      <a:pt x="36" y="48"/>
                      <a:pt x="35" y="50"/>
                      <a:pt x="35" y="52"/>
                    </a:cubicBezTo>
                    <a:cubicBezTo>
                      <a:pt x="34" y="59"/>
                      <a:pt x="34" y="59"/>
                      <a:pt x="41" y="58"/>
                    </a:cubicBezTo>
                    <a:cubicBezTo>
                      <a:pt x="43" y="57"/>
                      <a:pt x="46" y="56"/>
                      <a:pt x="48" y="57"/>
                    </a:cubicBezTo>
                    <a:cubicBezTo>
                      <a:pt x="50" y="57"/>
                      <a:pt x="53" y="58"/>
                      <a:pt x="53" y="59"/>
                    </a:cubicBezTo>
                    <a:cubicBezTo>
                      <a:pt x="54" y="61"/>
                      <a:pt x="54" y="64"/>
                      <a:pt x="53" y="66"/>
                    </a:cubicBezTo>
                    <a:cubicBezTo>
                      <a:pt x="52" y="68"/>
                      <a:pt x="50" y="69"/>
                      <a:pt x="48" y="70"/>
                    </a:cubicBezTo>
                    <a:cubicBezTo>
                      <a:pt x="44" y="73"/>
                      <a:pt x="39" y="75"/>
                      <a:pt x="37" y="81"/>
                    </a:cubicBezTo>
                    <a:cubicBezTo>
                      <a:pt x="40" y="81"/>
                      <a:pt x="43" y="81"/>
                      <a:pt x="45" y="81"/>
                    </a:cubicBezTo>
                    <a:cubicBezTo>
                      <a:pt x="51" y="81"/>
                      <a:pt x="56" y="84"/>
                      <a:pt x="57" y="89"/>
                    </a:cubicBezTo>
                    <a:cubicBezTo>
                      <a:pt x="58" y="93"/>
                      <a:pt x="55" y="97"/>
                      <a:pt x="51" y="98"/>
                    </a:cubicBezTo>
                    <a:cubicBezTo>
                      <a:pt x="43" y="99"/>
                      <a:pt x="35" y="100"/>
                      <a:pt x="26" y="101"/>
                    </a:cubicBezTo>
                    <a:cubicBezTo>
                      <a:pt x="22" y="102"/>
                      <a:pt x="19" y="100"/>
                      <a:pt x="17" y="96"/>
                    </a:cubicBezTo>
                    <a:cubicBezTo>
                      <a:pt x="16" y="96"/>
                      <a:pt x="16" y="95"/>
                      <a:pt x="15" y="94"/>
                    </a:cubicBezTo>
                    <a:cubicBezTo>
                      <a:pt x="11" y="84"/>
                      <a:pt x="11" y="84"/>
                      <a:pt x="19" y="77"/>
                    </a:cubicBezTo>
                    <a:cubicBezTo>
                      <a:pt x="22" y="75"/>
                      <a:pt x="24" y="72"/>
                      <a:pt x="27" y="70"/>
                    </a:cubicBezTo>
                    <a:cubicBezTo>
                      <a:pt x="27" y="70"/>
                      <a:pt x="27" y="69"/>
                      <a:pt x="27" y="69"/>
                    </a:cubicBezTo>
                    <a:cubicBezTo>
                      <a:pt x="25" y="69"/>
                      <a:pt x="23" y="70"/>
                      <a:pt x="21" y="71"/>
                    </a:cubicBezTo>
                    <a:cubicBezTo>
                      <a:pt x="17" y="72"/>
                      <a:pt x="13" y="74"/>
                      <a:pt x="9" y="76"/>
                    </a:cubicBezTo>
                    <a:cubicBezTo>
                      <a:pt x="7" y="76"/>
                      <a:pt x="5" y="76"/>
                      <a:pt x="3" y="75"/>
                    </a:cubicBezTo>
                    <a:cubicBezTo>
                      <a:pt x="0" y="72"/>
                      <a:pt x="0" y="71"/>
                      <a:pt x="4" y="69"/>
                    </a:cubicBezTo>
                    <a:cubicBezTo>
                      <a:pt x="12" y="66"/>
                      <a:pt x="19" y="63"/>
                      <a:pt x="26" y="60"/>
                    </a:cubicBezTo>
                    <a:cubicBezTo>
                      <a:pt x="27" y="60"/>
                      <a:pt x="28" y="58"/>
                      <a:pt x="28" y="57"/>
                    </a:cubicBezTo>
                    <a:cubicBezTo>
                      <a:pt x="29" y="55"/>
                      <a:pt x="29" y="52"/>
                      <a:pt x="29" y="49"/>
                    </a:cubicBezTo>
                    <a:close/>
                    <a:moveTo>
                      <a:pt x="34" y="29"/>
                    </a:moveTo>
                    <a:cubicBezTo>
                      <a:pt x="34" y="29"/>
                      <a:pt x="34" y="29"/>
                      <a:pt x="33" y="28"/>
                    </a:cubicBezTo>
                    <a:cubicBezTo>
                      <a:pt x="31" y="29"/>
                      <a:pt x="28" y="30"/>
                      <a:pt x="26" y="32"/>
                    </a:cubicBezTo>
                    <a:cubicBezTo>
                      <a:pt x="24" y="32"/>
                      <a:pt x="22" y="34"/>
                      <a:pt x="23" y="36"/>
                    </a:cubicBezTo>
                    <a:cubicBezTo>
                      <a:pt x="23" y="38"/>
                      <a:pt x="25" y="40"/>
                      <a:pt x="26" y="42"/>
                    </a:cubicBezTo>
                    <a:cubicBezTo>
                      <a:pt x="27" y="42"/>
                      <a:pt x="30" y="41"/>
                      <a:pt x="31" y="40"/>
                    </a:cubicBezTo>
                    <a:cubicBezTo>
                      <a:pt x="32" y="37"/>
                      <a:pt x="33" y="33"/>
                      <a:pt x="34" y="29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" name="Freeform 12"/>
              <p:cNvSpPr/>
              <p:nvPr/>
            </p:nvSpPr>
            <p:spPr bwMode="auto">
              <a:xfrm>
                <a:off x="8878184" y="2293480"/>
                <a:ext cx="236904" cy="593388"/>
              </a:xfrm>
              <a:custGeom>
                <a:avLst/>
                <a:gdLst>
                  <a:gd name="T0" fmla="*/ 30 w 39"/>
                  <a:gd name="T1" fmla="*/ 44 h 98"/>
                  <a:gd name="T2" fmla="*/ 36 w 39"/>
                  <a:gd name="T3" fmla="*/ 34 h 98"/>
                  <a:gd name="T4" fmla="*/ 37 w 39"/>
                  <a:gd name="T5" fmla="*/ 51 h 98"/>
                  <a:gd name="T6" fmla="*/ 25 w 39"/>
                  <a:gd name="T7" fmla="*/ 82 h 98"/>
                  <a:gd name="T8" fmla="*/ 21 w 39"/>
                  <a:gd name="T9" fmla="*/ 98 h 98"/>
                  <a:gd name="T10" fmla="*/ 13 w 39"/>
                  <a:gd name="T11" fmla="*/ 96 h 98"/>
                  <a:gd name="T12" fmla="*/ 5 w 39"/>
                  <a:gd name="T13" fmla="*/ 83 h 98"/>
                  <a:gd name="T14" fmla="*/ 11 w 39"/>
                  <a:gd name="T15" fmla="*/ 62 h 98"/>
                  <a:gd name="T16" fmla="*/ 9 w 39"/>
                  <a:gd name="T17" fmla="*/ 43 h 98"/>
                  <a:gd name="T18" fmla="*/ 12 w 39"/>
                  <a:gd name="T19" fmla="*/ 38 h 98"/>
                  <a:gd name="T20" fmla="*/ 18 w 39"/>
                  <a:gd name="T21" fmla="*/ 33 h 98"/>
                  <a:gd name="T22" fmla="*/ 23 w 39"/>
                  <a:gd name="T23" fmla="*/ 12 h 98"/>
                  <a:gd name="T24" fmla="*/ 11 w 39"/>
                  <a:gd name="T25" fmla="*/ 16 h 98"/>
                  <a:gd name="T26" fmla="*/ 2 w 39"/>
                  <a:gd name="T27" fmla="*/ 16 h 98"/>
                  <a:gd name="T28" fmla="*/ 0 w 39"/>
                  <a:gd name="T29" fmla="*/ 12 h 98"/>
                  <a:gd name="T30" fmla="*/ 3 w 39"/>
                  <a:gd name="T31" fmla="*/ 10 h 98"/>
                  <a:gd name="T32" fmla="*/ 16 w 39"/>
                  <a:gd name="T33" fmla="*/ 7 h 98"/>
                  <a:gd name="T34" fmla="*/ 26 w 39"/>
                  <a:gd name="T35" fmla="*/ 2 h 98"/>
                  <a:gd name="T36" fmla="*/ 32 w 39"/>
                  <a:gd name="T37" fmla="*/ 1 h 98"/>
                  <a:gd name="T38" fmla="*/ 35 w 39"/>
                  <a:gd name="T39" fmla="*/ 9 h 98"/>
                  <a:gd name="T40" fmla="*/ 34 w 39"/>
                  <a:gd name="T41" fmla="*/ 11 h 98"/>
                  <a:gd name="T42" fmla="*/ 27 w 39"/>
                  <a:gd name="T43" fmla="*/ 38 h 98"/>
                  <a:gd name="T44" fmla="*/ 28 w 39"/>
                  <a:gd name="T45" fmla="*/ 44 h 98"/>
                  <a:gd name="T46" fmla="*/ 30 w 39"/>
                  <a:gd name="T47" fmla="*/ 44 h 9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39" h="98">
                    <a:moveTo>
                      <a:pt x="30" y="44"/>
                    </a:moveTo>
                    <a:cubicBezTo>
                      <a:pt x="32" y="41"/>
                      <a:pt x="34" y="38"/>
                      <a:pt x="36" y="34"/>
                    </a:cubicBezTo>
                    <a:cubicBezTo>
                      <a:pt x="37" y="40"/>
                      <a:pt x="39" y="45"/>
                      <a:pt x="37" y="51"/>
                    </a:cubicBezTo>
                    <a:cubicBezTo>
                      <a:pt x="33" y="61"/>
                      <a:pt x="29" y="72"/>
                      <a:pt x="25" y="82"/>
                    </a:cubicBezTo>
                    <a:cubicBezTo>
                      <a:pt x="23" y="87"/>
                      <a:pt x="23" y="92"/>
                      <a:pt x="21" y="98"/>
                    </a:cubicBezTo>
                    <a:cubicBezTo>
                      <a:pt x="18" y="97"/>
                      <a:pt x="15" y="97"/>
                      <a:pt x="13" y="96"/>
                    </a:cubicBezTo>
                    <a:cubicBezTo>
                      <a:pt x="7" y="94"/>
                      <a:pt x="3" y="89"/>
                      <a:pt x="5" y="83"/>
                    </a:cubicBezTo>
                    <a:cubicBezTo>
                      <a:pt x="7" y="76"/>
                      <a:pt x="9" y="69"/>
                      <a:pt x="11" y="62"/>
                    </a:cubicBezTo>
                    <a:cubicBezTo>
                      <a:pt x="13" y="56"/>
                      <a:pt x="14" y="49"/>
                      <a:pt x="9" y="43"/>
                    </a:cubicBezTo>
                    <a:cubicBezTo>
                      <a:pt x="7" y="39"/>
                      <a:pt x="9" y="38"/>
                      <a:pt x="12" y="38"/>
                    </a:cubicBezTo>
                    <a:cubicBezTo>
                      <a:pt x="17" y="39"/>
                      <a:pt x="17" y="37"/>
                      <a:pt x="18" y="33"/>
                    </a:cubicBezTo>
                    <a:cubicBezTo>
                      <a:pt x="19" y="26"/>
                      <a:pt x="21" y="20"/>
                      <a:pt x="23" y="12"/>
                    </a:cubicBezTo>
                    <a:cubicBezTo>
                      <a:pt x="19" y="13"/>
                      <a:pt x="15" y="15"/>
                      <a:pt x="11" y="16"/>
                    </a:cubicBezTo>
                    <a:cubicBezTo>
                      <a:pt x="8" y="17"/>
                      <a:pt x="5" y="16"/>
                      <a:pt x="2" y="16"/>
                    </a:cubicBezTo>
                    <a:cubicBezTo>
                      <a:pt x="1" y="15"/>
                      <a:pt x="0" y="13"/>
                      <a:pt x="0" y="12"/>
                    </a:cubicBezTo>
                    <a:cubicBezTo>
                      <a:pt x="1" y="11"/>
                      <a:pt x="2" y="10"/>
                      <a:pt x="3" y="10"/>
                    </a:cubicBezTo>
                    <a:cubicBezTo>
                      <a:pt x="7" y="8"/>
                      <a:pt x="12" y="8"/>
                      <a:pt x="16" y="7"/>
                    </a:cubicBezTo>
                    <a:cubicBezTo>
                      <a:pt x="19" y="5"/>
                      <a:pt x="22" y="3"/>
                      <a:pt x="26" y="2"/>
                    </a:cubicBezTo>
                    <a:cubicBezTo>
                      <a:pt x="28" y="1"/>
                      <a:pt x="32" y="0"/>
                      <a:pt x="32" y="1"/>
                    </a:cubicBezTo>
                    <a:cubicBezTo>
                      <a:pt x="34" y="3"/>
                      <a:pt x="35" y="6"/>
                      <a:pt x="35" y="9"/>
                    </a:cubicBezTo>
                    <a:cubicBezTo>
                      <a:pt x="36" y="9"/>
                      <a:pt x="35" y="10"/>
                      <a:pt x="34" y="11"/>
                    </a:cubicBezTo>
                    <a:cubicBezTo>
                      <a:pt x="27" y="19"/>
                      <a:pt x="28" y="29"/>
                      <a:pt x="27" y="38"/>
                    </a:cubicBezTo>
                    <a:cubicBezTo>
                      <a:pt x="27" y="40"/>
                      <a:pt x="28" y="42"/>
                      <a:pt x="28" y="44"/>
                    </a:cubicBezTo>
                    <a:cubicBezTo>
                      <a:pt x="29" y="44"/>
                      <a:pt x="29" y="44"/>
                      <a:pt x="30" y="44"/>
                    </a:cubicBezTo>
                    <a:close/>
                  </a:path>
                </a:pathLst>
              </a:custGeom>
              <a:grpFill/>
              <a:ln>
                <a:noFill/>
              </a:ln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页样式8-一段一图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1144922" y="6188075"/>
            <a:ext cx="723790" cy="669925"/>
          </a:xfrm>
          <a:prstGeom prst="rect">
            <a:avLst/>
          </a:prstGeom>
          <a:solidFill>
            <a:schemeClr val="accent4"/>
          </a:solidFill>
          <a:ln>
            <a:noFill/>
          </a:ln>
          <a:effectLst>
            <a:outerShdw blurRad="127000" dist="38100" dir="16200000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9488246" y="0"/>
            <a:ext cx="2380466" cy="87312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/>
            </a:solidFill>
          </a:ln>
          <a:effectLst>
            <a:outerShdw blurRad="127000" dist="38100" dir="5400000" algn="t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dirty="0">
              <a:solidFill>
                <a:schemeClr val="bg1"/>
              </a:solidFill>
            </a:endParaRPr>
          </a:p>
        </p:txBody>
      </p:sp>
      <p:sp>
        <p:nvSpPr>
          <p:cNvPr id="11" name="文本框 10"/>
          <p:cNvSpPr txBox="1">
            <a:spLocks noChangeArrowheads="1"/>
          </p:cNvSpPr>
          <p:nvPr userDrawn="1"/>
        </p:nvSpPr>
        <p:spPr bwMode="auto">
          <a:xfrm>
            <a:off x="11233150" y="6353175"/>
            <a:ext cx="550863" cy="3397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 anchorCtr="0">
            <a:spAutoFit/>
          </a:bodyPr>
          <a:lstStyle>
            <a:lvl1pPr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1pPr>
            <a:lvl2pPr marL="742950" indent="-28575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2pPr>
            <a:lvl3pPr marL="11430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3pPr>
            <a:lvl4pPr marL="16002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4pPr>
            <a:lvl5pPr marL="2057400" indent="-228600"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Century Gothic" panose="020B0502020202020204" pitchFamily="34" charset="0"/>
                <a:ea typeface="微软雅黑" panose="020B0503020204020204" pitchFamily="34" charset="-122"/>
              </a:defRPr>
            </a:lvl9pPr>
          </a:lstStyle>
          <a:p>
            <a:pPr algn="ctr" eaLnBrk="1" hangingPunct="1">
              <a:defRPr/>
            </a:pPr>
            <a:fld id="{4CE2CC6A-3CD6-4EB2-A6B9-76993E7CF1F2}" type="slidenum">
              <a:rPr lang="zh-CN" altLang="en-US" sz="1600" smtClean="0">
                <a:solidFill>
                  <a:srgbClr val="F2F2F2"/>
                </a:solidFill>
                <a:latin typeface="微软雅黑" panose="020B0503020204020204" pitchFamily="34" charset="-122"/>
              </a:rPr>
              <a:t>‹#›</a:t>
            </a:fld>
            <a:endParaRPr lang="zh-CN" altLang="en-US" sz="1600" dirty="0">
              <a:solidFill>
                <a:srgbClr val="F2F2F2"/>
              </a:solidFill>
              <a:latin typeface="微软雅黑" panose="020B0503020204020204" pitchFamily="34" charset="-122"/>
            </a:endParaRPr>
          </a:p>
        </p:txBody>
      </p:sp>
      <p:pic>
        <p:nvPicPr>
          <p:cNvPr id="40" name="图片 39"/>
          <p:cNvPicPr>
            <a:picLocks noChangeAspect="1"/>
          </p:cNvPicPr>
          <p:nvPr userDrawn="1"/>
        </p:nvPicPr>
        <p:blipFill>
          <a:blip r:embed="rId2" cstate="screen"/>
          <a:stretch>
            <a:fillRect/>
          </a:stretch>
        </p:blipFill>
        <p:spPr>
          <a:xfrm>
            <a:off x="9564050" y="131404"/>
            <a:ext cx="2243119" cy="62785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ïşlíḓè"/>
          <p:cNvSpPr/>
          <p:nvPr userDrawn="1"/>
        </p:nvSpPr>
        <p:spPr>
          <a:xfrm>
            <a:off x="-3560" y="2387600"/>
            <a:ext cx="9581785" cy="4470400"/>
          </a:xfrm>
          <a:prstGeom prst="rect">
            <a:avLst/>
          </a:prstGeom>
          <a:blipFill dpi="0" rotWithShape="1">
            <a:blip r:embed="rId2"/>
            <a:srcRect/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srgbClr val="FFFFFF"/>
              </a:solidFill>
            </a:endParaRPr>
          </a:p>
        </p:txBody>
      </p:sp>
      <p:sp>
        <p:nvSpPr>
          <p:cNvPr id="31" name="iśļïḓê"/>
          <p:cNvSpPr/>
          <p:nvPr userDrawn="1"/>
        </p:nvSpPr>
        <p:spPr bwMode="auto">
          <a:xfrm flipH="1">
            <a:off x="-1" y="-4989"/>
            <a:ext cx="9581785" cy="6865116"/>
          </a:xfrm>
          <a:custGeom>
            <a:avLst/>
            <a:gdLst>
              <a:gd name="connsiteX0" fmla="*/ 9581785 w 9581785"/>
              <a:gd name="connsiteY0" fmla="*/ 0 h 6865116"/>
              <a:gd name="connsiteX1" fmla="*/ 6463 w 9581785"/>
              <a:gd name="connsiteY1" fmla="*/ 0 h 6865116"/>
              <a:gd name="connsiteX2" fmla="*/ 0 w 9581785"/>
              <a:gd name="connsiteY2" fmla="*/ 6865116 h 6865116"/>
              <a:gd name="connsiteX3" fmla="*/ 9435691 w 9581785"/>
              <a:gd name="connsiteY3" fmla="*/ 3424381 h 6865116"/>
              <a:gd name="connsiteX4" fmla="*/ 9581785 w 9581785"/>
              <a:gd name="connsiteY4" fmla="*/ 3311401 h 68651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81785" h="6865116">
                <a:moveTo>
                  <a:pt x="9581785" y="0"/>
                </a:moveTo>
                <a:lnTo>
                  <a:pt x="6463" y="0"/>
                </a:lnTo>
                <a:lnTo>
                  <a:pt x="0" y="6865116"/>
                </a:lnTo>
                <a:cubicBezTo>
                  <a:pt x="5057128" y="5756514"/>
                  <a:pt x="7899338" y="4547950"/>
                  <a:pt x="9435691" y="3424381"/>
                </a:cubicBezTo>
                <a:lnTo>
                  <a:pt x="9581785" y="3311401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srgbClr val="000000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34" name="ïSļîḑè"/>
          <p:cNvSpPr/>
          <p:nvPr userDrawn="1"/>
        </p:nvSpPr>
        <p:spPr bwMode="auto">
          <a:xfrm flipH="1">
            <a:off x="3558" y="44794"/>
            <a:ext cx="9578226" cy="6590321"/>
          </a:xfrm>
          <a:custGeom>
            <a:avLst/>
            <a:gdLst>
              <a:gd name="connsiteX0" fmla="*/ 9578226 w 9578226"/>
              <a:gd name="connsiteY0" fmla="*/ 0 h 6590321"/>
              <a:gd name="connsiteX1" fmla="*/ 6205 w 9578226"/>
              <a:gd name="connsiteY1" fmla="*/ 0 h 6590321"/>
              <a:gd name="connsiteX2" fmla="*/ 0 w 9578226"/>
              <a:gd name="connsiteY2" fmla="*/ 6590321 h 6590321"/>
              <a:gd name="connsiteX3" fmla="*/ 9493338 w 9578226"/>
              <a:gd name="connsiteY3" fmla="*/ 2984432 h 6590321"/>
              <a:gd name="connsiteX4" fmla="*/ 9578226 w 9578226"/>
              <a:gd name="connsiteY4" fmla="*/ 2908618 h 65903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8226" h="6590321">
                <a:moveTo>
                  <a:pt x="9578226" y="0"/>
                </a:moveTo>
                <a:lnTo>
                  <a:pt x="6205" y="0"/>
                </a:lnTo>
                <a:lnTo>
                  <a:pt x="0" y="6590321"/>
                </a:lnTo>
                <a:cubicBezTo>
                  <a:pt x="5310859" y="5426098"/>
                  <a:pt x="8101833" y="4148147"/>
                  <a:pt x="9493338" y="2984432"/>
                </a:cubicBezTo>
                <a:lnTo>
                  <a:pt x="9578226" y="2908618"/>
                </a:lnTo>
                <a:close/>
              </a:path>
            </a:pathLst>
          </a:custGeom>
          <a:gradFill>
            <a:gsLst>
              <a:gs pos="0">
                <a:schemeClr val="accent1"/>
              </a:gs>
              <a:gs pos="98000">
                <a:schemeClr val="bg1"/>
              </a:gs>
            </a:gsLst>
            <a:lin ang="1080000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srgbClr val="000000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27" name="iṣľiḋé"/>
          <p:cNvSpPr/>
          <p:nvPr userDrawn="1"/>
        </p:nvSpPr>
        <p:spPr bwMode="auto">
          <a:xfrm flipH="1">
            <a:off x="-13714" y="-4989"/>
            <a:ext cx="9621936" cy="6367328"/>
          </a:xfrm>
          <a:custGeom>
            <a:avLst/>
            <a:gdLst>
              <a:gd name="connsiteX0" fmla="*/ 9580005 w 9580005"/>
              <a:gd name="connsiteY0" fmla="*/ 0 h 6339580"/>
              <a:gd name="connsiteX1" fmla="*/ 5969 w 9580005"/>
              <a:gd name="connsiteY1" fmla="*/ 0 h 6339580"/>
              <a:gd name="connsiteX2" fmla="*/ 0 w 9580005"/>
              <a:gd name="connsiteY2" fmla="*/ 6339580 h 6339580"/>
              <a:gd name="connsiteX3" fmla="*/ 9549201 w 9580005"/>
              <a:gd name="connsiteY3" fmla="*/ 2491289 h 6339580"/>
              <a:gd name="connsiteX4" fmla="*/ 9580005 w 9580005"/>
              <a:gd name="connsiteY4" fmla="*/ 2457799 h 633958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80005" h="6339580">
                <a:moveTo>
                  <a:pt x="9580005" y="0"/>
                </a:moveTo>
                <a:lnTo>
                  <a:pt x="5969" y="0"/>
                </a:lnTo>
                <a:lnTo>
                  <a:pt x="0" y="6339580"/>
                </a:lnTo>
                <a:cubicBezTo>
                  <a:pt x="5692847" y="5091619"/>
                  <a:pt x="8380317" y="3708020"/>
                  <a:pt x="9549201" y="2491289"/>
                </a:cubicBezTo>
                <a:lnTo>
                  <a:pt x="9580005" y="2457799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noAutofit/>
          </a:bodyPr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 dirty="0">
              <a:solidFill>
                <a:srgbClr val="000000"/>
              </a:solidFill>
              <a:latin typeface="Arial" panose="020B0604020202020204"/>
              <a:ea typeface="微软雅黑" panose="020B0503020204020204" pitchFamily="34" charset="-122"/>
            </a:endParaRPr>
          </a:p>
        </p:txBody>
      </p:sp>
      <p:sp>
        <p:nvSpPr>
          <p:cNvPr id="13" name="标题 12"/>
          <p:cNvSpPr>
            <a:spLocks noGrp="1"/>
          </p:cNvSpPr>
          <p:nvPr userDrawn="1">
            <p:ph type="ctrTitle" hasCustomPrompt="1"/>
          </p:nvPr>
        </p:nvSpPr>
        <p:spPr>
          <a:xfrm>
            <a:off x="669925" y="1822450"/>
            <a:ext cx="10850564" cy="1606550"/>
          </a:xfrm>
          <a:prstGeom prst="rect">
            <a:avLst/>
          </a:prstGeom>
        </p:spPr>
        <p:txBody>
          <a:bodyPr anchor="b">
            <a:normAutofit/>
          </a:bodyPr>
          <a:lstStyle>
            <a:lvl1pPr marL="0" indent="0" algn="r">
              <a:buFont typeface="Arial" panose="020B0604020202020204" pitchFamily="34" charset="0"/>
              <a:buNone/>
              <a:defRPr sz="3200" b="1">
                <a:solidFill>
                  <a:schemeClr val="accent1"/>
                </a:solidFill>
              </a:defRPr>
            </a:lvl1pPr>
          </a:lstStyle>
          <a:p>
            <a:r>
              <a:rPr lang="en-US" altLang="zh-CN" dirty="0"/>
              <a:t>Conclusion</a:t>
            </a:r>
            <a:endParaRPr lang="zh-CN" altLang="en-US" dirty="0"/>
          </a:p>
        </p:txBody>
      </p:sp>
      <p:sp>
        <p:nvSpPr>
          <p:cNvPr id="8" name="文本占位符 7"/>
          <p:cNvSpPr>
            <a:spLocks noGrp="1"/>
          </p:cNvSpPr>
          <p:nvPr>
            <p:ph type="body" sz="quarter" idx="10" hasCustomPrompt="1"/>
          </p:nvPr>
        </p:nvSpPr>
        <p:spPr>
          <a:xfrm>
            <a:off x="669925" y="4017660"/>
            <a:ext cx="10850564" cy="296271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Signature</a:t>
            </a:r>
          </a:p>
        </p:txBody>
      </p:sp>
      <p:sp>
        <p:nvSpPr>
          <p:cNvPr id="9" name="文本占位符 8"/>
          <p:cNvSpPr>
            <a:spLocks noGrp="1"/>
          </p:cNvSpPr>
          <p:nvPr>
            <p:ph type="body" sz="quarter" idx="11" hasCustomPrompt="1"/>
          </p:nvPr>
        </p:nvSpPr>
        <p:spPr>
          <a:xfrm>
            <a:off x="669925" y="4329937"/>
            <a:ext cx="10850564" cy="296271"/>
          </a:xfrm>
          <a:prstGeom prst="rect">
            <a:avLst/>
          </a:prstGeom>
        </p:spPr>
        <p:txBody>
          <a:bodyPr vert="horz" anchor="ctr">
            <a:noAutofit/>
          </a:bodyPr>
          <a:lstStyle>
            <a:lvl1pPr marL="0" indent="0" algn="r">
              <a:buNone/>
              <a:defRPr sz="1400" b="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altLang="zh-CN" dirty="0"/>
              <a:t>Date</a:t>
            </a:r>
            <a:endParaRPr lang="zh-CN" altLang="en-US" dirty="0"/>
          </a:p>
        </p:txBody>
      </p:sp>
      <p:pic>
        <p:nvPicPr>
          <p:cNvPr id="2" name="图片 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8862403" y="502903"/>
            <a:ext cx="2658086" cy="713294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  <p:transition spd="med">
    <p:fade/>
  </p:transition>
</p:sldLayout>
</file>

<file path=ppt/slideMasters/_rels/slideMaster1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9" Type="http://schemas.openxmlformats.org/officeDocument/2006/relationships/slideLayout" Target="../slideLayouts/slideLayout39.xml"/><Relationship Id="rId21" Type="http://schemas.openxmlformats.org/officeDocument/2006/relationships/slideLayout" Target="../slideLayouts/slideLayout21.xml"/><Relationship Id="rId34" Type="http://schemas.openxmlformats.org/officeDocument/2006/relationships/slideLayout" Target="../slideLayouts/slideLayout34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50" Type="http://schemas.openxmlformats.org/officeDocument/2006/relationships/slideLayout" Target="../slideLayouts/slideLayout50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9" Type="http://schemas.openxmlformats.org/officeDocument/2006/relationships/slideLayout" Target="../slideLayouts/slideLayout29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8" Type="http://schemas.openxmlformats.org/officeDocument/2006/relationships/slideLayout" Target="../slideLayouts/slideLayout8.xml"/><Relationship Id="rId51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63.xml"/><Relationship Id="rId18" Type="http://schemas.openxmlformats.org/officeDocument/2006/relationships/slideLayout" Target="../slideLayouts/slideLayout68.xml"/><Relationship Id="rId26" Type="http://schemas.openxmlformats.org/officeDocument/2006/relationships/slideLayout" Target="../slideLayouts/slideLayout76.xml"/><Relationship Id="rId39" Type="http://schemas.openxmlformats.org/officeDocument/2006/relationships/slideLayout" Target="../slideLayouts/slideLayout89.xml"/><Relationship Id="rId21" Type="http://schemas.openxmlformats.org/officeDocument/2006/relationships/slideLayout" Target="../slideLayouts/slideLayout71.xml"/><Relationship Id="rId34" Type="http://schemas.openxmlformats.org/officeDocument/2006/relationships/slideLayout" Target="../slideLayouts/slideLayout84.xml"/><Relationship Id="rId42" Type="http://schemas.openxmlformats.org/officeDocument/2006/relationships/slideLayout" Target="../slideLayouts/slideLayout92.xml"/><Relationship Id="rId47" Type="http://schemas.openxmlformats.org/officeDocument/2006/relationships/slideLayout" Target="../slideLayouts/slideLayout97.xml"/><Relationship Id="rId7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2.xml"/><Relationship Id="rId16" Type="http://schemas.openxmlformats.org/officeDocument/2006/relationships/slideLayout" Target="../slideLayouts/slideLayout66.xml"/><Relationship Id="rId29" Type="http://schemas.openxmlformats.org/officeDocument/2006/relationships/slideLayout" Target="../slideLayouts/slideLayout79.xml"/><Relationship Id="rId11" Type="http://schemas.openxmlformats.org/officeDocument/2006/relationships/slideLayout" Target="../slideLayouts/slideLayout61.xml"/><Relationship Id="rId24" Type="http://schemas.openxmlformats.org/officeDocument/2006/relationships/slideLayout" Target="../slideLayouts/slideLayout74.xml"/><Relationship Id="rId32" Type="http://schemas.openxmlformats.org/officeDocument/2006/relationships/slideLayout" Target="../slideLayouts/slideLayout82.xml"/><Relationship Id="rId37" Type="http://schemas.openxmlformats.org/officeDocument/2006/relationships/slideLayout" Target="../slideLayouts/slideLayout87.xml"/><Relationship Id="rId40" Type="http://schemas.openxmlformats.org/officeDocument/2006/relationships/slideLayout" Target="../slideLayouts/slideLayout90.xml"/><Relationship Id="rId45" Type="http://schemas.openxmlformats.org/officeDocument/2006/relationships/slideLayout" Target="../slideLayouts/slideLayout95.xml"/><Relationship Id="rId5" Type="http://schemas.openxmlformats.org/officeDocument/2006/relationships/slideLayout" Target="../slideLayouts/slideLayout55.xml"/><Relationship Id="rId15" Type="http://schemas.openxmlformats.org/officeDocument/2006/relationships/slideLayout" Target="../slideLayouts/slideLayout65.xml"/><Relationship Id="rId23" Type="http://schemas.openxmlformats.org/officeDocument/2006/relationships/slideLayout" Target="../slideLayouts/slideLayout73.xml"/><Relationship Id="rId28" Type="http://schemas.openxmlformats.org/officeDocument/2006/relationships/slideLayout" Target="../slideLayouts/slideLayout78.xml"/><Relationship Id="rId36" Type="http://schemas.openxmlformats.org/officeDocument/2006/relationships/slideLayout" Target="../slideLayouts/slideLayout86.xml"/><Relationship Id="rId49" Type="http://schemas.openxmlformats.org/officeDocument/2006/relationships/theme" Target="../theme/theme2.xml"/><Relationship Id="rId10" Type="http://schemas.openxmlformats.org/officeDocument/2006/relationships/slideLayout" Target="../slideLayouts/slideLayout60.xml"/><Relationship Id="rId19" Type="http://schemas.openxmlformats.org/officeDocument/2006/relationships/slideLayout" Target="../slideLayouts/slideLayout69.xml"/><Relationship Id="rId31" Type="http://schemas.openxmlformats.org/officeDocument/2006/relationships/slideLayout" Target="../slideLayouts/slideLayout81.xml"/><Relationship Id="rId44" Type="http://schemas.openxmlformats.org/officeDocument/2006/relationships/slideLayout" Target="../slideLayouts/slideLayout94.xml"/><Relationship Id="rId4" Type="http://schemas.openxmlformats.org/officeDocument/2006/relationships/slideLayout" Target="../slideLayouts/slideLayout54.xml"/><Relationship Id="rId9" Type="http://schemas.openxmlformats.org/officeDocument/2006/relationships/slideLayout" Target="../slideLayouts/slideLayout59.xml"/><Relationship Id="rId14" Type="http://schemas.openxmlformats.org/officeDocument/2006/relationships/slideLayout" Target="../slideLayouts/slideLayout64.xml"/><Relationship Id="rId22" Type="http://schemas.openxmlformats.org/officeDocument/2006/relationships/slideLayout" Target="../slideLayouts/slideLayout72.xml"/><Relationship Id="rId27" Type="http://schemas.openxmlformats.org/officeDocument/2006/relationships/slideLayout" Target="../slideLayouts/slideLayout77.xml"/><Relationship Id="rId30" Type="http://schemas.openxmlformats.org/officeDocument/2006/relationships/slideLayout" Target="../slideLayouts/slideLayout80.xml"/><Relationship Id="rId35" Type="http://schemas.openxmlformats.org/officeDocument/2006/relationships/slideLayout" Target="../slideLayouts/slideLayout85.xml"/><Relationship Id="rId43" Type="http://schemas.openxmlformats.org/officeDocument/2006/relationships/slideLayout" Target="../slideLayouts/slideLayout93.xml"/><Relationship Id="rId48" Type="http://schemas.openxmlformats.org/officeDocument/2006/relationships/slideLayout" Target="../slideLayouts/slideLayout98.xml"/><Relationship Id="rId8" Type="http://schemas.openxmlformats.org/officeDocument/2006/relationships/slideLayout" Target="../slideLayouts/slideLayout58.xml"/><Relationship Id="rId3" Type="http://schemas.openxmlformats.org/officeDocument/2006/relationships/slideLayout" Target="../slideLayouts/slideLayout53.xml"/><Relationship Id="rId12" Type="http://schemas.openxmlformats.org/officeDocument/2006/relationships/slideLayout" Target="../slideLayouts/slideLayout62.xml"/><Relationship Id="rId17" Type="http://schemas.openxmlformats.org/officeDocument/2006/relationships/slideLayout" Target="../slideLayouts/slideLayout67.xml"/><Relationship Id="rId25" Type="http://schemas.openxmlformats.org/officeDocument/2006/relationships/slideLayout" Target="../slideLayouts/slideLayout75.xml"/><Relationship Id="rId33" Type="http://schemas.openxmlformats.org/officeDocument/2006/relationships/slideLayout" Target="../slideLayouts/slideLayout83.xml"/><Relationship Id="rId38" Type="http://schemas.openxmlformats.org/officeDocument/2006/relationships/slideLayout" Target="../slideLayouts/slideLayout88.xml"/><Relationship Id="rId46" Type="http://schemas.openxmlformats.org/officeDocument/2006/relationships/slideLayout" Target="../slideLayouts/slideLayout96.xml"/><Relationship Id="rId20" Type="http://schemas.openxmlformats.org/officeDocument/2006/relationships/slideLayout" Target="../slideLayouts/slideLayout70.xml"/><Relationship Id="rId41" Type="http://schemas.openxmlformats.org/officeDocument/2006/relationships/slideLayout" Target="../slideLayouts/slideLayout91.xml"/><Relationship Id="rId1" Type="http://schemas.openxmlformats.org/officeDocument/2006/relationships/slideLayout" Target="../slideLayouts/slideLayout51.xml"/><Relationship Id="rId6" Type="http://schemas.openxmlformats.org/officeDocument/2006/relationships/slideLayout" Target="../slideLayouts/slideLayout5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EC0B3BC9-7090-482A-AB63-1945A9C9F1E4}" type="slidenum">
              <a:rPr lang="zh-CN" altLang="en-US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  <p:sldLayoutId id="2147483683" r:id="rId35"/>
    <p:sldLayoutId id="2147483684" r:id="rId36"/>
    <p:sldLayoutId id="2147483685" r:id="rId37"/>
    <p:sldLayoutId id="2147483686" r:id="rId38"/>
    <p:sldLayoutId id="2147483687" r:id="rId39"/>
    <p:sldLayoutId id="2147483688" r:id="rId40"/>
    <p:sldLayoutId id="2147483689" r:id="rId41"/>
    <p:sldLayoutId id="2147483690" r:id="rId42"/>
    <p:sldLayoutId id="2147483691" r:id="rId43"/>
    <p:sldLayoutId id="2147483692" r:id="rId44"/>
    <p:sldLayoutId id="2147483693" r:id="rId45"/>
    <p:sldLayoutId id="2147483694" r:id="rId46"/>
    <p:sldLayoutId id="2147483695" r:id="rId47"/>
    <p:sldLayoutId id="2147483696" r:id="rId48"/>
    <p:sldLayoutId id="2147483697" r:id="rId49"/>
    <p:sldLayoutId id="2147483698" r:id="rId50"/>
  </p:sldLayoutIdLst>
  <p:transition spd="med">
    <p:fade/>
  </p:transition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标题占位符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1027" name="文本占位符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EC0B3BC9-7090-482A-AB63-1945A9C9F1E4}" type="slidenum">
              <a:rPr lang="zh-CN" altLang="en-US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  <p:sldLayoutId id="2147483742" r:id="rId43"/>
    <p:sldLayoutId id="2147483743" r:id="rId44"/>
    <p:sldLayoutId id="2147483744" r:id="rId45"/>
    <p:sldLayoutId id="2147483745" r:id="rId46"/>
    <p:sldLayoutId id="2147483746" r:id="rId47"/>
    <p:sldLayoutId id="2147483747" r:id="rId48"/>
  </p:sldLayoutIdLst>
  <p:transition spd="med">
    <p:fade/>
  </p:transition>
  <p:hf sldNum="0" hdr="0" ftr="0" dt="0"/>
  <p:txStyles>
    <p:titleStyle>
      <a:lvl1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2pPr>
      <a:lvl3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3pPr>
      <a:lvl4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4pPr>
      <a:lvl5pPr algn="l" rtl="0" eaLnBrk="0" fontAlgn="base" hangingPunct="0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5pPr>
      <a:lvl6pPr marL="4572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6pPr>
      <a:lvl7pPr marL="9144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7pPr>
      <a:lvl8pPr marL="13716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8pPr>
      <a:lvl9pPr marL="1828800" algn="l" rtl="0" fontAlgn="base">
        <a:lnSpc>
          <a:spcPct val="90000"/>
        </a:lnSpc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entury Gothic" panose="020B0502020202020204" pitchFamily="34" charset="0"/>
          <a:ea typeface="微软雅黑" panose="020B0503020204020204" pitchFamily="34" charset="-122"/>
        </a:defRPr>
      </a:lvl9pPr>
    </p:titleStyle>
    <p:bodyStyle>
      <a:lvl1pPr marL="228600" indent="-228600" algn="l" rtl="0" eaLnBrk="0" fontAlgn="base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9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tags" Target="../tags/tag27.xml"/><Relationship Id="rId13" Type="http://schemas.openxmlformats.org/officeDocument/2006/relationships/slideLayout" Target="../slideLayouts/slideLayout50.xml"/><Relationship Id="rId3" Type="http://schemas.openxmlformats.org/officeDocument/2006/relationships/tags" Target="../tags/tag22.xml"/><Relationship Id="rId7" Type="http://schemas.openxmlformats.org/officeDocument/2006/relationships/tags" Target="../tags/tag26.xml"/><Relationship Id="rId12" Type="http://schemas.openxmlformats.org/officeDocument/2006/relationships/tags" Target="../tags/tag31.xml"/><Relationship Id="rId2" Type="http://schemas.openxmlformats.org/officeDocument/2006/relationships/tags" Target="../tags/tag21.xml"/><Relationship Id="rId1" Type="http://schemas.openxmlformats.org/officeDocument/2006/relationships/tags" Target="../tags/tag20.xml"/><Relationship Id="rId6" Type="http://schemas.openxmlformats.org/officeDocument/2006/relationships/tags" Target="../tags/tag25.xml"/><Relationship Id="rId11" Type="http://schemas.openxmlformats.org/officeDocument/2006/relationships/tags" Target="../tags/tag30.xml"/><Relationship Id="rId5" Type="http://schemas.openxmlformats.org/officeDocument/2006/relationships/tags" Target="../tags/tag24.xml"/><Relationship Id="rId10" Type="http://schemas.openxmlformats.org/officeDocument/2006/relationships/tags" Target="../tags/tag29.xml"/><Relationship Id="rId4" Type="http://schemas.openxmlformats.org/officeDocument/2006/relationships/tags" Target="../tags/tag23.xml"/><Relationship Id="rId9" Type="http://schemas.openxmlformats.org/officeDocument/2006/relationships/tags" Target="../tags/tag28.xml"/><Relationship Id="rId1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4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4.xml"/><Relationship Id="rId4" Type="http://schemas.openxmlformats.org/officeDocument/2006/relationships/image" Target="../media/image45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4.xml"/></Relationships>
</file>

<file path=ppt/slides/_rels/slide16.xml.rels><?xml version='1.0' encoding='UTF-8' standalone='yes'?>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/>
          <p:cNvSpPr/>
          <p:nvPr/>
        </p:nvSpPr>
        <p:spPr>
          <a:xfrm>
            <a:off x="0" y="1340768"/>
            <a:ext cx="12192000" cy="2088232"/>
          </a:xfrm>
          <a:prstGeom prst="rect">
            <a:avLst/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4000" b="1" dirty="0">
                <a:solidFill>
                  <a:schemeClr val="bg1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非理想测量下的用户中心多TRP协同优化研究</a:t>
            </a:r>
            <a:endParaRPr lang="en-US" altLang="zh-CN" sz="4000" b="1" dirty="0">
              <a:solidFill>
                <a:schemeClr val="bg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336" y="155828"/>
            <a:ext cx="204259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b="1" dirty="0">
                <a:solidFill>
                  <a:schemeClr val="tx2">
                    <a:lumMod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研究汇报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173"/>
    </mc:Choice>
    <mc:Fallback xmlns="">
      <p:transition spd="slow" advTm="1173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标题 9"/>
          <p:cNvSpPr>
            <a:spLocks noGrp="1"/>
          </p:cNvSpPr>
          <p:nvPr>
            <p:ph type="title" idx="4294967295"/>
          </p:nvPr>
        </p:nvSpPr>
        <p:spPr>
          <a:xfrm>
            <a:off x="1279525" y="2528666"/>
            <a:ext cx="1806575" cy="675057"/>
          </a:xfrm>
        </p:spPr>
        <p:txBody>
          <a:bodyPr/>
          <a:lstStyle/>
          <a:p>
            <a:pPr algn="ctr"/>
            <a:r>
              <a:rPr lang="zh-CN" altLang="en-US" sz="6000" b="1" dirty="0">
                <a:solidFill>
                  <a:schemeClr val="bg1"/>
                </a:solidFill>
              </a:rPr>
              <a:t>主要内容</a:t>
            </a:r>
          </a:p>
        </p:txBody>
      </p:sp>
      <p:grpSp>
        <p:nvGrpSpPr>
          <p:cNvPr id="30" name="组合 29"/>
          <p:cNvGrpSpPr/>
          <p:nvPr>
            <p:custDataLst>
              <p:tags r:id="rId1"/>
            </p:custDataLst>
          </p:nvPr>
        </p:nvGrpSpPr>
        <p:grpSpPr>
          <a:xfrm>
            <a:off x="5675907" y="569134"/>
            <a:ext cx="5190522" cy="1098506"/>
            <a:chOff x="5337036" y="1031947"/>
            <a:chExt cx="5190522" cy="1098506"/>
          </a:xfrm>
        </p:grpSpPr>
        <p:sp>
          <p:nvSpPr>
            <p:cNvPr id="46" name="文本框 45"/>
            <p:cNvSpPr txBox="1"/>
            <p:nvPr>
              <p:custDataLst>
                <p:tags r:id="rId11"/>
              </p:custDataLst>
            </p:nvPr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6000" b="1" i="1" u="none" strike="noStrike" kern="1200" cap="none" spc="0" normalizeH="0" baseline="0" noProof="0" dirty="0">
                  <a:ln>
                    <a:noFill/>
                  </a:ln>
                  <a:solidFill>
                    <a:srgbClr val="C00000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lt"/>
                </a:rPr>
                <a:t>1</a:t>
              </a:r>
              <a:endParaRPr kumimoji="0" lang="zh-CN" altLang="en-US" sz="5400" b="1" i="1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48" name="文本框 47"/>
            <p:cNvSpPr txBox="1"/>
            <p:nvPr>
              <p:custDataLst>
                <p:tags r:id="rId12"/>
              </p:custDataLst>
            </p:nvPr>
          </p:nvSpPr>
          <p:spPr>
            <a:xfrm>
              <a:off x="6355262" y="1304201"/>
              <a:ext cx="4172296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 marL="17145">
                <a:spcBef>
                  <a:spcPts val="105"/>
                </a:spcBef>
              </a:pPr>
              <a:r>
                <a:rPr lang="zh-CN" altLang="en-US" sz="3600" b="1" dirty="0">
                  <a:solidFill>
                    <a:srgbClr val="C00000"/>
                  </a:solidFill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</a:rPr>
                <a:t>研究问题与验收场景</a:t>
              </a:r>
            </a:p>
          </p:txBody>
        </p:sp>
      </p:grpSp>
      <p:grpSp>
        <p:nvGrpSpPr>
          <p:cNvPr id="59" name="组合 58"/>
          <p:cNvGrpSpPr/>
          <p:nvPr>
            <p:custDataLst>
              <p:tags r:id="rId2"/>
            </p:custDataLst>
          </p:nvPr>
        </p:nvGrpSpPr>
        <p:grpSpPr>
          <a:xfrm>
            <a:off x="5683198" y="2012029"/>
            <a:ext cx="4278628" cy="1481021"/>
            <a:chOff x="5337036" y="1031947"/>
            <a:chExt cx="4278628" cy="1481021"/>
          </a:xfrm>
        </p:grpSpPr>
        <p:sp>
          <p:nvSpPr>
            <p:cNvPr id="60" name="文本框 59"/>
            <p:cNvSpPr txBox="1"/>
            <p:nvPr>
              <p:custDataLst>
                <p:tags r:id="rId9"/>
              </p:custDataLst>
            </p:nvPr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6000" b="1" i="1" u="none" strike="noStrike" kern="1200" cap="none" spc="0" normalizeH="0" baseline="0" noProof="0" dirty="0">
                  <a:ln>
                    <a:noFill/>
                  </a:ln>
                  <a:solidFill>
                    <a:srgbClr val="002B84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lt"/>
                </a:rPr>
                <a:t>2</a:t>
              </a:r>
              <a:endParaRPr kumimoji="0" lang="zh-CN" altLang="en-US" sz="6000" b="1" i="1" u="none" strike="noStrike" kern="1200" cap="none" spc="0" normalizeH="0" baseline="0" noProof="0" dirty="0">
                <a:ln>
                  <a:noFill/>
                </a:ln>
                <a:solidFill>
                  <a:srgbClr val="002B84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2" name="文本框 61"/>
            <p:cNvSpPr txBox="1"/>
            <p:nvPr>
              <p:custDataLst>
                <p:tags r:id="rId10"/>
              </p:custDataLst>
            </p:nvPr>
          </p:nvSpPr>
          <p:spPr>
            <a:xfrm>
              <a:off x="6384010" y="1248904"/>
              <a:ext cx="3231654" cy="1264064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lnSpc>
                  <a:spcPct val="120000"/>
                </a:lnSpc>
              </a:pPr>
              <a:r>
                <a:rPr lang="zh-CN" altLang="en-US" sz="3600" b="1" dirty="0">
                  <a:solidFill>
                    <a:srgbClr val="002B84"/>
                  </a:solidFill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</a:rPr>
                <a:t>系统模型与框架</a:t>
              </a:r>
            </a:p>
            <a:p>
              <a:pPr lvl="0">
                <a:lnSpc>
                  <a:spcPct val="120000"/>
                </a:lnSpc>
              </a:pPr>
              <a:endParaRPr lang="zh-CN" altLang="en-US" sz="3600" b="1" dirty="0">
                <a:solidFill>
                  <a:srgbClr val="002B84"/>
                </a:solidFill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66" name="组合 65"/>
          <p:cNvGrpSpPr/>
          <p:nvPr>
            <p:custDataLst>
              <p:tags r:id="rId3"/>
            </p:custDataLst>
          </p:nvPr>
        </p:nvGrpSpPr>
        <p:grpSpPr>
          <a:xfrm>
            <a:off x="5675907" y="4918106"/>
            <a:ext cx="3804264" cy="1098506"/>
            <a:chOff x="5337036" y="1031947"/>
            <a:chExt cx="3804264" cy="1098506"/>
          </a:xfrm>
        </p:grpSpPr>
        <p:sp>
          <p:nvSpPr>
            <p:cNvPr id="67" name="文本框 66"/>
            <p:cNvSpPr txBox="1"/>
            <p:nvPr>
              <p:custDataLst>
                <p:tags r:id="rId7"/>
              </p:custDataLst>
            </p:nvPr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6000" b="1" i="1" u="none" strike="noStrike" kern="1200" cap="none" spc="0" normalizeH="0" baseline="0" noProof="0" dirty="0">
                  <a:ln>
                    <a:noFill/>
                  </a:ln>
                  <a:solidFill>
                    <a:srgbClr val="002B84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lt"/>
                </a:rPr>
                <a:t>4</a:t>
              </a:r>
              <a:endParaRPr kumimoji="0" lang="zh-CN" altLang="en-US" sz="6000" b="1" i="1" u="none" strike="noStrike" kern="1200" cap="none" spc="0" normalizeH="0" baseline="0" noProof="0" dirty="0">
                <a:ln>
                  <a:noFill/>
                </a:ln>
                <a:solidFill>
                  <a:srgbClr val="002B84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69" name="文本框 68"/>
            <p:cNvSpPr txBox="1"/>
            <p:nvPr>
              <p:custDataLst>
                <p:tags r:id="rId8"/>
              </p:custDataLst>
            </p:nvPr>
          </p:nvSpPr>
          <p:spPr>
            <a:xfrm>
              <a:off x="6371311" y="1290123"/>
              <a:ext cx="2769989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spcBef>
                  <a:spcPct val="20000"/>
                </a:spcBef>
              </a:pPr>
              <a:r>
                <a:rPr lang="zh-CN" altLang="en-US" sz="3600" b="1" dirty="0">
                  <a:solidFill>
                    <a:srgbClr val="002B84"/>
                  </a:solidFill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ea"/>
                </a:rPr>
                <a:t>新版研究方案</a:t>
              </a:r>
              <a:endParaRPr lang="zh-CN" altLang="en-US" sz="3600" b="1" dirty="0">
                <a:solidFill>
                  <a:srgbClr val="013A89"/>
                </a:solidFill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</p:grpSp>
      <p:grpSp>
        <p:nvGrpSpPr>
          <p:cNvPr id="13" name="组合 12"/>
          <p:cNvGrpSpPr/>
          <p:nvPr>
            <p:custDataLst>
              <p:tags r:id="rId4"/>
            </p:custDataLst>
          </p:nvPr>
        </p:nvGrpSpPr>
        <p:grpSpPr>
          <a:xfrm>
            <a:off x="5675658" y="3484713"/>
            <a:ext cx="4462974" cy="1098506"/>
            <a:chOff x="5337036" y="1031947"/>
            <a:chExt cx="4462974" cy="1098506"/>
          </a:xfrm>
        </p:grpSpPr>
        <p:sp>
          <p:nvSpPr>
            <p:cNvPr id="14" name="文本框 13"/>
            <p:cNvSpPr txBox="1"/>
            <p:nvPr>
              <p:custDataLst>
                <p:tags r:id="rId5"/>
              </p:custDataLst>
            </p:nvPr>
          </p:nvSpPr>
          <p:spPr>
            <a:xfrm>
              <a:off x="5337036" y="1031947"/>
              <a:ext cx="612668" cy="1098506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marL="0" marR="0" lvl="0" indent="0" algn="l" defTabSz="914400" rtl="0" eaLnBrk="0" fontAlgn="base" latinLnBrk="0" hangingPunct="0">
                <a:lnSpc>
                  <a:spcPct val="12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defRPr/>
              </a:pPr>
              <a:r>
                <a:rPr kumimoji="0" lang="en-US" altLang="zh-CN" sz="6000" b="1" i="1" u="none" strike="noStrike" kern="1200" cap="none" spc="0" normalizeH="0" baseline="0" noProof="0" dirty="0">
                  <a:ln>
                    <a:noFill/>
                  </a:ln>
                  <a:solidFill>
                    <a:srgbClr val="013A89"/>
                  </a:solidFill>
                  <a:effectLst/>
                  <a:uLnTx/>
                  <a:uFillTx/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lt"/>
                </a:rPr>
                <a:t>3</a:t>
              </a:r>
              <a:endParaRPr kumimoji="0" lang="zh-CN" altLang="en-US" sz="6000" b="1" i="1" u="none" strike="noStrike" kern="1200" cap="none" spc="0" normalizeH="0" baseline="0" noProof="0" dirty="0">
                <a:ln>
                  <a:noFill/>
                </a:ln>
                <a:solidFill>
                  <a:srgbClr val="013A89"/>
                </a:solidFill>
                <a:effectLst/>
                <a:uLnTx/>
                <a:uFillTx/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  <a:sym typeface="+mn-lt"/>
              </a:endParaRPr>
            </a:p>
          </p:txBody>
        </p:sp>
        <p:sp>
          <p:nvSpPr>
            <p:cNvPr id="15" name="文本框 14"/>
            <p:cNvSpPr txBox="1"/>
            <p:nvPr>
              <p:custDataLst>
                <p:tags r:id="rId6"/>
              </p:custDataLst>
            </p:nvPr>
          </p:nvSpPr>
          <p:spPr>
            <a:xfrm>
              <a:off x="6384010" y="1248904"/>
              <a:ext cx="3416000" cy="553998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pPr>
                <a:spcBef>
                  <a:spcPct val="20000"/>
                </a:spcBef>
              </a:pPr>
              <a:r>
                <a:rPr lang="en-US" altLang="zh-CN" sz="3600" b="1" dirty="0">
                  <a:solidFill>
                    <a:srgbClr val="002B84"/>
                  </a:solidFill>
                  <a:latin typeface="Century Gothic" panose="020B0502020202020204" pitchFamily="34" charset="0"/>
                  <a:ea typeface="微软雅黑" panose="020B0503020204020204" pitchFamily="34" charset="-122"/>
                  <a:cs typeface="+mn-ea"/>
                  <a:sym typeface="+mn-ea"/>
                </a:rPr>
                <a:t>WMMSE-ADMM</a:t>
              </a:r>
              <a:endParaRPr lang="zh-CN" altLang="en-GB" sz="3600" b="1" dirty="0">
                <a:solidFill>
                  <a:srgbClr val="002B84"/>
                </a:solidFill>
                <a:latin typeface="Century Gothic" panose="020B0502020202020204" pitchFamily="34" charset="0"/>
                <a:ea typeface="微软雅黑" panose="020B0503020204020204" pitchFamily="34" charset="-122"/>
                <a:cs typeface="+mn-ea"/>
              </a:endParaRPr>
            </a:p>
          </p:txBody>
        </p:sp>
      </p:grp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309" y="362097"/>
            <a:ext cx="4801314" cy="590931"/>
          </a:xfrm>
        </p:spPr>
        <p:txBody>
          <a:bodyPr wrap="none"/>
          <a:lstStyle/>
          <a:p>
            <a:r>
              <a:rPr lang="zh-CN" altLang="en-US" b="1" dirty="0">
                <a:solidFill>
                  <a:srgbClr val="092B56"/>
                </a:solidFill>
                <a:latin typeface="Microsoft YaHei"/>
              </a:rPr>
              <a:t>研究问题、方法与目标</a:t>
            </a:r>
            <a:endParaRPr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94360" y="1348716"/>
            <a:ext cx="2880360" cy="32008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lang="zh-CN" altLang="en-US" sz="1900" b="1" dirty="0">
                <a:solidFill>
                  <a:srgbClr val="092B56"/>
                </a:solidFill>
                <a:latin typeface="Microsoft YaHei"/>
              </a:rPr>
              <a:t>研究问题</a:t>
            </a:r>
            <a:r>
              <a:rPr sz="1900" b="1" dirty="0" err="1">
                <a:solidFill>
                  <a:srgbClr val="092B56"/>
                </a:solidFill>
                <a:latin typeface="Microsoft YaHei"/>
              </a:rPr>
              <a:t>中的困难</a:t>
            </a:r>
            <a:endParaRPr sz="1900"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690872" y="1348716"/>
            <a:ext cx="2889504" cy="32008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900" b="1" dirty="0" err="1">
                <a:solidFill>
                  <a:srgbClr val="092B56"/>
                </a:solidFill>
                <a:latin typeface="Microsoft YaHei"/>
              </a:rPr>
              <a:t>研究方法</a:t>
            </a:r>
            <a:endParaRPr sz="1900"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833104" y="1348716"/>
            <a:ext cx="2697480" cy="32008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lang="zh-CN" altLang="en-US" sz="1900" b="1" dirty="0">
                <a:solidFill>
                  <a:srgbClr val="092B56"/>
                </a:solidFill>
                <a:latin typeface="Microsoft YaHei"/>
              </a:rPr>
              <a:t>研究目标</a:t>
            </a:r>
            <a:endParaRPr sz="1900"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594360" y="1883664"/>
            <a:ext cx="3273552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594360" y="1883664"/>
            <a:ext cx="3273552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67512" y="1906524"/>
            <a:ext cx="312724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2263673"/>
            <a:ext cx="3035808" cy="52014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lang="zh-CN" altLang="en-US" sz="1600" b="0" dirty="0">
                <a:solidFill>
                  <a:srgbClr val="000000"/>
                </a:solidFill>
                <a:latin typeface="Microsoft YaHei"/>
              </a:rPr>
              <a:t>非理想测量：不同 </a:t>
            </a:r>
            <a:r>
              <a:rPr lang="en-US" altLang="zh-CN" sz="1600" b="0" dirty="0">
                <a:solidFill>
                  <a:srgbClr val="000000"/>
                </a:solidFill>
                <a:latin typeface="Microsoft YaHei"/>
              </a:rPr>
              <a:t>UE–TRP </a:t>
            </a:r>
            <a:r>
              <a:rPr lang="zh-CN" altLang="en-US" sz="1600" b="0" dirty="0">
                <a:solidFill>
                  <a:srgbClr val="000000"/>
                </a:solidFill>
                <a:latin typeface="Microsoft YaHei"/>
              </a:rPr>
              <a:t>链路的 </a:t>
            </a:r>
            <a:r>
              <a:rPr lang="en-US" altLang="zh-CN" sz="1600" b="0" dirty="0">
                <a:solidFill>
                  <a:srgbClr val="000000"/>
                </a:solidFill>
                <a:latin typeface="Microsoft YaHei"/>
              </a:rPr>
              <a:t>CSI </a:t>
            </a:r>
            <a:r>
              <a:rPr lang="zh-CN" altLang="en-US" sz="1600" b="0" dirty="0">
                <a:solidFill>
                  <a:srgbClr val="000000"/>
                </a:solidFill>
                <a:latin typeface="Microsoft YaHei"/>
              </a:rPr>
              <a:t>质量存在差异</a:t>
            </a:r>
            <a:endParaRPr sz="1600" b="0" dirty="0">
              <a:solidFill>
                <a:srgbClr val="000000"/>
              </a:solidFill>
              <a:latin typeface="Microsoft YaHei"/>
            </a:endParaRPr>
          </a:p>
        </p:txBody>
      </p:sp>
      <p:cxnSp>
        <p:nvCxnSpPr>
          <p:cNvPr id="10" name="Connector 9"/>
          <p:cNvCxnSpPr/>
          <p:nvPr/>
        </p:nvCxnSpPr>
        <p:spPr>
          <a:xfrm>
            <a:off x="3913632" y="2304288"/>
            <a:ext cx="457200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425696" y="1883664"/>
            <a:ext cx="3749039" cy="850392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44568" y="1918093"/>
            <a:ext cx="3511296" cy="76636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600" b="1" dirty="0"/>
              <a:t>测量质量感知建模</a:t>
            </a:r>
            <a:r>
              <a:rPr lang="zh-CN" altLang="zh-CN" sz="1600" dirty="0"/>
              <a:t>：以链路误差统计 </a:t>
            </a:r>
            <a:r>
              <a:rPr lang="en-US" altLang="zh-CN" sz="1600" dirty="0" err="1"/>
              <a:t>Cklg</a:t>
            </a:r>
            <a:r>
              <a:rPr lang="zh-CN" altLang="zh-CN" sz="1600" dirty="0"/>
              <a:t>为基础，</a:t>
            </a:r>
            <a:r>
              <a:rPr lang="zh-CN" altLang="en-US" sz="1600" dirty="0"/>
              <a:t>不同链路</a:t>
            </a:r>
            <a:r>
              <a:rPr lang="en-US" altLang="zh-CN" sz="1600" dirty="0" err="1"/>
              <a:t>Cklg</a:t>
            </a:r>
            <a:r>
              <a:rPr lang="zh-CN" altLang="en-US" sz="1600" dirty="0"/>
              <a:t>不同，接收器与预编码更新也不同</a:t>
            </a:r>
            <a:endParaRPr sz="1600" b="0" dirty="0">
              <a:solidFill>
                <a:srgbClr val="000000"/>
              </a:solidFill>
              <a:latin typeface="Microsoft YaHei"/>
            </a:endParaRPr>
          </a:p>
        </p:txBody>
      </p:sp>
      <p:cxnSp>
        <p:nvCxnSpPr>
          <p:cNvPr id="15" name="Connector 14"/>
          <p:cNvCxnSpPr/>
          <p:nvPr/>
        </p:nvCxnSpPr>
        <p:spPr>
          <a:xfrm>
            <a:off x="8220456" y="2304288"/>
            <a:ext cx="448056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714232" y="1883664"/>
            <a:ext cx="2852928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833104" y="2059726"/>
            <a:ext cx="2615184" cy="52014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600" dirty="0"/>
              <a:t>提高协同传输对估计误差的适应能力</a:t>
            </a:r>
            <a:endParaRPr sz="155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594360" y="3026664"/>
            <a:ext cx="3273552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594360" y="3026664"/>
            <a:ext cx="3273552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67512" y="3049524"/>
            <a:ext cx="312724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406673"/>
            <a:ext cx="3035808" cy="52014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00" b="0" dirty="0" err="1">
                <a:solidFill>
                  <a:srgbClr val="000000"/>
                </a:solidFill>
                <a:latin typeface="Microsoft YaHei"/>
              </a:rPr>
              <a:t>边缘</a:t>
            </a:r>
            <a:r>
              <a:rPr sz="1600" b="0" dirty="0">
                <a:solidFill>
                  <a:srgbClr val="000000"/>
                </a:solidFill>
                <a:latin typeface="Microsoft YaHei"/>
              </a:rPr>
              <a:t> UE </a:t>
            </a:r>
            <a:r>
              <a:rPr lang="zh-CN" altLang="en-US" sz="1600" b="0" dirty="0">
                <a:solidFill>
                  <a:srgbClr val="000000"/>
                </a:solidFill>
                <a:latin typeface="Microsoft YaHei"/>
              </a:rPr>
              <a:t>信号弱、</a:t>
            </a:r>
            <a:r>
              <a:rPr sz="1600" b="0" dirty="0" err="1">
                <a:solidFill>
                  <a:srgbClr val="000000"/>
                </a:solidFill>
                <a:latin typeface="Microsoft YaHei"/>
              </a:rPr>
              <a:t>受干扰影响</a:t>
            </a:r>
            <a:r>
              <a:rPr lang="zh-CN" altLang="en-US" sz="1600" b="0" dirty="0">
                <a:solidFill>
                  <a:srgbClr val="000000"/>
                </a:solidFill>
                <a:latin typeface="Microsoft YaHei"/>
              </a:rPr>
              <a:t>明显</a:t>
            </a:r>
            <a:endParaRPr sz="1600" b="0" dirty="0">
              <a:solidFill>
                <a:srgbClr val="000000"/>
              </a:solidFill>
              <a:latin typeface="Microsoft YaHei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3913632" y="3447288"/>
            <a:ext cx="457200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4425696" y="3026664"/>
            <a:ext cx="3749039" cy="850392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34957" y="3099835"/>
            <a:ext cx="3511296" cy="76636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600" b="1" dirty="0"/>
              <a:t>用户中心协同＋WMMSE</a:t>
            </a:r>
            <a:r>
              <a:rPr lang="zh-CN" altLang="zh-CN" sz="1600" dirty="0"/>
              <a:t>：用户中心协同提供增强有用信号的机会，</a:t>
            </a:r>
            <a:r>
              <a:rPr lang="en-US" altLang="zh-CN" sz="1600" dirty="0"/>
              <a:t>WMMSE</a:t>
            </a:r>
            <a:r>
              <a:rPr lang="zh-CN" altLang="zh-CN" sz="1600" dirty="0"/>
              <a:t>协调有用信号与干扰</a:t>
            </a:r>
            <a:r>
              <a:rPr lang="zh-CN" altLang="en-US" sz="1600" dirty="0"/>
              <a:t>，</a:t>
            </a:r>
            <a:r>
              <a:rPr lang="zh-CN" altLang="zh-CN" sz="1600" dirty="0"/>
              <a:t>处理</a:t>
            </a:r>
            <a:r>
              <a:rPr lang="zh-CN" altLang="en-US" sz="1600" dirty="0"/>
              <a:t>均衡</a:t>
            </a:r>
            <a:endParaRPr sz="1600" b="0" dirty="0">
              <a:solidFill>
                <a:srgbClr val="000000"/>
              </a:solidFill>
              <a:latin typeface="Microsoft YaHei"/>
            </a:endParaRPr>
          </a:p>
        </p:txBody>
      </p:sp>
      <p:cxnSp>
        <p:nvCxnSpPr>
          <p:cNvPr id="29" name="Connector 28"/>
          <p:cNvCxnSpPr/>
          <p:nvPr/>
        </p:nvCxnSpPr>
        <p:spPr>
          <a:xfrm>
            <a:off x="8220456" y="3447288"/>
            <a:ext cx="448056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ounded Rectangle 29"/>
          <p:cNvSpPr/>
          <p:nvPr/>
        </p:nvSpPr>
        <p:spPr>
          <a:xfrm>
            <a:off x="8714232" y="3026664"/>
            <a:ext cx="2852928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885965" y="3234816"/>
            <a:ext cx="2615184" cy="52014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600" dirty="0"/>
              <a:t>改善边缘 UE 体验，兼顾整体速率</a:t>
            </a:r>
            <a:endParaRPr sz="155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34" name="Rounded Rectangle 33"/>
          <p:cNvSpPr/>
          <p:nvPr/>
        </p:nvSpPr>
        <p:spPr>
          <a:xfrm>
            <a:off x="594360" y="4169664"/>
            <a:ext cx="3273552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ounded Rectangle 34"/>
          <p:cNvSpPr/>
          <p:nvPr/>
        </p:nvSpPr>
        <p:spPr>
          <a:xfrm>
            <a:off x="594360" y="4169664"/>
            <a:ext cx="3273552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67512" y="4192524"/>
            <a:ext cx="312724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13232" y="4672783"/>
            <a:ext cx="3035808" cy="27392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lang="zh-CN" altLang="en-US" sz="1600" b="0" dirty="0">
                <a:solidFill>
                  <a:srgbClr val="000000"/>
                </a:solidFill>
                <a:latin typeface="Microsoft YaHei"/>
              </a:rPr>
              <a:t>不同资源组共享功率预算</a:t>
            </a:r>
            <a:endParaRPr sz="1600" b="0" dirty="0">
              <a:solidFill>
                <a:srgbClr val="000000"/>
              </a:solidFill>
              <a:latin typeface="Microsoft YaHei"/>
            </a:endParaRPr>
          </a:p>
        </p:txBody>
      </p:sp>
      <p:cxnSp>
        <p:nvCxnSpPr>
          <p:cNvPr id="38" name="Connector 37"/>
          <p:cNvCxnSpPr/>
          <p:nvPr/>
        </p:nvCxnSpPr>
        <p:spPr>
          <a:xfrm>
            <a:off x="3913632" y="4590288"/>
            <a:ext cx="457200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ounded Rectangle 38"/>
          <p:cNvSpPr/>
          <p:nvPr/>
        </p:nvSpPr>
        <p:spPr>
          <a:xfrm>
            <a:off x="4425696" y="4169664"/>
            <a:ext cx="3749039" cy="850392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544568" y="4184498"/>
            <a:ext cx="3511296" cy="76636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600" b="1" dirty="0"/>
              <a:t>ADMM 约束求解</a:t>
            </a:r>
            <a:r>
              <a:rPr lang="zh-CN" altLang="zh-CN" sz="1600" dirty="0"/>
              <a:t>：</a:t>
            </a:r>
            <a:r>
              <a:rPr lang="zh-CN" altLang="en-US" sz="1600" dirty="0"/>
              <a:t>提供可拆分求解结构，功率约束和目标更新分开处理，通过一致性迭代联合求解</a:t>
            </a:r>
            <a:endParaRPr sz="1600" b="0" dirty="0">
              <a:solidFill>
                <a:srgbClr val="000000"/>
              </a:solidFill>
              <a:latin typeface="Microsoft YaHei"/>
            </a:endParaRPr>
          </a:p>
        </p:txBody>
      </p:sp>
      <p:cxnSp>
        <p:nvCxnSpPr>
          <p:cNvPr id="43" name="Connector 42"/>
          <p:cNvCxnSpPr/>
          <p:nvPr/>
        </p:nvCxnSpPr>
        <p:spPr>
          <a:xfrm>
            <a:off x="8220456" y="4590288"/>
            <a:ext cx="448056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8714232" y="4169664"/>
            <a:ext cx="2852928" cy="85039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863584" y="4359911"/>
            <a:ext cx="2615184" cy="52014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600" dirty="0"/>
              <a:t>控制空口发射功率，提高大规模求解效率</a:t>
            </a:r>
            <a:endParaRPr sz="155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63BED6DF-8150-EA99-6BC5-75F8EFE39117}"/>
              </a:ext>
            </a:extLst>
          </p:cNvPr>
          <p:cNvSpPr txBox="1"/>
          <p:nvPr/>
        </p:nvSpPr>
        <p:spPr>
          <a:xfrm>
            <a:off x="526598" y="5283456"/>
            <a:ext cx="1104056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在非理想 SRS/CSI 条件下，如何利用用户中心多 TRP 协同，改善边缘 UE 体验，并控制发射功率和求解开销。这三个困难分别对应</a:t>
            </a:r>
            <a:r>
              <a:rPr lang="zh-CN" altLang="zh-CN" b="1" dirty="0"/>
              <a:t>误差建模</a:t>
            </a:r>
            <a:r>
              <a:rPr lang="zh-CN" altLang="zh-CN" dirty="0"/>
              <a:t>、</a:t>
            </a:r>
            <a:r>
              <a:rPr lang="zh-CN" altLang="zh-CN" b="1" dirty="0"/>
              <a:t>协同预编码</a:t>
            </a:r>
            <a:r>
              <a:rPr lang="zh-CN" altLang="zh-CN" dirty="0"/>
              <a:t>和</a:t>
            </a:r>
            <a:r>
              <a:rPr lang="zh-CN" altLang="zh-CN" b="1" dirty="0"/>
              <a:t>跨资源功率约束</a:t>
            </a:r>
            <a:r>
              <a:rPr lang="zh-CN" altLang="zh-CN" dirty="0"/>
              <a:t>。最终用体验和功率检验通信效果，用残差与运行开销检验求解质量和可扩展性。</a:t>
            </a:r>
            <a:endParaRPr lang="zh-CN" altLang="en-US" dirty="0"/>
          </a:p>
          <a:p>
            <a:endParaRPr lang="zh-CN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500" b="1">
                <a:solidFill>
                  <a:srgbClr val="092B56"/>
                </a:solidFill>
                <a:latin typeface="Microsoft YaHei"/>
              </a:rPr>
              <a:t>网络拓扑与协同架构</a:t>
            </a:r>
          </a:p>
        </p:txBody>
      </p:sp>
      <p:pic>
        <p:nvPicPr>
          <p:cNvPr id="3" name="Picture 2" descr="topology_full.png"/>
          <p:cNvPicPr>
            <a:picLocks noChangeAspect="1"/>
          </p:cNvPicPr>
          <p:nvPr/>
        </p:nvPicPr>
        <p:blipFill>
          <a:blip r:embed="rId3"/>
          <a:srcRect l="21400"/>
          <a:stretch>
            <a:fillRect/>
          </a:stretch>
        </p:blipFill>
        <p:spPr>
          <a:xfrm>
            <a:off x="417308" y="1280160"/>
            <a:ext cx="6119515" cy="5144147"/>
          </a:xfrm>
          <a:prstGeom prst="rect">
            <a:avLst/>
          </a:prstGeom>
        </p:spPr>
      </p:pic>
      <p:pic>
        <p:nvPicPr>
          <p:cNvPr id="6" name="Picture 5" descr="topology_zoom.png"/>
          <p:cNvPicPr>
            <a:picLocks noChangeAspect="1"/>
          </p:cNvPicPr>
          <p:nvPr/>
        </p:nvPicPr>
        <p:blipFill>
          <a:blip r:embed="rId4"/>
          <a:srcRect l="21261"/>
          <a:stretch>
            <a:fillRect/>
          </a:stretch>
        </p:blipFill>
        <p:spPr>
          <a:xfrm>
            <a:off x="7461503" y="1687854"/>
            <a:ext cx="3624845" cy="319504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132320" y="1261872"/>
            <a:ext cx="64008" cy="283464"/>
          </a:xfrm>
          <a:prstGeom prst="rect">
            <a:avLst/>
          </a:prstGeom>
          <a:solidFill>
            <a:srgbClr val="B12A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287768" y="1161288"/>
            <a:ext cx="4343400" cy="484632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2000" b="1">
                <a:solidFill>
                  <a:srgbClr val="000000"/>
                </a:solidFill>
                <a:latin typeface="Microsoft YaHei"/>
              </a:rPr>
              <a:t>共址扇区 · 用户中心服务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43216" y="4895690"/>
            <a:ext cx="4224528" cy="532197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639" b="0" dirty="0">
                <a:solidFill>
                  <a:srgbClr val="000000"/>
                </a:solidFill>
                <a:latin typeface="Microsoft YaHei"/>
              </a:rPr>
              <a:t>① </a:t>
            </a:r>
            <a:r>
              <a:rPr sz="1639" b="0" dirty="0" err="1">
                <a:solidFill>
                  <a:srgbClr val="000000"/>
                </a:solidFill>
                <a:latin typeface="Microsoft YaHei"/>
              </a:rPr>
              <a:t>三个</a:t>
            </a:r>
            <a:r>
              <a:rPr sz="1639" b="0" dirty="0">
                <a:solidFill>
                  <a:srgbClr val="000000"/>
                </a:solidFill>
                <a:latin typeface="Microsoft YaHei"/>
              </a:rPr>
              <a:t> TRP </a:t>
            </a:r>
            <a:r>
              <a:rPr sz="1639" b="0" dirty="0" err="1">
                <a:solidFill>
                  <a:srgbClr val="000000"/>
                </a:solidFill>
                <a:latin typeface="Microsoft YaHei"/>
              </a:rPr>
              <a:t>共用一个站址</a:t>
            </a:r>
            <a:r>
              <a:rPr sz="1639" b="0" dirty="0">
                <a:solidFill>
                  <a:srgbClr val="000000"/>
                </a:solidFill>
                <a:latin typeface="Microsoft YaHei"/>
              </a:rPr>
              <a:t>，</a:t>
            </a:r>
            <a:r>
              <a:rPr lang="zh-CN" altLang="en-US" sz="1639" b="0" dirty="0">
                <a:solidFill>
                  <a:srgbClr val="000000"/>
                </a:solidFill>
                <a:latin typeface="Microsoft YaHei"/>
              </a:rPr>
              <a:t>一共七个站址，</a:t>
            </a:r>
            <a:r>
              <a:rPr sz="1639" b="0" dirty="0" err="1">
                <a:solidFill>
                  <a:srgbClr val="000000"/>
                </a:solidFill>
                <a:latin typeface="Microsoft YaHei"/>
              </a:rPr>
              <a:t>箭头表示扇区主方向</a:t>
            </a:r>
            <a:r>
              <a:rPr sz="1639" b="0" dirty="0">
                <a:solidFill>
                  <a:srgbClr val="000000"/>
                </a:solidFill>
                <a:latin typeface="Microsoft YaHei"/>
              </a:rPr>
              <a:t>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43216" y="5407754"/>
            <a:ext cx="4224528" cy="532197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>
              <a:spcBef>
                <a:spcPts val="0"/>
              </a:spcBef>
              <a:spcAft>
                <a:spcPts val="200"/>
              </a:spcAft>
            </a:pPr>
            <a:r>
              <a:rPr sz="1639" b="0" dirty="0">
                <a:solidFill>
                  <a:srgbClr val="000000"/>
                </a:solidFill>
                <a:latin typeface="Microsoft YaHei"/>
              </a:rPr>
              <a:t>② UE 由</a:t>
            </a:r>
            <a:r>
              <a:rPr lang="zh-CN" altLang="zh-CN" sz="1600" dirty="0"/>
              <a:t>归属 TRP + 距离最近的其他活动 TRP</a:t>
            </a:r>
            <a:r>
              <a:rPr sz="1639" b="0" dirty="0" err="1">
                <a:solidFill>
                  <a:srgbClr val="000000"/>
                </a:solidFill>
                <a:latin typeface="Microsoft YaHei"/>
              </a:rPr>
              <a:t>服务；CPU</a:t>
            </a:r>
            <a:r>
              <a:rPr sz="1639" b="0" dirty="0">
                <a:solidFill>
                  <a:srgbClr val="000000"/>
                </a:solidFill>
                <a:latin typeface="Microsoft YaHei"/>
              </a:rPr>
              <a:t> </a:t>
            </a:r>
            <a:r>
              <a:rPr sz="1639" b="0" dirty="0" err="1">
                <a:solidFill>
                  <a:srgbClr val="000000"/>
                </a:solidFill>
                <a:latin typeface="Microsoft YaHei"/>
              </a:rPr>
              <a:t>集中计算预编码</a:t>
            </a:r>
            <a:r>
              <a:rPr sz="1639" b="0" dirty="0">
                <a:solidFill>
                  <a:srgbClr val="000000"/>
                </a:solidFill>
                <a:latin typeface="Microsoft YaHei"/>
              </a:rPr>
              <a:t>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61504" y="5939951"/>
            <a:ext cx="4206240" cy="338328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40" b="1" dirty="0" err="1">
                <a:solidFill>
                  <a:srgbClr val="000000"/>
                </a:solidFill>
                <a:latin typeface="Microsoft YaHei"/>
              </a:rPr>
              <a:t>彩色小点＝实际</a:t>
            </a:r>
            <a:r>
              <a:rPr sz="1540" b="1" dirty="0">
                <a:solidFill>
                  <a:srgbClr val="000000"/>
                </a:solidFill>
                <a:latin typeface="Microsoft YaHei"/>
              </a:rPr>
              <a:t> </a:t>
            </a:r>
            <a:r>
              <a:rPr sz="1540" b="1" dirty="0" err="1">
                <a:solidFill>
                  <a:srgbClr val="000000"/>
                </a:solidFill>
                <a:latin typeface="Microsoft YaHei"/>
              </a:rPr>
              <a:t>UE；颜色＝初始归属站址</a:t>
            </a:r>
            <a:r>
              <a:rPr sz="1540" b="1" dirty="0">
                <a:solidFill>
                  <a:srgbClr val="000000"/>
                </a:solidFill>
                <a:latin typeface="Microsoft YaHei"/>
              </a:rPr>
              <a:t>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309" y="362097"/>
            <a:ext cx="3877985" cy="590931"/>
          </a:xfrm>
        </p:spPr>
        <p:txBody>
          <a:bodyPr wrap="none"/>
          <a:lstStyle/>
          <a:p>
            <a:r>
              <a:rPr lang="zh-CN" altLang="zh-CN" dirty="0"/>
              <a:t>代码调用与数据流</a:t>
            </a:r>
            <a:endParaRPr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612648" y="1847088"/>
            <a:ext cx="1993392" cy="149047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092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12648" y="1847088"/>
            <a:ext cx="1993392" cy="402336"/>
          </a:xfrm>
          <a:prstGeom prst="roundRect">
            <a:avLst/>
          </a:prstGeom>
          <a:solidFill>
            <a:srgbClr val="092B56"/>
          </a:solidFill>
          <a:ln w="10160">
            <a:solidFill>
              <a:srgbClr val="092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869948"/>
            <a:ext cx="18470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① 场景/业务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313432"/>
            <a:ext cx="1755648" cy="98755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70" b="0" dirty="0" err="1">
                <a:solidFill>
                  <a:srgbClr val="000000"/>
                </a:solidFill>
                <a:latin typeface="Microsoft YaHei"/>
              </a:rPr>
              <a:t>站址、扇区、UE</a:t>
            </a:r>
            <a:r>
              <a:rPr sz="1370" b="0" dirty="0">
                <a:solidFill>
                  <a:srgbClr val="000000"/>
                </a:solidFill>
                <a:latin typeface="Microsoft YaHei"/>
              </a:rPr>
              <a:t> </a:t>
            </a:r>
            <a:r>
              <a:rPr sz="1370" b="0" dirty="0" err="1">
                <a:solidFill>
                  <a:srgbClr val="000000"/>
                </a:solidFill>
                <a:latin typeface="Microsoft YaHei"/>
              </a:rPr>
              <a:t>位置</a:t>
            </a:r>
            <a:endParaRPr sz="1370" b="0" dirty="0">
              <a:solidFill>
                <a:srgbClr val="000000"/>
              </a:solidFill>
              <a:latin typeface="Microsoft YaHei"/>
            </a:endParaRPr>
          </a:p>
          <a:p>
            <a:pPr algn="l"/>
            <a:r>
              <a:rPr sz="1370" b="0" dirty="0" err="1">
                <a:solidFill>
                  <a:srgbClr val="000000"/>
                </a:solidFill>
                <a:latin typeface="Microsoft YaHei"/>
              </a:rPr>
              <a:t>生成服务集与业务到达</a:t>
            </a:r>
            <a:endParaRPr sz="137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2880360" y="1847088"/>
            <a:ext cx="1993392" cy="149047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2880360" y="1847088"/>
            <a:ext cx="1993392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53512" y="1869948"/>
            <a:ext cx="18470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② 真信道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99232" y="2397448"/>
            <a:ext cx="1755648" cy="66941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400" dirty="0"/>
              <a:t>几何增益＋接收相关性＋复高斯</a:t>
            </a:r>
            <a:endParaRPr lang="en-US" altLang="zh-CN" sz="1400" dirty="0"/>
          </a:p>
          <a:p>
            <a:r>
              <a:rPr sz="1370" b="0" dirty="0" err="1">
                <a:solidFill>
                  <a:srgbClr val="000000"/>
                </a:solidFill>
                <a:latin typeface="Microsoft YaHei"/>
              </a:rPr>
              <a:t>Hᵗʳ</a:t>
            </a:r>
            <a:r>
              <a:rPr sz="1370" b="0" dirty="0">
                <a:solidFill>
                  <a:srgbClr val="000000"/>
                </a:solidFill>
                <a:latin typeface="Microsoft YaHei"/>
              </a:rPr>
              <a:t>ᵘᵉ：4×64 / </a:t>
            </a:r>
            <a:r>
              <a:rPr sz="1370" b="0" dirty="0" err="1">
                <a:solidFill>
                  <a:srgbClr val="000000"/>
                </a:solidFill>
                <a:latin typeface="Microsoft YaHei"/>
              </a:rPr>
              <a:t>链路</a:t>
            </a:r>
            <a:endParaRPr sz="137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5148072" y="1847088"/>
            <a:ext cx="1993392" cy="149047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5148072" y="1847088"/>
            <a:ext cx="1993392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152644" y="1921109"/>
            <a:ext cx="1847088" cy="26468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 dirty="0">
                <a:solidFill>
                  <a:srgbClr val="FFFFFF"/>
                </a:solidFill>
                <a:latin typeface="Microsoft YaHei"/>
              </a:rPr>
              <a:t>③ </a:t>
            </a:r>
            <a:r>
              <a:rPr lang="zh-CN" altLang="en-US" sz="1540" b="1" dirty="0">
                <a:solidFill>
                  <a:srgbClr val="FFFFFF"/>
                </a:solidFill>
                <a:latin typeface="Microsoft YaHei"/>
              </a:rPr>
              <a:t>模拟测量与</a:t>
            </a:r>
            <a:r>
              <a:rPr lang="en-US" altLang="zh-CN" sz="1540" b="1" dirty="0">
                <a:solidFill>
                  <a:srgbClr val="FFFFFF"/>
                </a:solidFill>
                <a:latin typeface="Microsoft YaHei"/>
              </a:rPr>
              <a:t>Ĥ</a:t>
            </a:r>
            <a:endParaRPr sz="154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5266943" y="2364779"/>
            <a:ext cx="1892807" cy="88485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400" dirty="0"/>
              <a:t>由参考信号观测与先验统计得到信道估计及剩余误差统计</a:t>
            </a:r>
            <a:endParaRPr lang="en-US" altLang="zh-CN" sz="1400" dirty="0"/>
          </a:p>
          <a:p>
            <a:r>
              <a:rPr lang="en-US" altLang="zh-CN" sz="1370" dirty="0" err="1">
                <a:solidFill>
                  <a:srgbClr val="000000"/>
                </a:solidFill>
                <a:latin typeface="Microsoft YaHei"/>
              </a:rPr>
              <a:t>Hᵗʳ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ᵘᵉ 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→观测 →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(Ĥ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，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C)</a:t>
            </a:r>
            <a:endParaRPr sz="137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7415783" y="1847088"/>
            <a:ext cx="1993392" cy="149047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7415783" y="1847088"/>
            <a:ext cx="1993392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488936" y="1911340"/>
            <a:ext cx="1847088" cy="26468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 dirty="0">
                <a:solidFill>
                  <a:srgbClr val="FFFFFF"/>
                </a:solidFill>
                <a:latin typeface="Microsoft YaHei"/>
              </a:rPr>
              <a:t>④</a:t>
            </a:r>
            <a:r>
              <a:rPr lang="zh-CN" altLang="en-US" sz="1540" b="1" dirty="0">
                <a:solidFill>
                  <a:srgbClr val="FFFFFF"/>
                </a:solidFill>
                <a:latin typeface="Microsoft YaHei"/>
              </a:rPr>
              <a:t>固定资源配置</a:t>
            </a:r>
            <a:endParaRPr sz="154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7534655" y="2406226"/>
            <a:ext cx="1755648" cy="44935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给定调度</a:t>
            </a:r>
            <a:r>
              <a:rPr sz="1370" b="0" dirty="0">
                <a:solidFill>
                  <a:srgbClr val="000000"/>
                </a:solidFill>
                <a:latin typeface="Microsoft YaHei"/>
              </a:rPr>
              <a:t>b、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关联</a:t>
            </a:r>
            <a:r>
              <a:rPr sz="1370" b="0" dirty="0">
                <a:solidFill>
                  <a:srgbClr val="000000"/>
                </a:solidFill>
                <a:latin typeface="Microsoft YaHei"/>
              </a:rPr>
              <a:t> </a:t>
            </a:r>
            <a:r>
              <a:rPr sz="1370" b="0" dirty="0" err="1">
                <a:solidFill>
                  <a:srgbClr val="000000"/>
                </a:solidFill>
                <a:latin typeface="Microsoft YaHei"/>
              </a:rPr>
              <a:t>χ、流数</a:t>
            </a:r>
            <a:r>
              <a:rPr sz="1370" b="0" dirty="0">
                <a:solidFill>
                  <a:srgbClr val="000000"/>
                </a:solidFill>
                <a:latin typeface="Microsoft YaHei"/>
              </a:rPr>
              <a:t> </a:t>
            </a:r>
            <a:r>
              <a:rPr sz="1370" b="0" dirty="0" err="1">
                <a:solidFill>
                  <a:srgbClr val="000000"/>
                </a:solidFill>
                <a:latin typeface="Microsoft YaHei"/>
              </a:rPr>
              <a:t>r及资源权重</a:t>
            </a:r>
            <a:r>
              <a:rPr sz="1370" b="0" dirty="0">
                <a:solidFill>
                  <a:srgbClr val="000000"/>
                </a:solidFill>
                <a:latin typeface="Microsoft YaHei"/>
              </a:rPr>
              <a:t> ν 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83497" y="1847088"/>
            <a:ext cx="2317160" cy="1490472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B1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9683496" y="1847088"/>
            <a:ext cx="2317160" cy="402336"/>
          </a:xfrm>
          <a:prstGeom prst="roundRect">
            <a:avLst/>
          </a:prstGeom>
          <a:solidFill>
            <a:srgbClr val="B12A30"/>
          </a:solidFill>
          <a:ln w="10160">
            <a:solidFill>
              <a:srgbClr val="B1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9756648" y="1905132"/>
            <a:ext cx="2244008" cy="27089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40" b="1">
                <a:solidFill>
                  <a:srgbClr val="FFFFFF"/>
                </a:solidFill>
                <a:latin typeface="Microsoft YaHei"/>
              </a:rPr>
              <a:t>⑤ 优化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09435" y="2308422"/>
            <a:ext cx="2291221" cy="88485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400" dirty="0"/>
              <a:t>WMMSE 更新接收器与权重</a:t>
            </a:r>
            <a:endParaRPr lang="en-US" altLang="zh-CN" sz="1400" dirty="0"/>
          </a:p>
          <a:p>
            <a:r>
              <a:rPr lang="zh-CN" altLang="zh-CN" sz="1400" dirty="0"/>
              <a:t>ADMM 求解受功率约束的预编码子问题</a:t>
            </a:r>
            <a:endParaRPr lang="en-US" altLang="zh-CN" sz="1400" dirty="0"/>
          </a:p>
          <a:p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(Ĥ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，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C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，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b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，</a:t>
            </a:r>
            <a:r>
              <a:rPr lang="el-GR" altLang="zh-CN" sz="1370" dirty="0">
                <a:solidFill>
                  <a:srgbClr val="000000"/>
                </a:solidFill>
                <a:latin typeface="Microsoft YaHei"/>
              </a:rPr>
              <a:t> χ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，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r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，</a:t>
            </a:r>
            <a:r>
              <a:rPr lang="el-GR" altLang="zh-CN" sz="1370" dirty="0">
                <a:solidFill>
                  <a:srgbClr val="000000"/>
                </a:solidFill>
                <a:latin typeface="Microsoft YaHei"/>
              </a:rPr>
              <a:t> ν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)</a:t>
            </a:r>
            <a:r>
              <a:rPr lang="zh-CN" altLang="en-US" sz="1370" dirty="0">
                <a:solidFill>
                  <a:srgbClr val="000000"/>
                </a:solidFill>
                <a:latin typeface="Microsoft YaHei"/>
              </a:rPr>
              <a:t>→</a:t>
            </a:r>
            <a:r>
              <a:rPr lang="en-US" altLang="zh-CN" sz="1370" dirty="0">
                <a:solidFill>
                  <a:srgbClr val="000000"/>
                </a:solidFill>
                <a:latin typeface="Microsoft YaHei"/>
              </a:rPr>
              <a:t>w</a:t>
            </a:r>
            <a:endParaRPr sz="1370" b="0" dirty="0">
              <a:solidFill>
                <a:srgbClr val="000000"/>
              </a:solidFill>
              <a:latin typeface="Microsoft YaHei"/>
            </a:endParaRPr>
          </a:p>
        </p:txBody>
      </p:sp>
      <p:cxnSp>
        <p:nvCxnSpPr>
          <p:cNvPr id="24" name="Connector 23"/>
          <p:cNvCxnSpPr/>
          <p:nvPr/>
        </p:nvCxnSpPr>
        <p:spPr>
          <a:xfrm>
            <a:off x="2624328" y="2596896"/>
            <a:ext cx="219456" cy="0"/>
          </a:xfrm>
          <a:prstGeom prst="line">
            <a:avLst/>
          </a:prstGeom>
          <a:ln w="30480">
            <a:solidFill>
              <a:srgbClr val="092B5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4892040" y="2596896"/>
            <a:ext cx="219456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7159752" y="2596896"/>
            <a:ext cx="219456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9427464" y="2596896"/>
            <a:ext cx="219456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953768" y="4489705"/>
            <a:ext cx="8284464" cy="996696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2191512" y="4558928"/>
            <a:ext cx="7808975" cy="81253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700" b="1" dirty="0">
                <a:solidFill>
                  <a:srgbClr val="092B56"/>
                </a:solidFill>
                <a:latin typeface="Microsoft YaHei"/>
              </a:rPr>
              <a:t>⑥</a:t>
            </a:r>
            <a:r>
              <a:rPr lang="zh-CN" altLang="en-US" sz="1700" b="1" dirty="0">
                <a:solidFill>
                  <a:srgbClr val="092B56"/>
                </a:solidFill>
                <a:latin typeface="Microsoft YaHei"/>
              </a:rPr>
              <a:t>用真实信道检验传输效果（</a:t>
            </a:r>
            <a:r>
              <a:rPr sz="1700" b="1" dirty="0" err="1">
                <a:solidFill>
                  <a:srgbClr val="092B56"/>
                </a:solidFill>
                <a:latin typeface="Microsoft YaHei"/>
              </a:rPr>
              <a:t>用同一预编码</a:t>
            </a:r>
            <a:r>
              <a:rPr sz="1700" b="1" dirty="0">
                <a:solidFill>
                  <a:srgbClr val="092B56"/>
                </a:solidFill>
                <a:latin typeface="Microsoft YaHei"/>
              </a:rPr>
              <a:t> w 在 </a:t>
            </a:r>
            <a:r>
              <a:rPr sz="1700" b="1" dirty="0" err="1">
                <a:solidFill>
                  <a:srgbClr val="092B56"/>
                </a:solidFill>
                <a:latin typeface="Microsoft YaHei"/>
              </a:rPr>
              <a:t>Hᵗʳ</a:t>
            </a:r>
            <a:r>
              <a:rPr sz="1700" b="1" dirty="0">
                <a:solidFill>
                  <a:srgbClr val="092B56"/>
                </a:solidFill>
                <a:latin typeface="Microsoft YaHei"/>
              </a:rPr>
              <a:t>ᵘᵉ </a:t>
            </a:r>
            <a:r>
              <a:rPr sz="1700" b="1" dirty="0" err="1">
                <a:solidFill>
                  <a:srgbClr val="092B56"/>
                </a:solidFill>
                <a:latin typeface="Microsoft YaHei"/>
              </a:rPr>
              <a:t>上重算下行速率</a:t>
            </a:r>
            <a:r>
              <a:rPr lang="zh-CN" altLang="en-US" sz="1700" b="1" dirty="0">
                <a:solidFill>
                  <a:srgbClr val="092B56"/>
                </a:solidFill>
                <a:latin typeface="Microsoft YaHei"/>
              </a:rPr>
              <a:t>）</a:t>
            </a:r>
            <a:r>
              <a:rPr sz="1700" b="1" dirty="0">
                <a:solidFill>
                  <a:srgbClr val="092B56"/>
                </a:solidFill>
                <a:latin typeface="Microsoft YaHei"/>
              </a:rPr>
              <a:t> → </a:t>
            </a:r>
            <a:r>
              <a:rPr lang="zh-CN" altLang="en-US" sz="1700" b="1" dirty="0">
                <a:solidFill>
                  <a:srgbClr val="092B56"/>
                </a:solidFill>
                <a:latin typeface="Microsoft YaHei"/>
              </a:rPr>
              <a:t>结合</a:t>
            </a:r>
            <a:r>
              <a:rPr sz="1700" b="1" dirty="0" err="1">
                <a:solidFill>
                  <a:srgbClr val="092B56"/>
                </a:solidFill>
                <a:latin typeface="Microsoft YaHei"/>
              </a:rPr>
              <a:t>业务交付量、体验分位与功率</a:t>
            </a:r>
            <a:endParaRPr lang="en-US" sz="1700" b="1" dirty="0">
              <a:solidFill>
                <a:srgbClr val="092B56"/>
              </a:solidFill>
              <a:latin typeface="Microsoft YaHei"/>
            </a:endParaRPr>
          </a:p>
          <a:p>
            <a:pPr algn="ctr"/>
            <a:r>
              <a:rPr lang="zh-CN" altLang="en-US" sz="1700" b="1" dirty="0">
                <a:solidFill>
                  <a:srgbClr val="092B56"/>
                </a:solidFill>
                <a:latin typeface="Microsoft YaHei"/>
              </a:rPr>
              <a:t>（</a:t>
            </a:r>
            <a:r>
              <a:rPr lang="en-US" sz="1700" b="1" dirty="0" err="1">
                <a:solidFill>
                  <a:srgbClr val="092B56"/>
                </a:solidFill>
                <a:latin typeface="Microsoft YaHei"/>
              </a:rPr>
              <a:t>Hᵗʳ</a:t>
            </a:r>
            <a:r>
              <a:rPr lang="en-US" sz="1700" b="1" dirty="0">
                <a:solidFill>
                  <a:srgbClr val="092B56"/>
                </a:solidFill>
                <a:latin typeface="Microsoft YaHei"/>
              </a:rPr>
              <a:t>ᵘᵉ</a:t>
            </a:r>
            <a:r>
              <a:rPr lang="zh-CN" altLang="en-US" sz="1700" b="1" dirty="0">
                <a:solidFill>
                  <a:srgbClr val="092B56"/>
                </a:solidFill>
                <a:latin typeface="Microsoft YaHei"/>
              </a:rPr>
              <a:t>，</a:t>
            </a:r>
            <a:r>
              <a:rPr lang="en-US" altLang="zh-CN" sz="1700" b="1" dirty="0">
                <a:solidFill>
                  <a:srgbClr val="092B56"/>
                </a:solidFill>
                <a:latin typeface="Microsoft YaHei"/>
              </a:rPr>
              <a:t>w</a:t>
            </a:r>
            <a:r>
              <a:rPr lang="zh-CN" altLang="en-US" sz="1700" b="1" dirty="0">
                <a:solidFill>
                  <a:srgbClr val="092B56"/>
                </a:solidFill>
                <a:latin typeface="Microsoft YaHei"/>
              </a:rPr>
              <a:t>，业务信息）→速率、体验、功率</a:t>
            </a:r>
            <a:endParaRPr sz="1700"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AF57DC20-A356-43F1-F4B5-E21EC339DC05}"/>
              </a:ext>
            </a:extLst>
          </p:cNvPr>
          <p:cNvSpPr txBox="1"/>
          <p:nvPr/>
        </p:nvSpPr>
        <p:spPr>
          <a:xfrm>
            <a:off x="2734056" y="3724015"/>
            <a:ext cx="1210588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zh-CN" sz="1600" dirty="0"/>
              <a:t>评价用信道</a:t>
            </a:r>
            <a:endParaRPr lang="zh-CN" altLang="en-US" sz="1600" dirty="0"/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37328763-02E4-60B9-29BA-B62F519CF672}"/>
              </a:ext>
            </a:extLst>
          </p:cNvPr>
          <p:cNvSpPr txBox="1"/>
          <p:nvPr/>
        </p:nvSpPr>
        <p:spPr>
          <a:xfrm>
            <a:off x="911424" y="6093296"/>
            <a:ext cx="101617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zh-CN" dirty="0"/>
              <a:t>仿真器利用真实信道生成观测并评价性能；非理想 CSI 分支依据估计信道与误差统计设计预编码。</a:t>
            </a:r>
            <a:endParaRPr lang="zh-CN" altLang="en-US" dirty="0"/>
          </a:p>
        </p:txBody>
      </p:sp>
      <p:cxnSp>
        <p:nvCxnSpPr>
          <p:cNvPr id="62" name="直接箭头连接符 61">
            <a:extLst>
              <a:ext uri="{FF2B5EF4-FFF2-40B4-BE49-F238E27FC236}">
                <a16:creationId xmlns:a16="http://schemas.microsoft.com/office/drawing/2014/main" id="{5242135E-CAF4-7E95-DE2E-C8E72515A3E1}"/>
              </a:ext>
            </a:extLst>
          </p:cNvPr>
          <p:cNvCxnSpPr>
            <a:stCxn id="8" idx="2"/>
          </p:cNvCxnSpPr>
          <p:nvPr/>
        </p:nvCxnSpPr>
        <p:spPr>
          <a:xfrm flipH="1">
            <a:off x="3863752" y="3337560"/>
            <a:ext cx="13304" cy="115214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连接符: 肘形 63">
            <a:extLst>
              <a:ext uri="{FF2B5EF4-FFF2-40B4-BE49-F238E27FC236}">
                <a16:creationId xmlns:a16="http://schemas.microsoft.com/office/drawing/2014/main" id="{0C50DA10-FFFF-34A7-257C-4D4EACE7E4DB}"/>
              </a:ext>
            </a:extLst>
          </p:cNvPr>
          <p:cNvCxnSpPr>
            <a:stCxn id="4" idx="2"/>
            <a:endCxn id="28" idx="1"/>
          </p:cNvCxnSpPr>
          <p:nvPr/>
        </p:nvCxnSpPr>
        <p:spPr>
          <a:xfrm rot="16200000" flipH="1">
            <a:off x="956310" y="3990594"/>
            <a:ext cx="1650493" cy="344424"/>
          </a:xfrm>
          <a:prstGeom prst="bent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文本框 65">
            <a:extLst>
              <a:ext uri="{FF2B5EF4-FFF2-40B4-BE49-F238E27FC236}">
                <a16:creationId xmlns:a16="http://schemas.microsoft.com/office/drawing/2014/main" id="{CCF74FC1-8A23-51A4-A919-9BECEB246B05}"/>
              </a:ext>
            </a:extLst>
          </p:cNvPr>
          <p:cNvSpPr txBox="1"/>
          <p:nvPr/>
        </p:nvSpPr>
        <p:spPr>
          <a:xfrm>
            <a:off x="263353" y="3907878"/>
            <a:ext cx="119968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sz="1600" dirty="0"/>
              <a:t>业务到达与活跃信息</a:t>
            </a:r>
            <a:endParaRPr lang="zh-CN" altLang="en-US" sz="1600" dirty="0"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309" y="362097"/>
            <a:ext cx="5262979" cy="590931"/>
          </a:xfrm>
        </p:spPr>
        <p:txBody>
          <a:bodyPr wrap="none"/>
          <a:lstStyle/>
          <a:p>
            <a:r>
              <a:rPr lang="zh-CN" altLang="en-US" b="1" dirty="0">
                <a:solidFill>
                  <a:srgbClr val="092B56"/>
                </a:solidFill>
                <a:latin typeface="Microsoft YaHei"/>
              </a:rPr>
              <a:t>参考信号观测与信道估计</a:t>
            </a:r>
            <a:endParaRPr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3" name="Rounded Rectangle 2"/>
          <p:cNvSpPr/>
          <p:nvPr/>
        </p:nvSpPr>
        <p:spPr>
          <a:xfrm>
            <a:off x="594360" y="1298448"/>
            <a:ext cx="3218688" cy="4498848"/>
          </a:xfrm>
          <a:prstGeom prst="roundRect">
            <a:avLst/>
          </a:prstGeom>
          <a:solidFill>
            <a:srgbClr val="F7FAFC"/>
          </a:solidFill>
          <a:ln w="10160">
            <a:solidFill>
              <a:srgbClr val="E0E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594360" y="1298448"/>
            <a:ext cx="3218688" cy="457200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76656" y="1344168"/>
            <a:ext cx="305409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lang="en-US" sz="1800" b="1" dirty="0">
                <a:solidFill>
                  <a:srgbClr val="FFFFFF"/>
                </a:solidFill>
                <a:latin typeface="Microsoft YaHei"/>
              </a:rPr>
              <a:t>真实信道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56232"/>
            <a:ext cx="2962656" cy="31089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50" b="1">
                <a:solidFill>
                  <a:srgbClr val="092B56"/>
                </a:solidFill>
                <a:latin typeface="Microsoft YaHei"/>
              </a:rPr>
              <a:t>传播映射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995928" y="1298448"/>
            <a:ext cx="3429000" cy="4498848"/>
          </a:xfrm>
          <a:prstGeom prst="roundRect">
            <a:avLst/>
          </a:prstGeom>
          <a:solidFill>
            <a:srgbClr val="F7FAFC"/>
          </a:solidFill>
          <a:ln w="10160">
            <a:solidFill>
              <a:srgbClr val="E0E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995928" y="1298448"/>
            <a:ext cx="3429000" cy="457200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078224" y="1344168"/>
            <a:ext cx="326440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参考信号观测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23944" y="1856232"/>
            <a:ext cx="3172968" cy="31089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50" b="1">
                <a:solidFill>
                  <a:srgbClr val="092B56"/>
                </a:solidFill>
                <a:latin typeface="Microsoft YaHei"/>
              </a:rPr>
              <a:t>物理方向与测量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98664" y="1298448"/>
            <a:ext cx="4041648" cy="4498848"/>
          </a:xfrm>
          <a:prstGeom prst="roundRect">
            <a:avLst/>
          </a:prstGeom>
          <a:solidFill>
            <a:srgbClr val="F7FAFC"/>
          </a:solidFill>
          <a:ln w="10160">
            <a:solidFill>
              <a:srgbClr val="E0EC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7598664" y="1298448"/>
            <a:ext cx="4041648" cy="457200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80960" y="1344168"/>
            <a:ext cx="38770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后验输出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26679" y="1856232"/>
            <a:ext cx="3785615" cy="31089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50" b="1">
                <a:solidFill>
                  <a:srgbClr val="092B56"/>
                </a:solidFill>
                <a:latin typeface="Microsoft YaHei"/>
              </a:rPr>
              <a:t>估计与不确定性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" y="2322576"/>
            <a:ext cx="2724912" cy="10515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813816" y="2322576"/>
            <a:ext cx="2724912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86968" y="2385289"/>
            <a:ext cx="2578608" cy="26776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 dirty="0">
                <a:solidFill>
                  <a:srgbClr val="FFFFFF"/>
                </a:solidFill>
                <a:latin typeface="Microsoft YaHei"/>
              </a:rPr>
              <a:t>① 真信道</a:t>
            </a:r>
            <a:endParaRPr sz="156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932688" y="2761488"/>
            <a:ext cx="2487168" cy="52120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Hᵗʳᵘᵉₖₗg ∈ ℂ⁴×⁶⁴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57015" y="2724912"/>
            <a:ext cx="612648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187952" y="2322576"/>
            <a:ext cx="2980944" cy="10515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ounded Rectangle 20"/>
          <p:cNvSpPr/>
          <p:nvPr/>
        </p:nvSpPr>
        <p:spPr>
          <a:xfrm>
            <a:off x="4187952" y="2322576"/>
            <a:ext cx="2980944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261104" y="2345436"/>
            <a:ext cx="2834639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>
                <a:solidFill>
                  <a:srgbClr val="FFFFFF"/>
                </a:solidFill>
                <a:latin typeface="Microsoft YaHei"/>
              </a:rPr>
              <a:t>② 参考信号观测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06824" y="2761488"/>
            <a:ext cx="2743200" cy="52120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00" b="0">
                <a:solidFill>
                  <a:srgbClr val="000000"/>
                </a:solidFill>
                <a:latin typeface="Microsoft YaHei"/>
              </a:rPr>
              <a:t>UE 发 SRS → TRP 接收</a:t>
            </a:r>
          </a:p>
          <a:p>
            <a:pPr algn="l"/>
            <a:r>
              <a:rPr sz="1200" b="0">
                <a:solidFill>
                  <a:srgbClr val="000000"/>
                </a:solidFill>
                <a:latin typeface="Microsoft YaHei"/>
              </a:rPr>
              <a:t>TRP 发 CSI-RS → UE 观测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196328" y="2724912"/>
            <a:ext cx="576072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7836408" y="2322576"/>
            <a:ext cx="3520440" cy="10515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ed Rectangle 25"/>
          <p:cNvSpPr/>
          <p:nvPr/>
        </p:nvSpPr>
        <p:spPr>
          <a:xfrm>
            <a:off x="7836408" y="2322576"/>
            <a:ext cx="3520440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909560" y="2345436"/>
            <a:ext cx="337413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>
                <a:solidFill>
                  <a:srgbClr val="FFFFFF"/>
                </a:solidFill>
                <a:latin typeface="Microsoft YaHei"/>
              </a:rPr>
              <a:t>③ 后验估计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80" y="2761488"/>
            <a:ext cx="3282696" cy="52120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Ĥₖₗg ∈ ℂ⁴×⁶⁴</a:t>
            </a:r>
          </a:p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Cₖₗg ∈ ℂ⁴×⁴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836408" y="3483864"/>
            <a:ext cx="3520440" cy="832104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ounded Rectangle 29"/>
          <p:cNvSpPr/>
          <p:nvPr/>
        </p:nvSpPr>
        <p:spPr>
          <a:xfrm>
            <a:off x="7836408" y="3483864"/>
            <a:ext cx="3520440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7909560" y="3506724"/>
            <a:ext cx="337413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>
                <a:solidFill>
                  <a:srgbClr val="FFFFFF"/>
                </a:solidFill>
                <a:latin typeface="Microsoft YaHei"/>
              </a:rPr>
              <a:t>SRS 等效观测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955280" y="3950208"/>
            <a:ext cx="3282696" cy="3291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Yₛ = S Hᵗʳᵘᵉ + Nₛ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187952" y="3483864"/>
            <a:ext cx="2980944" cy="832104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ounded Rectangle 35"/>
          <p:cNvSpPr/>
          <p:nvPr/>
        </p:nvSpPr>
        <p:spPr>
          <a:xfrm>
            <a:off x="4187952" y="3483864"/>
            <a:ext cx="2980944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4261104" y="3506724"/>
            <a:ext cx="2834639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>
                <a:solidFill>
                  <a:srgbClr val="FFFFFF"/>
                </a:solidFill>
                <a:latin typeface="Microsoft YaHei"/>
              </a:rPr>
              <a:t>CSI-RS 等效观测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06824" y="3950208"/>
            <a:ext cx="2743200" cy="3291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Y꜀ = Hᵗʳᵘᵉ + N꜀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13816" y="3483864"/>
            <a:ext cx="2724912" cy="832104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Rounded Rectangle 40"/>
          <p:cNvSpPr/>
          <p:nvPr/>
        </p:nvSpPr>
        <p:spPr>
          <a:xfrm>
            <a:off x="813816" y="3483864"/>
            <a:ext cx="2724912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886968" y="3506724"/>
            <a:ext cx="257860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60" b="1">
                <a:solidFill>
                  <a:srgbClr val="FFFFFF"/>
                </a:solidFill>
                <a:latin typeface="Microsoft YaHei"/>
              </a:rPr>
              <a:t>当前等效观测模型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32688" y="3950208"/>
            <a:ext cx="2487168" cy="3291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00" b="0">
                <a:solidFill>
                  <a:srgbClr val="000000"/>
                </a:solidFill>
                <a:latin typeface="Microsoft YaHei"/>
              </a:rPr>
              <a:t>先验：P₀ = βRᵣₓ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68096" y="4700016"/>
            <a:ext cx="10497312" cy="713232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941832" y="4764024"/>
            <a:ext cx="10168128" cy="56692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50" b="1">
                <a:solidFill>
                  <a:srgbClr val="000000"/>
                </a:solidFill>
                <a:latin typeface="Microsoft YaHei"/>
              </a:rPr>
              <a:t>信道估计描述传播映射，误差协方差描述估计的不确定性。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多流下行发送与接收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9224" y="1408176"/>
            <a:ext cx="1847088" cy="1078992"/>
          </a:xfrm>
          <a:prstGeom prst="roundRect">
            <a:avLst/>
          </a:prstGeom>
          <a:solidFill>
            <a:srgbClr val="092B56"/>
          </a:solidFill>
          <a:ln w="10160">
            <a:solidFill>
              <a:srgbClr val="092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1554480"/>
            <a:ext cx="1645920" cy="7589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650" b="1">
                <a:solidFill>
                  <a:srgbClr val="FFFFFF"/>
                </a:solidFill>
                <a:latin typeface="Microsoft YaHei"/>
              </a:rPr>
              <a:t>① 数据流</a:t>
            </a:r>
          </a:p>
          <a:p>
            <a:pPr algn="ctr"/>
            <a:r>
              <a:rPr sz="1650" b="1">
                <a:solidFill>
                  <a:srgbClr val="FFFFFF"/>
                </a:solidFill>
                <a:latin typeface="Microsoft YaHei"/>
              </a:rPr>
              <a:t>sₖ：r×1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" y="2834640"/>
            <a:ext cx="1847088" cy="1078992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980944"/>
            <a:ext cx="1645920" cy="7589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矩阵维度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" y="4261104"/>
            <a:ext cx="1847088" cy="1078992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4407408"/>
            <a:ext cx="1645920" cy="7589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接收分解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70632" y="143560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70632" y="1435608"/>
            <a:ext cx="242316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43784" y="1499090"/>
            <a:ext cx="2276856" cy="266227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lang="en-US" sz="1450" b="1" dirty="0" err="1">
                <a:solidFill>
                  <a:srgbClr val="FFFFFF"/>
                </a:solidFill>
                <a:latin typeface="Microsoft YaHei"/>
              </a:rPr>
              <a:t>② 预编码与发射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889504" y="190195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xₗ = ∑ⱼ wₗⱼ sⱼ</a:t>
            </a:r>
          </a:p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xₗ：64×1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13832" y="143560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513832" y="1435608"/>
            <a:ext cx="242316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86984" y="1458468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YaHei"/>
              </a:rPr>
              <a:t>③ 信道与接收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32704" y="190195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180" b="0">
                <a:solidFill>
                  <a:srgbClr val="000000"/>
                </a:solidFill>
                <a:latin typeface="Microsoft YaHei"/>
              </a:rPr>
              <a:t>yₖ = ∑ₗ Hᵗʳᵘᵉₖₗ xₗ + nₖ</a:t>
            </a:r>
          </a:p>
          <a:p>
            <a:pPr algn="l"/>
            <a:r>
              <a:rPr sz="1180" b="0">
                <a:solidFill>
                  <a:srgbClr val="000000"/>
                </a:solidFill>
                <a:latin typeface="Microsoft YaHei"/>
              </a:rPr>
              <a:t>yₖ：4×1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435608"/>
            <a:ext cx="3026664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75320" y="1435608"/>
            <a:ext cx="3026664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48472" y="1458468"/>
            <a:ext cx="2880360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50" b="1">
                <a:solidFill>
                  <a:srgbClr val="FFFFFF"/>
                </a:solidFill>
                <a:latin typeface="Microsoft YaHei"/>
              </a:rPr>
              <a:t>④ 接收合并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901952"/>
            <a:ext cx="2788920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ŝₖ = Aₖᴴ yₖ</a:t>
            </a:r>
          </a:p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ŝₖ：r×1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2514600" y="1938528"/>
            <a:ext cx="219456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02936" y="1938528"/>
            <a:ext cx="274320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946136" y="1938528"/>
            <a:ext cx="292608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770632" y="285292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2770632" y="2852928"/>
            <a:ext cx="2423160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843784" y="2875788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预编码矩阵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9504" y="331927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wₗⱼ：64×r</a:t>
            </a:r>
          </a:p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r 条流 → 64 个端口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13832" y="285292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513832" y="2852928"/>
            <a:ext cx="2423160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586984" y="2875788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真实信道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32704" y="331927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Hᵗʳᵘᵉₖₗ：4×64</a:t>
            </a:r>
          </a:p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nₖ：4×1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75320" y="2852928"/>
            <a:ext cx="3026664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275320" y="2852928"/>
            <a:ext cx="3026664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48472" y="2875788"/>
            <a:ext cx="2880360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接收合并矩阵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4192" y="3319272"/>
            <a:ext cx="2788920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Aₖ：4×r</a:t>
            </a:r>
          </a:p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Aₖᴴ：r×4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770632" y="4279392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2770632" y="4279392"/>
            <a:ext cx="2423160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843784" y="4302252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有用信号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89504" y="4745736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160" b="0">
                <a:solidFill>
                  <a:srgbClr val="000000"/>
                </a:solidFill>
                <a:latin typeface="Microsoft YaHei"/>
              </a:rPr>
              <a:t>Gₖₖsₖ</a:t>
            </a:r>
          </a:p>
          <a:p>
            <a:pPr algn="l"/>
            <a:r>
              <a:rPr sz="1160" b="0">
                <a:solidFill>
                  <a:srgbClr val="000000"/>
                </a:solidFill>
                <a:latin typeface="Microsoft YaHei"/>
              </a:rPr>
              <a:t>Gₖⱼ = ∑ₗHᵗʳᵘᵉₖₗwₗⱼ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13832" y="4279392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513832" y="4279392"/>
            <a:ext cx="2423160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586984" y="4302252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其他 UE 干扰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32704" y="4745736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190" b="0">
                <a:solidFill>
                  <a:srgbClr val="000000"/>
                </a:solidFill>
                <a:latin typeface="Microsoft YaHei"/>
              </a:rPr>
              <a:t>∑ⱼ≠ₖ Gₖⱼsⱼ</a:t>
            </a:r>
          </a:p>
          <a:p>
            <a:pPr algn="l"/>
            <a:r>
              <a:rPr sz="1190" b="0">
                <a:solidFill>
                  <a:srgbClr val="000000"/>
                </a:solidFill>
                <a:latin typeface="Microsoft YaHei"/>
              </a:rPr>
              <a:t>同资源组叠加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75320" y="4279392"/>
            <a:ext cx="3026664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8275320" y="4279392"/>
            <a:ext cx="3026664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348472" y="4302252"/>
            <a:ext cx="2880360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接收噪声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94192" y="4745736"/>
            <a:ext cx="2788920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160" b="0">
                <a:solidFill>
                  <a:srgbClr val="000000"/>
                </a:solidFill>
                <a:latin typeface="Microsoft YaHei"/>
              </a:rPr>
              <a:t>nₖ：4×1</a:t>
            </a:r>
          </a:p>
          <a:p>
            <a:pPr algn="l"/>
            <a:r>
              <a:rPr sz="1160" b="0">
                <a:solidFill>
                  <a:srgbClr val="000000"/>
                </a:solidFill>
                <a:latin typeface="Microsoft YaHei"/>
              </a:rPr>
              <a:t>与有用信号、干扰共同进入 yₖ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58952" y="5596128"/>
            <a:ext cx="10607040" cy="47548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50" b="1">
                <a:solidFill>
                  <a:srgbClr val="092B56"/>
                </a:solidFill>
                <a:latin typeface="Microsoft YaHei"/>
              </a:rPr>
              <a:t>当前快层：给定调度 b、服务关联 χ、流数 r 和资源权重 ν，优化预编码 w。</a:t>
            </a:r>
          </a:p>
        </p:txBody>
      </p:sp>
      <p:sp>
        <p:nvSpPr>
          <p:cNvPr id="61" name="Resource-group scope"/>
          <p:cNvSpPr txBox="1"/>
          <p:nvPr/>
        </p:nvSpPr>
        <p:spPr>
          <a:xfrm>
            <a:off x="7059168" y="1069848"/>
            <a:ext cx="4297680" cy="22860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r"/>
            <a:r>
              <a:rPr sz="1100" b="1">
                <a:solidFill>
                  <a:srgbClr val="092B56"/>
                </a:solidFill>
                <a:latin typeface="Microsoft YaHei"/>
              </a:rPr>
              <a:t>本页固定一个资源组，省略下标 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物理速率与业务体验评价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49224" y="1408176"/>
            <a:ext cx="1847088" cy="1078992"/>
          </a:xfrm>
          <a:prstGeom prst="roundRect">
            <a:avLst/>
          </a:prstGeom>
          <a:solidFill>
            <a:srgbClr val="092B56"/>
          </a:solidFill>
          <a:ln w="10160">
            <a:solidFill>
              <a:srgbClr val="092B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49808" y="1554480"/>
            <a:ext cx="1645920" cy="7589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物理速率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9224" y="2834640"/>
            <a:ext cx="1847088" cy="1078992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980944"/>
            <a:ext cx="1645920" cy="7589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650" b="1">
                <a:solidFill>
                  <a:srgbClr val="FFFFFF"/>
                </a:solidFill>
                <a:latin typeface="Microsoft YaHei"/>
              </a:rPr>
              <a:t>静态体验代理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" y="4261104"/>
            <a:ext cx="1847088" cy="1078992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4407408"/>
            <a:ext cx="1645920" cy="7589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Microsoft YaHei"/>
              </a:rPr>
              <a:t>功率评价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770632" y="143560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2770632" y="1435608"/>
            <a:ext cx="242316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843784" y="1499090"/>
            <a:ext cx="2276856" cy="266227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lang="en-US" sz="1430" b="1" dirty="0" err="1">
                <a:solidFill>
                  <a:srgbClr val="FFFFFF"/>
                </a:solidFill>
                <a:latin typeface="Microsoft YaHei"/>
              </a:rPr>
              <a:t>真实信道 + 预编码</a:t>
            </a:r>
            <a:endParaRPr sz="155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889504" y="190195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120" b="0">
                <a:solidFill>
                  <a:srgbClr val="000000"/>
                </a:solidFill>
                <a:latin typeface="Microsoft YaHei"/>
              </a:rPr>
              <a:t>Gₖⱼg = ∑ₗ Hᵗʳᵘᵉₖₗg wₗⱼg</a:t>
            </a:r>
          </a:p>
          <a:p>
            <a:pPr algn="l"/>
            <a:r>
              <a:rPr sz="1120" b="0">
                <a:solidFill>
                  <a:srgbClr val="000000"/>
                </a:solidFill>
                <a:latin typeface="Microsoft YaHei"/>
              </a:rPr>
              <a:t>同一 UE 跨 TRP 相干求和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513832" y="143560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5513832" y="1435608"/>
            <a:ext cx="2423160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586984" y="1458468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频谱效率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32704" y="190195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090" b="0">
                <a:solidFill>
                  <a:srgbClr val="000000"/>
                </a:solidFill>
                <a:latin typeface="Microsoft YaHei"/>
              </a:rPr>
              <a:t>SEₖg = log₂det(R总) − log₂det(R扰)</a:t>
            </a:r>
          </a:p>
          <a:p>
            <a:pPr algn="l"/>
            <a:r>
              <a:rPr sz="1090" b="0">
                <a:solidFill>
                  <a:srgbClr val="000000"/>
                </a:solidFill>
                <a:latin typeface="Microsoft YaHei"/>
              </a:rPr>
              <a:t>bit/s/Hz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75320" y="1435608"/>
            <a:ext cx="3026664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75320" y="1435608"/>
            <a:ext cx="3026664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48472" y="1458468"/>
            <a:ext cx="2880360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30" b="1">
                <a:solidFill>
                  <a:srgbClr val="FFFFFF"/>
                </a:solidFill>
                <a:latin typeface="Microsoft YaHei"/>
              </a:rPr>
              <a:t>可传比特 / TTI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94192" y="1901952"/>
            <a:ext cx="2788920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180" b="0">
                <a:solidFill>
                  <a:srgbClr val="000000"/>
                </a:solidFill>
                <a:latin typeface="Microsoft YaHei"/>
              </a:rPr>
              <a:t>Bₖg = SEₖg·273νg·12Δf·Δt</a:t>
            </a:r>
          </a:p>
          <a:p>
            <a:pPr algn="l"/>
            <a:r>
              <a:rPr sz="1180" b="0">
                <a:solidFill>
                  <a:srgbClr val="000000"/>
                </a:solidFill>
                <a:latin typeface="Microsoft YaHei"/>
              </a:rPr>
              <a:t>bit/TTI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202936" y="1938528"/>
            <a:ext cx="274320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7946136" y="1938528"/>
            <a:ext cx="292608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2770632" y="285292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2770632" y="2852928"/>
            <a:ext cx="2423160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2843784" y="2875788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用户体验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889504" y="331927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20" b="0">
                <a:solidFill>
                  <a:srgbClr val="000000"/>
                </a:solidFill>
                <a:latin typeface="Microsoft YaHei"/>
              </a:rPr>
              <a:t>Eₖ = Vₖ/(N有效·Δt)</a:t>
            </a:r>
          </a:p>
          <a:p>
            <a:pPr algn="l"/>
            <a:r>
              <a:rPr sz="1220" b="0">
                <a:solidFill>
                  <a:srgbClr val="000000"/>
                </a:solidFill>
                <a:latin typeface="Microsoft YaHei"/>
              </a:rPr>
              <a:t>Mbps：再除以 10⁶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13832" y="2852928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5513832" y="2852928"/>
            <a:ext cx="2423160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586984" y="2875788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30" b="1">
                <a:solidFill>
                  <a:srgbClr val="FFFFFF"/>
                </a:solidFill>
                <a:latin typeface="Microsoft YaHei"/>
              </a:rPr>
              <a:t>容量代理比特量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32704" y="3319272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170" b="0">
                <a:solidFill>
                  <a:srgbClr val="000000"/>
                </a:solidFill>
                <a:latin typeface="Microsoft YaHei"/>
              </a:rPr>
              <a:t>Vₖ = ∑g,t Mₖt Dₖt Bₖg</a:t>
            </a:r>
          </a:p>
          <a:p>
            <a:pPr algn="l"/>
            <a:r>
              <a:rPr sz="1170" b="0">
                <a:solidFill>
                  <a:srgbClr val="000000"/>
                </a:solidFill>
                <a:latin typeface="Microsoft YaHei"/>
              </a:rPr>
              <a:t>不是队列实际交付量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275320" y="2852928"/>
            <a:ext cx="3026664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8275320" y="2852928"/>
            <a:ext cx="3026664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348472" y="2875788"/>
            <a:ext cx="2880360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业务掩码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94192" y="3319272"/>
            <a:ext cx="2788920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180" b="0">
                <a:solidFill>
                  <a:srgbClr val="000000"/>
                </a:solidFill>
                <a:latin typeface="Microsoft YaHei"/>
              </a:rPr>
              <a:t>Mₖt：忙且非末 TTI</a:t>
            </a:r>
          </a:p>
          <a:p>
            <a:pPr algn="l"/>
            <a:r>
              <a:rPr sz="1180" b="0">
                <a:solidFill>
                  <a:srgbClr val="000000"/>
                </a:solidFill>
                <a:latin typeface="Microsoft YaHei"/>
              </a:rPr>
              <a:t>Dₖt：常规 1，尾段 2/7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784080" y="2478024"/>
            <a:ext cx="0" cy="32004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7973568" y="3355848"/>
            <a:ext cx="265176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H="1">
            <a:off x="5230368" y="3355848"/>
            <a:ext cx="246888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ounded Rectangle 37"/>
          <p:cNvSpPr/>
          <p:nvPr/>
        </p:nvSpPr>
        <p:spPr>
          <a:xfrm>
            <a:off x="2770632" y="4279392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ounded Rectangle 38"/>
          <p:cNvSpPr/>
          <p:nvPr/>
        </p:nvSpPr>
        <p:spPr>
          <a:xfrm>
            <a:off x="2770632" y="4279392"/>
            <a:ext cx="2423160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843784" y="4302252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资源组功率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889504" y="4745736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30" b="0">
                <a:solidFill>
                  <a:srgbClr val="000000"/>
                </a:solidFill>
                <a:latin typeface="Microsoft YaHei"/>
              </a:rPr>
              <a:t>pₗg = ∑ⱼ ‖wₗⱼg‖²F</a:t>
            </a:r>
          </a:p>
          <a:p>
            <a:pPr algn="l"/>
            <a:r>
              <a:rPr sz="1230" b="0">
                <a:solidFill>
                  <a:srgbClr val="000000"/>
                </a:solidFill>
                <a:latin typeface="Microsoft YaHei"/>
              </a:rPr>
              <a:t>组内预编码平方和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513832" y="4279392"/>
            <a:ext cx="2423160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ounded Rectangle 42"/>
          <p:cNvSpPr/>
          <p:nvPr/>
        </p:nvSpPr>
        <p:spPr>
          <a:xfrm>
            <a:off x="5513832" y="4279392"/>
            <a:ext cx="2423160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586984" y="4302252"/>
            <a:ext cx="2276856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390" b="1">
                <a:solidFill>
                  <a:srgbClr val="FFFFFF"/>
                </a:solidFill>
                <a:latin typeface="Microsoft YaHei"/>
              </a:rPr>
              <a:t>跨组加权总功率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32704" y="4745736"/>
            <a:ext cx="2185415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Pₗ = ∑g νg pₗg</a:t>
            </a:r>
          </a:p>
          <a:p>
            <a:pPr algn="l"/>
            <a:r>
              <a:rPr sz="1250" b="0">
                <a:solidFill>
                  <a:srgbClr val="000000"/>
                </a:solidFill>
                <a:latin typeface="Microsoft YaHei"/>
              </a:rPr>
              <a:t>每 TRP 共用预算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275320" y="4279392"/>
            <a:ext cx="3026664" cy="10058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ounded Rectangle 46"/>
          <p:cNvSpPr/>
          <p:nvPr/>
        </p:nvSpPr>
        <p:spPr>
          <a:xfrm>
            <a:off x="8275320" y="4279392"/>
            <a:ext cx="3026664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8348472" y="4302252"/>
            <a:ext cx="2880360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50" b="1">
                <a:solidFill>
                  <a:srgbClr val="FFFFFF"/>
                </a:solidFill>
                <a:latin typeface="Microsoft YaHei"/>
              </a:rPr>
              <a:t>评价报告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94192" y="4745736"/>
            <a:ext cx="2788920" cy="5029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10" b="0">
                <a:solidFill>
                  <a:srgbClr val="000000"/>
                </a:solidFill>
                <a:latin typeface="Microsoft YaHei"/>
              </a:rPr>
              <a:t>体验均值、低 5% 分位</a:t>
            </a:r>
          </a:p>
          <a:p>
            <a:pPr algn="l"/>
            <a:r>
              <a:rPr sz="1210" b="0">
                <a:solidFill>
                  <a:srgbClr val="000000"/>
                </a:solidFill>
                <a:latin typeface="Microsoft YaHei"/>
              </a:rPr>
              <a:t>TRP 平均/最大功率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3977639" y="3895344"/>
            <a:ext cx="0" cy="347472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>
            <a:off x="5202936" y="4782312"/>
            <a:ext cx="274320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946136" y="4782312"/>
            <a:ext cx="292608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758952" y="5641848"/>
            <a:ext cx="10607040" cy="36576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00" b="1">
                <a:solidFill>
                  <a:srgbClr val="092B56"/>
                </a:solidFill>
                <a:latin typeface="Microsoft YaHei"/>
              </a:rPr>
              <a:t>默认静态评价采用容量代理和业务掩码；未模拟队列实际出队。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优化目标、变量与约束</a:t>
            </a:r>
          </a:p>
        </p:txBody>
      </p:sp>
      <p:sp>
        <p:nvSpPr>
          <p:cNvPr id="100" name="Objective panel"/>
          <p:cNvSpPr/>
          <p:nvPr/>
        </p:nvSpPr>
        <p:spPr>
          <a:xfrm>
            <a:off x="610000" y="1320000"/>
            <a:ext cx="10980000" cy="2450000"/>
          </a:xfrm>
          <a:prstGeom prst="roundRect">
            <a:avLst/>
          </a:prstGeom>
          <a:solidFill>
            <a:srgbClr val="EDF3FB"/>
          </a:solidFill>
          <a:ln w="14000">
            <a:solidFill>
              <a:srgbClr val="145394"/>
            </a:solidFill>
          </a:ln>
        </p:spPr>
        <p:txBody>
          <a:bodyPr anchor="ctr" lIns="100000" rIns="100000" tIns="35000" bIns="35000"/>
          <a:lstStyle/>
          <a:p>
            <a:pPr algn="l"/>
          </a:p>
        </p:txBody>
      </p:sp>
      <p:sp>
        <p:nvSpPr>
          <p:cNvPr id="101" name="Objective heading"/>
          <p:cNvSpPr/>
          <p:nvPr/>
        </p:nvSpPr>
        <p:spPr>
          <a:xfrm>
            <a:off x="840000" y="1470000"/>
            <a:ext cx="10500000" cy="330000"/>
          </a:xfrm>
          <a:prstGeom prst="roundRect">
            <a:avLst/>
          </a:prstGeom>
          <a:noFill/>
          <a:ln w="0"/>
        </p:spPr>
        <p:txBody>
          <a:bodyPr anchor="ctr" lIns="100000" rIns="100000" tIns="35000" bIns="35000"/>
          <a:lstStyle/>
          <a:p>
            <a:pPr algn="l"/>
            <a:r>
              <a:rPr lang="zh-CN" sz="2150" b="1">
                <a:solidFill>
                  <a:srgbClr val="17365D"/>
                </a:solidFill>
                <a:latin typeface="Microsoft YaHei"/>
                <a:ea typeface="Microsoft YaHei"/>
              </a:rPr>
              <a:t>当前默认目标：统计误差感知的加权总频谱效率</a:t>
            </a:r>
          </a:p>
        </p:txBody>
      </p:sp>
      <p:sp>
        <p:nvSpPr>
          <p:cNvPr id="102" name="Objective formula"/>
          <p:cNvSpPr/>
          <p:nvPr/>
        </p:nvSpPr>
        <p:spPr>
          <a:xfrm>
            <a:off x="900000" y="1930000"/>
            <a:ext cx="10200000" cy="565000"/>
          </a:xfrm>
          <a:prstGeom prst="roundRect">
            <a:avLst/>
          </a:prstGeom>
          <a:noFill/>
          <a:ln w="0"/>
        </p:spPr>
        <p:txBody>
          <a:bodyPr anchor="ctr" lIns="100000" rIns="100000" tIns="35000" bIns="35000"/>
          <a:lstStyle/>
          <a:p>
            <a:pPr algn="ctr"/>
            <a:r>
              <a:rPr lang="zh-CN" sz="2800" b="1">
                <a:solidFill>
                  <a:srgbClr val="0A3C77"/>
                </a:solidFill>
                <a:latin typeface="Microsoft YaHei"/>
                <a:ea typeface="Microsoft YaHei"/>
              </a:rPr>
              <a:t>max</a:t>
            </a:r>
            <a:r>
              <a:rPr lang="zh-CN" sz="2016" b="1" baseline="-25000">
                <a:solidFill>
                  <a:srgbClr val="0A3C77"/>
                </a:solidFill>
                <a:latin typeface="Microsoft YaHei"/>
                <a:ea typeface="Microsoft YaHei"/>
              </a:rPr>
              <a:t>w</a:t>
            </a:r>
            <a:r>
              <a:rPr lang="zh-CN" sz="2800" b="1">
                <a:solidFill>
                  <a:srgbClr val="0A3C77"/>
                </a:solidFill>
                <a:latin typeface="Microsoft YaHei"/>
                <a:ea typeface="Microsoft YaHei"/>
              </a:rPr>
              <a:t>  Σ</a:t>
            </a:r>
            <a:r>
              <a:rPr lang="zh-CN" sz="2016" b="1" baseline="-25000">
                <a:solidFill>
                  <a:srgbClr val="0A3C77"/>
                </a:solidFill>
                <a:latin typeface="Microsoft YaHei"/>
                <a:ea typeface="Microsoft YaHei"/>
              </a:rPr>
              <a:t>g</a:t>
            </a:r>
            <a:r>
              <a:rPr lang="zh-CN" sz="2800" b="1">
                <a:solidFill>
                  <a:srgbClr val="0A3C77"/>
                </a:solidFill>
                <a:latin typeface="Microsoft YaHei"/>
                <a:ea typeface="Microsoft YaHei"/>
              </a:rPr>
              <a:t> ν</a:t>
            </a:r>
            <a:r>
              <a:rPr lang="zh-CN" sz="2016" b="1" baseline="-25000">
                <a:solidFill>
                  <a:srgbClr val="0A3C77"/>
                </a:solidFill>
                <a:latin typeface="Microsoft YaHei"/>
                <a:ea typeface="Microsoft YaHei"/>
              </a:rPr>
              <a:t>g</a:t>
            </a:r>
            <a:r>
              <a:rPr lang="zh-CN" sz="2800" b="1">
                <a:solidFill>
                  <a:srgbClr val="0A3C77"/>
                </a:solidFill>
                <a:latin typeface="Microsoft YaHei"/>
                <a:ea typeface="Microsoft YaHei"/>
              </a:rPr>
              <a:t> Σ</a:t>
            </a:r>
            <a:r>
              <a:rPr lang="zh-CN" sz="2016" b="1" baseline="-25000">
                <a:solidFill>
                  <a:srgbClr val="0A3C77"/>
                </a:solidFill>
                <a:latin typeface="Microsoft YaHei"/>
                <a:ea typeface="Microsoft YaHei"/>
              </a:rPr>
              <a:t>k</a:t>
            </a:r>
            <a:r>
              <a:rPr lang="zh-CN" sz="2800" b="1">
                <a:solidFill>
                  <a:srgbClr val="0A3C77"/>
                </a:solidFill>
                <a:latin typeface="Microsoft YaHei"/>
                <a:ea typeface="Microsoft YaHei"/>
              </a:rPr>
              <a:t> b</a:t>
            </a:r>
            <a:r>
              <a:rPr lang="zh-CN" sz="2016" b="1" baseline="-25000">
                <a:solidFill>
                  <a:srgbClr val="0A3C77"/>
                </a:solidFill>
                <a:latin typeface="Microsoft YaHei"/>
                <a:ea typeface="Microsoft YaHei"/>
              </a:rPr>
              <a:t>kg</a:t>
            </a:r>
            <a:r>
              <a:rPr lang="zh-CN" sz="2800" b="1">
                <a:solidFill>
                  <a:srgbClr val="0A3C77"/>
                </a:solidFill>
                <a:latin typeface="Microsoft YaHei"/>
                <a:ea typeface="Microsoft YaHei"/>
              </a:rPr>
              <a:t> Rᵉˢᵗ</a:t>
            </a:r>
            <a:r>
              <a:rPr lang="zh-CN" sz="2016" b="1" baseline="-25000">
                <a:solidFill>
                  <a:srgbClr val="0A3C77"/>
                </a:solidFill>
                <a:latin typeface="Microsoft YaHei"/>
                <a:ea typeface="Microsoft YaHei"/>
              </a:rPr>
              <a:t>kg</a:t>
            </a:r>
            <a:r>
              <a:rPr lang="zh-CN" sz="2800" b="1">
                <a:solidFill>
                  <a:srgbClr val="0A3C77"/>
                </a:solidFill>
                <a:latin typeface="Microsoft YaHei"/>
                <a:ea typeface="Microsoft YaHei"/>
              </a:rPr>
              <a:t>(w)</a:t>
            </a:r>
          </a:p>
        </p:txBody>
      </p:sp>
      <p:sp>
        <p:nvSpPr>
          <p:cNvPr id="103" name="Rate formula"/>
          <p:cNvSpPr/>
          <p:nvPr/>
        </p:nvSpPr>
        <p:spPr>
          <a:xfrm>
            <a:off x="900000" y="2580000"/>
            <a:ext cx="10200000" cy="460000"/>
          </a:xfrm>
          <a:prstGeom prst="roundRect">
            <a:avLst/>
          </a:prstGeom>
          <a:noFill/>
          <a:ln w="0"/>
        </p:spPr>
        <p:txBody>
          <a:bodyPr anchor="ctr" lIns="100000" rIns="100000" tIns="35000" bIns="35000"/>
          <a:lstStyle/>
          <a:p>
            <a:pPr algn="ctr"/>
            <a:r>
              <a:rPr lang="zh-CN" sz="2350" b="0">
                <a:solidFill>
                  <a:srgbClr val="0A3C77"/>
                </a:solidFill>
                <a:latin typeface="Microsoft YaHei"/>
                <a:ea typeface="Microsoft YaHei"/>
              </a:rPr>
              <a:t>Rᵉˢᵗ</a:t>
            </a:r>
            <a:r>
              <a:rPr lang="zh-CN" sz="1692" b="0" baseline="-25000">
                <a:solidFill>
                  <a:srgbClr val="0A3C77"/>
                </a:solidFill>
                <a:latin typeface="Microsoft YaHei"/>
                <a:ea typeface="Microsoft YaHei"/>
              </a:rPr>
              <a:t>kg</a:t>
            </a:r>
            <a:r>
              <a:rPr lang="zh-CN" sz="2350" b="0">
                <a:solidFill>
                  <a:srgbClr val="0A3C77"/>
                </a:solidFill>
                <a:latin typeface="Microsoft YaHei"/>
                <a:ea typeface="Microsoft YaHei"/>
              </a:rPr>
              <a:t>(w) = −log₂ det E</a:t>
            </a:r>
            <a:r>
              <a:rPr lang="zh-CN" sz="1692" b="0" baseline="-25000">
                <a:solidFill>
                  <a:srgbClr val="0A3C77"/>
                </a:solidFill>
                <a:latin typeface="Microsoft YaHei"/>
                <a:ea typeface="Microsoft YaHei"/>
              </a:rPr>
              <a:t>kg</a:t>
            </a:r>
            <a:r>
              <a:rPr lang="zh-CN" sz="2350" b="0">
                <a:solidFill>
                  <a:srgbClr val="0A3C77"/>
                </a:solidFill>
                <a:latin typeface="Microsoft YaHei"/>
                <a:ea typeface="Microsoft YaHei"/>
              </a:rPr>
              <a:t>(w)     [bit/s/Hz]</a:t>
            </a:r>
          </a:p>
        </p:txBody>
      </p:sp>
      <p:sp>
        <p:nvSpPr>
          <p:cNvPr id="104" name="Objective meaning"/>
          <p:cNvSpPr/>
          <p:nvPr/>
        </p:nvSpPr>
        <p:spPr>
          <a:xfrm>
            <a:off x="900000" y="3210000"/>
            <a:ext cx="10200000" cy="310000"/>
          </a:xfrm>
          <a:prstGeom prst="roundRect">
            <a:avLst/>
          </a:prstGeom>
          <a:noFill/>
          <a:ln w="0"/>
        </p:spPr>
        <p:txBody>
          <a:bodyPr anchor="ctr" lIns="100000" rIns="100000" tIns="35000" bIns="35000"/>
          <a:lstStyle/>
          <a:p>
            <a:pPr algn="ctr"/>
            <a:r>
              <a:rPr lang="zh-CN" sz="1800" b="0">
                <a:solidFill>
                  <a:srgbClr val="334E6F"/>
                </a:solidFill>
                <a:latin typeface="Microsoft YaHei"/>
                <a:ea typeface="Microsoft YaHei"/>
              </a:rPr>
              <a:t>ν</a:t>
            </a:r>
            <a:r>
              <a:rPr lang="zh-CN" sz="1296" b="0" baseline="-25000">
                <a:solidFill>
                  <a:srgbClr val="334E6F"/>
                </a:solidFill>
                <a:latin typeface="Microsoft YaHei"/>
                <a:ea typeface="Microsoft YaHei"/>
              </a:rPr>
              <a:t>g</a:t>
            </a:r>
            <a:r>
              <a:rPr lang="zh-CN" sz="1800" b="0">
                <a:solidFill>
                  <a:srgbClr val="334E6F"/>
                </a:solidFill>
                <a:latin typeface="Microsoft YaHei"/>
                <a:ea typeface="Microsoft YaHei"/>
              </a:rPr>
              <a:t> 为资源组权重；默认分支的用户权重 η</a:t>
            </a:r>
            <a:r>
              <a:rPr lang="zh-CN" sz="1296" b="0" baseline="-25000">
                <a:solidFill>
                  <a:srgbClr val="334E6F"/>
                </a:solidFill>
                <a:latin typeface="Microsoft YaHei"/>
                <a:ea typeface="Microsoft YaHei"/>
              </a:rPr>
              <a:t>kg</a:t>
            </a:r>
            <a:r>
              <a:rPr lang="zh-CN" sz="1800" b="0">
                <a:solidFill>
                  <a:srgbClr val="334E6F"/>
                </a:solidFill>
                <a:latin typeface="Microsoft YaHei"/>
                <a:ea typeface="Microsoft YaHei"/>
              </a:rPr>
              <a:t>=1。</a:t>
            </a:r>
          </a:p>
        </p:txBody>
      </p:sp>
      <p:sp>
        <p:nvSpPr>
          <p:cNvPr id="105" name="Power panel"/>
          <p:cNvSpPr/>
          <p:nvPr/>
        </p:nvSpPr>
        <p:spPr>
          <a:xfrm>
            <a:off x="610000" y="3960000"/>
            <a:ext cx="5350000" cy="1370000"/>
          </a:xfrm>
          <a:prstGeom prst="roundRect">
            <a:avLst/>
          </a:prstGeom>
          <a:solidFill>
            <a:srgbClr val="F0F6FC"/>
          </a:solidFill>
          <a:ln w="14000">
            <a:solidFill>
              <a:srgbClr val="145394"/>
            </a:solidFill>
          </a:ln>
        </p:spPr>
        <p:txBody>
          <a:bodyPr anchor="ctr" lIns="100000" rIns="100000" tIns="35000" bIns="35000"/>
          <a:lstStyle/>
          <a:p>
            <a:pPr algn="l"/>
          </a:p>
        </p:txBody>
      </p:sp>
      <p:sp>
        <p:nvSpPr>
          <p:cNvPr id="106" name="Power heading"/>
          <p:cNvSpPr/>
          <p:nvPr/>
        </p:nvSpPr>
        <p:spPr>
          <a:xfrm>
            <a:off x="820000" y="4060000"/>
            <a:ext cx="4940000" cy="320000"/>
          </a:xfrm>
          <a:prstGeom prst="roundRect">
            <a:avLst/>
          </a:prstGeom>
          <a:noFill/>
          <a:ln w="0"/>
        </p:spPr>
        <p:txBody>
          <a:bodyPr anchor="ctr" lIns="100000" rIns="100000" tIns="35000" bIns="35000"/>
          <a:lstStyle/>
          <a:p>
            <a:pPr algn="l"/>
            <a:r>
              <a:rPr lang="zh-CN" sz="2000" b="1">
                <a:solidFill>
                  <a:srgbClr val="17365D"/>
                </a:solidFill>
                <a:latin typeface="Microsoft YaHei"/>
                <a:ea typeface="Microsoft YaHei"/>
              </a:rPr>
              <a:t>① 每个 TRP 的跨组功率预算</a:t>
            </a:r>
          </a:p>
        </p:txBody>
      </p:sp>
      <p:sp>
        <p:nvSpPr>
          <p:cNvPr id="107" name="Power formula"/>
          <p:cNvSpPr/>
          <p:nvPr/>
        </p:nvSpPr>
        <p:spPr>
          <a:xfrm>
            <a:off x="810000" y="4510000"/>
            <a:ext cx="5000000" cy="440000"/>
          </a:xfrm>
          <a:prstGeom prst="roundRect">
            <a:avLst/>
          </a:prstGeom>
          <a:noFill/>
          <a:ln w="0"/>
        </p:spPr>
        <p:txBody>
          <a:bodyPr anchor="ctr" lIns="100000" rIns="100000" tIns="35000" bIns="35000"/>
          <a:lstStyle/>
          <a:p>
            <a:pPr algn="ctr"/>
            <a:r>
              <a:rPr lang="zh-CN" sz="2150" b="1">
                <a:solidFill>
                  <a:srgbClr val="0A3C77"/>
                </a:solidFill>
                <a:latin typeface="Microsoft YaHei"/>
                <a:ea typeface="Microsoft YaHei"/>
              </a:rPr>
              <a:t>Σ</a:t>
            </a:r>
            <a:r>
              <a:rPr lang="zh-CN" sz="1548" b="1" baseline="-25000">
                <a:solidFill>
                  <a:srgbClr val="0A3C77"/>
                </a:solidFill>
                <a:latin typeface="Microsoft YaHei"/>
                <a:ea typeface="Microsoft YaHei"/>
              </a:rPr>
              <a:t>g</a:t>
            </a:r>
            <a:r>
              <a:rPr lang="zh-CN" sz="2150" b="1">
                <a:solidFill>
                  <a:srgbClr val="0A3C77"/>
                </a:solidFill>
                <a:latin typeface="Microsoft YaHei"/>
                <a:ea typeface="Microsoft YaHei"/>
              </a:rPr>
              <a:t> ν</a:t>
            </a:r>
            <a:r>
              <a:rPr lang="zh-CN" sz="1548" b="1" baseline="-25000">
                <a:solidFill>
                  <a:srgbClr val="0A3C77"/>
                </a:solidFill>
                <a:latin typeface="Microsoft YaHei"/>
                <a:ea typeface="Microsoft YaHei"/>
              </a:rPr>
              <a:t>g</a:t>
            </a:r>
            <a:r>
              <a:rPr lang="zh-CN" sz="2150" b="1">
                <a:solidFill>
                  <a:srgbClr val="0A3C77"/>
                </a:solidFill>
                <a:latin typeface="Microsoft YaHei"/>
                <a:ea typeface="Microsoft YaHei"/>
              </a:rPr>
              <a:t> Σ</a:t>
            </a:r>
            <a:r>
              <a:rPr lang="zh-CN" sz="1548" b="1" baseline="-25000">
                <a:solidFill>
                  <a:srgbClr val="0A3C77"/>
                </a:solidFill>
                <a:latin typeface="Microsoft YaHei"/>
                <a:ea typeface="Microsoft YaHei"/>
              </a:rPr>
              <a:t>k</a:t>
            </a:r>
            <a:r>
              <a:rPr lang="zh-CN" sz="2150" b="1">
                <a:solidFill>
                  <a:srgbClr val="0A3C77"/>
                </a:solidFill>
                <a:latin typeface="Microsoft YaHei"/>
                <a:ea typeface="Microsoft YaHei"/>
              </a:rPr>
              <a:t> ‖w</a:t>
            </a:r>
            <a:r>
              <a:rPr lang="zh-CN" sz="1548" b="1" baseline="-25000">
                <a:solidFill>
                  <a:srgbClr val="0A3C77"/>
                </a:solidFill>
                <a:latin typeface="Microsoft YaHei"/>
                <a:ea typeface="Microsoft YaHei"/>
              </a:rPr>
              <a:t>lkg</a:t>
            </a:r>
            <a:r>
              <a:rPr lang="zh-CN" sz="2150" b="1">
                <a:solidFill>
                  <a:srgbClr val="0A3C77"/>
                </a:solidFill>
                <a:latin typeface="Microsoft YaHei"/>
                <a:ea typeface="Microsoft YaHei"/>
              </a:rPr>
              <a:t>‖²</a:t>
            </a:r>
            <a:r>
              <a:rPr lang="zh-CN" sz="1548" b="1" baseline="-25000">
                <a:solidFill>
                  <a:srgbClr val="0A3C77"/>
                </a:solidFill>
                <a:latin typeface="Microsoft YaHei"/>
                <a:ea typeface="Microsoft YaHei"/>
              </a:rPr>
              <a:t>F</a:t>
            </a:r>
            <a:r>
              <a:rPr lang="zh-CN" sz="2150" b="1">
                <a:solidFill>
                  <a:srgbClr val="0A3C77"/>
                </a:solidFill>
                <a:latin typeface="Microsoft YaHei"/>
                <a:ea typeface="Microsoft YaHei"/>
              </a:rPr>
              <a:t> ≤ P</a:t>
            </a:r>
            <a:r>
              <a:rPr lang="zh-CN" sz="1548" b="1" baseline="-25000">
                <a:solidFill>
                  <a:srgbClr val="0A3C77"/>
                </a:solidFill>
                <a:latin typeface="Microsoft YaHei"/>
                <a:ea typeface="Microsoft YaHei"/>
              </a:rPr>
              <a:t>l</a:t>
            </a:r>
          </a:p>
        </p:txBody>
      </p:sp>
      <p:sp>
        <p:nvSpPr>
          <p:cNvPr id="108" name="Power meaning"/>
          <p:cNvSpPr/>
          <p:nvPr/>
        </p:nvSpPr>
        <p:spPr>
          <a:xfrm>
            <a:off x="830000" y="4950000"/>
            <a:ext cx="4920000" cy="270000"/>
          </a:xfrm>
          <a:prstGeom prst="roundRect">
            <a:avLst/>
          </a:prstGeom>
          <a:noFill/>
          <a:ln w="0"/>
        </p:spPr>
        <p:txBody>
          <a:bodyPr anchor="ctr" lIns="100000" rIns="100000" tIns="35000" bIns="35000"/>
          <a:lstStyle/>
          <a:p>
            <a:pPr algn="ctr"/>
            <a:r>
              <a:rPr lang="zh-CN" sz="1600" b="0">
                <a:solidFill>
                  <a:srgbClr val="334E6F"/>
                </a:solidFill>
                <a:latin typeface="Microsoft YaHei"/>
                <a:ea typeface="Microsoft YaHei"/>
              </a:rPr>
              <a:t>ν</a:t>
            </a:r>
            <a:r>
              <a:rPr lang="zh-CN" sz="1152" b="0" baseline="-25000">
                <a:solidFill>
                  <a:srgbClr val="334E6F"/>
                </a:solidFill>
                <a:latin typeface="Microsoft YaHei"/>
                <a:ea typeface="Microsoft YaHei"/>
              </a:rPr>
              <a:t>g</a:t>
            </a:r>
            <a:r>
              <a:rPr lang="zh-CN" sz="1600" b="0">
                <a:solidFill>
                  <a:srgbClr val="334E6F"/>
                </a:solidFill>
                <a:latin typeface="Microsoft YaHei"/>
                <a:ea typeface="Microsoft YaHei"/>
              </a:rPr>
              <a:t> = 该组传输 RB 数 / 总 RB 数</a:t>
            </a:r>
          </a:p>
        </p:txBody>
      </p:sp>
      <p:sp>
        <p:nvSpPr>
          <p:cNvPr id="109" name="Mask panel"/>
          <p:cNvSpPr/>
          <p:nvPr/>
        </p:nvSpPr>
        <p:spPr>
          <a:xfrm>
            <a:off x="6250000" y="3960000"/>
            <a:ext cx="5330000" cy="1370000"/>
          </a:xfrm>
          <a:prstGeom prst="roundRect">
            <a:avLst/>
          </a:prstGeom>
          <a:solidFill>
            <a:srgbClr val="FFF4E9"/>
          </a:solidFill>
          <a:ln w="14000">
            <a:solidFill>
              <a:srgbClr val="E77C20"/>
            </a:solidFill>
          </a:ln>
        </p:spPr>
        <p:txBody>
          <a:bodyPr anchor="ctr" lIns="100000" rIns="100000" tIns="35000" bIns="35000"/>
          <a:lstStyle/>
          <a:p>
            <a:pPr algn="l"/>
          </a:p>
        </p:txBody>
      </p:sp>
      <p:sp>
        <p:nvSpPr>
          <p:cNvPr id="110" name="Mask heading"/>
          <p:cNvSpPr/>
          <p:nvPr/>
        </p:nvSpPr>
        <p:spPr>
          <a:xfrm>
            <a:off x="6460000" y="4060000"/>
            <a:ext cx="4900000" cy="320000"/>
          </a:xfrm>
          <a:prstGeom prst="roundRect">
            <a:avLst/>
          </a:prstGeom>
          <a:noFill/>
          <a:ln w="0"/>
        </p:spPr>
        <p:txBody>
          <a:bodyPr anchor="ctr" lIns="100000" rIns="100000" tIns="35000" bIns="35000"/>
          <a:lstStyle/>
          <a:p>
            <a:pPr algn="l"/>
            <a:r>
              <a:rPr lang="zh-CN" sz="2000" b="1">
                <a:solidFill>
                  <a:srgbClr val="17365D"/>
                </a:solidFill>
                <a:latin typeface="Microsoft YaHei"/>
                <a:ea typeface="Microsoft YaHei"/>
              </a:rPr>
              <a:t>② 调度与服务关联约束</a:t>
            </a:r>
          </a:p>
        </p:txBody>
      </p:sp>
      <p:sp>
        <p:nvSpPr>
          <p:cNvPr id="111" name="Mask formula"/>
          <p:cNvSpPr/>
          <p:nvPr/>
        </p:nvSpPr>
        <p:spPr>
          <a:xfrm>
            <a:off x="6440000" y="4510000"/>
            <a:ext cx="4930000" cy="440000"/>
          </a:xfrm>
          <a:prstGeom prst="roundRect">
            <a:avLst/>
          </a:prstGeom>
          <a:noFill/>
          <a:ln w="0"/>
        </p:spPr>
        <p:txBody>
          <a:bodyPr anchor="ctr" lIns="100000" rIns="100000" tIns="35000" bIns="35000"/>
          <a:lstStyle/>
          <a:p>
            <a:pPr algn="ctr"/>
            <a:r>
              <a:rPr lang="zh-CN" sz="2030" b="1">
                <a:solidFill>
                  <a:srgbClr val="9B4A0D"/>
                </a:solidFill>
                <a:latin typeface="Microsoft YaHei"/>
                <a:ea typeface="Microsoft YaHei"/>
              </a:rPr>
              <a:t>b</a:t>
            </a:r>
            <a:r>
              <a:rPr lang="zh-CN" sz="1462" b="1" baseline="-25000">
                <a:solidFill>
                  <a:srgbClr val="9B4A0D"/>
                </a:solidFill>
                <a:latin typeface="Microsoft YaHei"/>
                <a:ea typeface="Microsoft YaHei"/>
              </a:rPr>
              <a:t>kg</a:t>
            </a:r>
            <a:r>
              <a:rPr lang="zh-CN" sz="2030" b="1">
                <a:solidFill>
                  <a:srgbClr val="9B4A0D"/>
                </a:solidFill>
                <a:latin typeface="Microsoft YaHei"/>
                <a:ea typeface="Microsoft YaHei"/>
              </a:rPr>
              <a:t>=0 或 χ</a:t>
            </a:r>
            <a:r>
              <a:rPr lang="zh-CN" sz="1462" b="1" baseline="-25000">
                <a:solidFill>
                  <a:srgbClr val="9B4A0D"/>
                </a:solidFill>
                <a:latin typeface="Microsoft YaHei"/>
                <a:ea typeface="Microsoft YaHei"/>
              </a:rPr>
              <a:t>lkg</a:t>
            </a:r>
            <a:r>
              <a:rPr lang="zh-CN" sz="2030" b="1">
                <a:solidFill>
                  <a:srgbClr val="9B4A0D"/>
                </a:solidFill>
                <a:latin typeface="Microsoft YaHei"/>
                <a:ea typeface="Microsoft YaHei"/>
              </a:rPr>
              <a:t>=0 ⇒ w</a:t>
            </a:r>
            <a:r>
              <a:rPr lang="zh-CN" sz="1462" b="1" baseline="-25000">
                <a:solidFill>
                  <a:srgbClr val="9B4A0D"/>
                </a:solidFill>
                <a:latin typeface="Microsoft YaHei"/>
                <a:ea typeface="Microsoft YaHei"/>
              </a:rPr>
              <a:t>lkg</a:t>
            </a:r>
            <a:r>
              <a:rPr lang="zh-CN" sz="2030" b="1">
                <a:solidFill>
                  <a:srgbClr val="9B4A0D"/>
                </a:solidFill>
                <a:latin typeface="Microsoft YaHei"/>
                <a:ea typeface="Microsoft YaHei"/>
              </a:rPr>
              <a:t>=0</a:t>
            </a:r>
          </a:p>
        </p:txBody>
      </p:sp>
      <p:sp>
        <p:nvSpPr>
          <p:cNvPr id="112" name="Mask meaning"/>
          <p:cNvSpPr/>
          <p:nvPr/>
        </p:nvSpPr>
        <p:spPr>
          <a:xfrm>
            <a:off x="6490000" y="4950000"/>
            <a:ext cx="4800000" cy="270000"/>
          </a:xfrm>
          <a:prstGeom prst="roundRect">
            <a:avLst/>
          </a:prstGeom>
          <a:noFill/>
          <a:ln w="0"/>
        </p:spPr>
        <p:txBody>
          <a:bodyPr anchor="ctr" lIns="100000" rIns="100000" tIns="35000" bIns="35000"/>
          <a:lstStyle/>
          <a:p>
            <a:pPr algn="ctr"/>
            <a:r>
              <a:rPr lang="zh-CN" sz="1550" b="0">
                <a:solidFill>
                  <a:srgbClr val="78461F"/>
                </a:solidFill>
                <a:latin typeface="Microsoft YaHei"/>
                <a:ea typeface="Microsoft YaHei"/>
              </a:rPr>
              <a:t>只为已调度且由该 TRP 服务的 UE 置权重</a:t>
            </a:r>
          </a:p>
        </p:txBody>
      </p:sp>
      <p:sp>
        <p:nvSpPr>
          <p:cNvPr id="113" name="Objective footer"/>
          <p:cNvSpPr/>
          <p:nvPr/>
        </p:nvSpPr>
        <p:spPr>
          <a:xfrm>
            <a:off x="710000" y="5620000"/>
            <a:ext cx="10800000" cy="780000"/>
          </a:xfrm>
          <a:prstGeom prst="roundRect">
            <a:avLst/>
          </a:prstGeom>
          <a:solidFill>
            <a:srgbClr val="DCEAF7"/>
          </a:solidFill>
          <a:ln w="14000">
            <a:solidFill>
              <a:srgbClr val="145394"/>
            </a:solidFill>
          </a:ln>
        </p:spPr>
        <p:txBody>
          <a:bodyPr anchor="ctr" lIns="100000" rIns="100000" tIns="35000" bIns="35000"/>
          <a:lstStyle/>
          <a:p>
            <a:pPr algn="ctr"/>
            <a:r>
              <a:rPr lang="zh-CN" sz="1740" b="1">
                <a:solidFill>
                  <a:srgbClr val="102D50"/>
                </a:solidFill>
                <a:latin typeface="Microsoft YaHei"/>
                <a:ea typeface="Microsoft YaHei"/>
              </a:rPr>
              <a:t>优化时最大化估计的总频谱效率；最终边缘体验用真实信道与业务样本另行评价。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ADMM 功率约束与停止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1444751"/>
            <a:ext cx="10698480" cy="43891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20" b="1">
                <a:solidFill>
                  <a:srgbClr val="092B56"/>
                </a:solidFill>
                <a:latin typeface="Microsoft YaHei"/>
              </a:rPr>
              <a:t>内轮将二次预编码问题拆为原变量 x 与功率可行副本 z，y 记录一致性误差。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6656" y="2167128"/>
            <a:ext cx="3419856" cy="12344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676656" y="2167128"/>
            <a:ext cx="3419856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189988"/>
            <a:ext cx="3273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680" b="1">
                <a:solidFill>
                  <a:srgbClr val="FFFFFF"/>
                </a:solidFill>
                <a:latin typeface="Microsoft YaHei"/>
              </a:rPr>
              <a:t>① CG 更新 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5528" y="2633472"/>
            <a:ext cx="3182112" cy="7315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icrosoft YaHei"/>
              </a:rPr>
              <a:t>按 νg Qg 与 ρ/2 构成线性系统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70832" y="2167128"/>
            <a:ext cx="3419856" cy="12344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ounded Rectangle 8"/>
          <p:cNvSpPr/>
          <p:nvPr/>
        </p:nvSpPr>
        <p:spPr>
          <a:xfrm>
            <a:off x="4370832" y="2167128"/>
            <a:ext cx="3419856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443984" y="2189988"/>
            <a:ext cx="3273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680" b="1">
                <a:solidFill>
                  <a:srgbClr val="FFFFFF"/>
                </a:solidFill>
                <a:latin typeface="Microsoft YaHei"/>
              </a:rPr>
              <a:t>② 联合投影 z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9704" y="2633472"/>
            <a:ext cx="3182112" cy="7315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icrosoft YaHei"/>
              </a:rPr>
              <a:t>Σg νg Σj ‖wₗjg‖² ≤ Pₗ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8" y="2167128"/>
            <a:ext cx="3419856" cy="123444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ounded Rectangle 12"/>
          <p:cNvSpPr/>
          <p:nvPr/>
        </p:nvSpPr>
        <p:spPr>
          <a:xfrm>
            <a:off x="8065008" y="2167128"/>
            <a:ext cx="3419856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38160" y="2189988"/>
            <a:ext cx="3273552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680" b="1">
                <a:solidFill>
                  <a:srgbClr val="FFFFFF"/>
                </a:solidFill>
                <a:latin typeface="Microsoft YaHei"/>
              </a:rPr>
              <a:t>③ 对偶与残差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80" y="2633472"/>
            <a:ext cx="3182112" cy="73152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00" b="0">
                <a:solidFill>
                  <a:srgbClr val="000000"/>
                </a:solidFill>
                <a:latin typeface="Microsoft YaHei"/>
              </a:rPr>
              <a:t>y←y+x−z；检查残差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23944" y="2779776"/>
            <a:ext cx="201168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7818120" y="2779776"/>
            <a:ext cx="201168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04088" y="3849624"/>
            <a:ext cx="10753344" cy="1069848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05256" y="3931920"/>
            <a:ext cx="10332720" cy="88696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20" b="1">
                <a:solidFill>
                  <a:srgbClr val="000000"/>
                </a:solidFill>
                <a:latin typeface="Microsoft YaHei"/>
              </a:rPr>
              <a:t>为什么跨组投影？一个 TRP 在所有资源组共用同一预算 Pₗ；逐组独立限制会改变原问题。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04088" y="5276088"/>
            <a:ext cx="10753344" cy="585216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05256" y="5321808"/>
            <a:ext cx="10332720" cy="46634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00" b="1">
                <a:solidFill>
                  <a:srgbClr val="000000"/>
                </a:solidFill>
                <a:latin typeface="Microsoft YaHei"/>
              </a:rPr>
              <a:t>功率可行 ≠ 数值对拍通过 ≠ ADMM 收敛 ≠ WMMSE 外层停止。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现有统计误差机制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67512" y="1783080"/>
            <a:ext cx="2450592" cy="140817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67512" y="1783080"/>
            <a:ext cx="2450592" cy="402336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40664" y="1805940"/>
            <a:ext cx="23042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80" b="1">
                <a:solidFill>
                  <a:srgbClr val="FFFFFF"/>
                </a:solidFill>
                <a:latin typeface="Microsoft YaHei"/>
              </a:rPr>
              <a:t>测量质量与年龄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249424"/>
            <a:ext cx="2212848" cy="90525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50" b="0">
                <a:solidFill>
                  <a:srgbClr val="000000"/>
                </a:solidFill>
                <a:latin typeface="Microsoft YaHei"/>
              </a:rPr>
              <a:t>SINR、CSI 年龄、SRS 行选择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47288" y="1783080"/>
            <a:ext cx="2450592" cy="140817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3447288" y="1783080"/>
            <a:ext cx="2450592" cy="402336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20440" y="1805940"/>
            <a:ext cx="23042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80" b="1">
                <a:solidFill>
                  <a:srgbClr val="FFFFFF"/>
                </a:solidFill>
                <a:latin typeface="Microsoft YaHei"/>
              </a:rPr>
              <a:t>条件协方差 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249424"/>
            <a:ext cx="2212848" cy="90525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50" b="0">
                <a:solidFill>
                  <a:srgbClr val="000000"/>
                </a:solidFill>
                <a:latin typeface="Microsoft YaHei"/>
              </a:rPr>
              <a:t>每链路、资源组的 4×4 统计误差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7064" y="1783080"/>
            <a:ext cx="2450592" cy="140817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227064" y="1783080"/>
            <a:ext cx="2450592" cy="402336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300216" y="1805940"/>
            <a:ext cx="23042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80" b="1">
                <a:solidFill>
                  <a:srgbClr val="FFFFFF"/>
                </a:solidFill>
                <a:latin typeface="Microsoft YaHei"/>
              </a:rPr>
              <a:t>接收统计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45936" y="2249424"/>
            <a:ext cx="2212848" cy="90525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50" b="0">
                <a:solidFill>
                  <a:srgbClr val="000000"/>
                </a:solidFill>
                <a:latin typeface="Microsoft YaHei"/>
              </a:rPr>
              <a:t>Rʸʸ 增加 Σₗ pₗg Cₖₗg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40" y="1783080"/>
            <a:ext cx="2450592" cy="140817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B1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ounded Rectangle 15"/>
          <p:cNvSpPr/>
          <p:nvPr/>
        </p:nvSpPr>
        <p:spPr>
          <a:xfrm>
            <a:off x="9006840" y="1783080"/>
            <a:ext cx="2450592" cy="402336"/>
          </a:xfrm>
          <a:prstGeom prst="roundRect">
            <a:avLst/>
          </a:prstGeom>
          <a:solidFill>
            <a:srgbClr val="B12A30"/>
          </a:solidFill>
          <a:ln w="10160">
            <a:solidFill>
              <a:srgbClr val="B1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079992" y="1805940"/>
            <a:ext cx="2304288" cy="34747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80" b="1">
                <a:solidFill>
                  <a:srgbClr val="FFFFFF"/>
                </a:solidFill>
                <a:latin typeface="Microsoft YaHei"/>
              </a:rPr>
              <a:t>预编码与评价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25712" y="2249424"/>
            <a:ext cx="2212848" cy="90525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t>二次算子 𝒬(C) → w → 真信道体验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145536" y="2478024"/>
            <a:ext cx="265176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925312" y="2478024"/>
            <a:ext cx="265176" cy="0"/>
          </a:xfrm>
          <a:prstGeom prst="line">
            <a:avLst/>
          </a:prstGeom>
          <a:ln w="30480">
            <a:solidFill>
              <a:srgbClr val="1C766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705088" y="2478024"/>
            <a:ext cx="265176" cy="0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94944" y="3630168"/>
            <a:ext cx="5129784" cy="1197864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886968" y="3721608"/>
            <a:ext cx="4727448" cy="9875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20" b="0">
                <a:solidFill>
                  <a:srgbClr val="000000"/>
                </a:solidFill>
                <a:latin typeface="Microsoft YaHei"/>
              </a:rPr>
              <a:t>当前统计模型：先验、CSI-RS 与 SRS 观测的精度相加；未测 SRS 的组只用其余观测。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0216" y="3630168"/>
            <a:ext cx="5157216" cy="1197864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10528" y="3721608"/>
            <a:ext cx="4718304" cy="9875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t>拟研究：用条件协方差 C 校准链路尺度与方向性椭球，再构造最坏情形内层。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77240" y="5321808"/>
            <a:ext cx="10515600" cy="47548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t>拟按名义、统一和非均匀误差做同条件对照，分析边缘体验、空口功率与求解残差。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sz="2500" b="1">
                <a:solidFill>
                  <a:srgbClr val="092B56"/>
                </a:solidFill>
                <a:latin typeface="Microsoft YaHei"/>
              </a:rPr>
              <a:t>核心变量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53312"/>
            <a:ext cx="1645920" cy="448056"/>
          </a:xfrm>
          <a:prstGeom prst="rect">
            <a:avLst/>
          </a:prstGeom>
          <a:solidFill>
            <a:srgbClr val="092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04088" y="1362456"/>
            <a:ext cx="1554480" cy="429768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30" b="1">
                <a:solidFill>
                  <a:srgbClr val="FFFFFF"/>
                </a:solidFill>
                <a:latin typeface="Microsoft YaHei"/>
              </a:rPr>
              <a:t>类别</a:t>
            </a:r>
          </a:p>
        </p:txBody>
      </p:sp>
      <p:sp>
        <p:nvSpPr>
          <p:cNvPr id="5" name="Rectangle 4"/>
          <p:cNvSpPr/>
          <p:nvPr/>
        </p:nvSpPr>
        <p:spPr>
          <a:xfrm>
            <a:off x="2304288" y="1353312"/>
            <a:ext cx="4718304" cy="448056"/>
          </a:xfrm>
          <a:prstGeom prst="rect">
            <a:avLst/>
          </a:prstGeom>
          <a:solidFill>
            <a:srgbClr val="092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350008" y="1362456"/>
            <a:ext cx="4626864" cy="429768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30" b="1">
                <a:solidFill>
                  <a:srgbClr val="FFFFFF"/>
                </a:solidFill>
                <a:latin typeface="Microsoft YaHei"/>
              </a:rPr>
              <a:t>标准符号</a:t>
            </a:r>
          </a:p>
        </p:txBody>
      </p:sp>
      <p:sp>
        <p:nvSpPr>
          <p:cNvPr id="7" name="Rectangle 6"/>
          <p:cNvSpPr/>
          <p:nvPr/>
        </p:nvSpPr>
        <p:spPr>
          <a:xfrm>
            <a:off x="7022592" y="1353312"/>
            <a:ext cx="2980944" cy="448056"/>
          </a:xfrm>
          <a:prstGeom prst="rect">
            <a:avLst/>
          </a:prstGeom>
          <a:solidFill>
            <a:srgbClr val="092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068312" y="1362456"/>
            <a:ext cx="2889503" cy="429768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30" b="1">
                <a:solidFill>
                  <a:srgbClr val="FFFFFF"/>
                </a:solidFill>
                <a:latin typeface="Microsoft YaHei"/>
              </a:rPr>
              <a:t>中文含义</a:t>
            </a:r>
          </a:p>
        </p:txBody>
      </p:sp>
      <p:sp>
        <p:nvSpPr>
          <p:cNvPr id="9" name="Rectangle 8"/>
          <p:cNvSpPr/>
          <p:nvPr/>
        </p:nvSpPr>
        <p:spPr>
          <a:xfrm>
            <a:off x="10003536" y="1353312"/>
            <a:ext cx="1490472" cy="448056"/>
          </a:xfrm>
          <a:prstGeom prst="rect">
            <a:avLst/>
          </a:prstGeom>
          <a:solidFill>
            <a:srgbClr val="092B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49256" y="1362456"/>
            <a:ext cx="1399032" cy="429768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630" b="1">
                <a:solidFill>
                  <a:srgbClr val="FFFFFF"/>
                </a:solidFill>
                <a:latin typeface="Microsoft YaHei"/>
              </a:rPr>
              <a:t>维度 / 单位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865376"/>
            <a:ext cx="10835640" cy="630936"/>
          </a:xfrm>
          <a:prstGeom prst="rect">
            <a:avLst/>
          </a:prstGeom>
          <a:solidFill>
            <a:srgbClr val="E0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22376" y="19019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索引与规模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68296" y="19019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l, k, j, g; Nₜ, Nᵣ, 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6600" y="19019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TRP、UE、资源组；端口、接收天线、流数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67544" y="19019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索引；64、4、≤2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58368" y="2523744"/>
            <a:ext cx="10835640" cy="0"/>
          </a:xfrm>
          <a:prstGeom prst="line">
            <a:avLst/>
          </a:prstGeom>
          <a:ln w="88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ctangle 16"/>
          <p:cNvSpPr/>
          <p:nvPr/>
        </p:nvSpPr>
        <p:spPr>
          <a:xfrm>
            <a:off x="658368" y="2551176"/>
            <a:ext cx="10835640" cy="630936"/>
          </a:xfrm>
          <a:prstGeom prst="rect">
            <a:avLst/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22376" y="25877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信道与测量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68296" y="25877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Hᵗʳᵘᵉ, Ĥ, 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86600" y="25877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真信道、估计信道、条件误差协方差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67544" y="25877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4×64；4×64；4×4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58368" y="3209544"/>
            <a:ext cx="10835640" cy="0"/>
          </a:xfrm>
          <a:prstGeom prst="line">
            <a:avLst/>
          </a:prstGeom>
          <a:ln w="88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ctangle 22"/>
          <p:cNvSpPr/>
          <p:nvPr/>
        </p:nvSpPr>
        <p:spPr>
          <a:xfrm>
            <a:off x="658368" y="3236976"/>
            <a:ext cx="10835640" cy="630936"/>
          </a:xfrm>
          <a:prstGeom prst="rect">
            <a:avLst/>
          </a:prstGeom>
          <a:solidFill>
            <a:srgbClr val="E0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22376" y="32735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资源变量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68296" y="32735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b, χ, ν; w, p, Pₗ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86600" y="32735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调度、服务、RB 权重；预编码、功率、预算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67544" y="32735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0/1；64×r；W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58368" y="3895344"/>
            <a:ext cx="10835640" cy="0"/>
          </a:xfrm>
          <a:prstGeom prst="line">
            <a:avLst/>
          </a:prstGeom>
          <a:ln w="88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658368" y="3922776"/>
            <a:ext cx="10835640" cy="630936"/>
          </a:xfrm>
          <a:prstGeom prst="rect">
            <a:avLst/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22376" y="39593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WMMSE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368296" y="39593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F, Rʸʸ, A, E, Ω, 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39593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有效信道、接收协方差、接收器、MSE、权重、效用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67544" y="39593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4×r；4×4；r×r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658368" y="4581144"/>
            <a:ext cx="10835640" cy="0"/>
          </a:xfrm>
          <a:prstGeom prst="line">
            <a:avLst/>
          </a:prstGeom>
          <a:ln w="88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658368" y="4608576"/>
            <a:ext cx="10835640" cy="630936"/>
          </a:xfrm>
          <a:prstGeom prst="rect">
            <a:avLst/>
          </a:prstGeom>
          <a:solidFill>
            <a:srgbClr val="E0E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22376" y="46451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ADMM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68296" y="46451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x, z, y, ρ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86600" y="46451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原变量、可行副本、缩放对偶、罚参数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067544" y="46451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同 w；标量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658368" y="5266944"/>
            <a:ext cx="10835640" cy="0"/>
          </a:xfrm>
          <a:prstGeom prst="line">
            <a:avLst/>
          </a:prstGeom>
          <a:ln w="889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58368" y="5294376"/>
            <a:ext cx="10835640" cy="630936"/>
          </a:xfrm>
          <a:prstGeom prst="rect">
            <a:avLst/>
          </a:prstGeom>
          <a:solidFill>
            <a:srgbClr val="F4F9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22376" y="5330952"/>
            <a:ext cx="1517904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1">
                <a:solidFill>
                  <a:srgbClr val="000000"/>
                </a:solidFill>
                <a:latin typeface="Microsoft YaHei"/>
              </a:rPr>
              <a:t>评价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368296" y="5330952"/>
            <a:ext cx="4590288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Rˢᴱ, Rᵉˣᵖ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86600" y="5330952"/>
            <a:ext cx="2852927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490" b="0">
                <a:solidFill>
                  <a:srgbClr val="000000"/>
                </a:solidFill>
                <a:latin typeface="Microsoft YaHei"/>
              </a:rPr>
              <a:t>频谱效率、按协议统计的体验率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067544" y="5330952"/>
            <a:ext cx="1362456" cy="539496"/>
          </a:xfrm>
          <a:prstGeom prst="rect">
            <a:avLst/>
          </a:prstGeom>
          <a:noFill/>
        </p:spPr>
        <p:txBody>
          <a:bodyPr wrap="square" lIns="36576" tIns="13716" rIns="36576" bIns="13716" anchor="ctr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520" b="0">
                <a:solidFill>
                  <a:srgbClr val="000000"/>
                </a:solidFill>
                <a:latin typeface="Microsoft YaHei"/>
              </a:rPr>
              <a:t>bit/s/Hz；协议口径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17309" y="438271"/>
            <a:ext cx="8520281" cy="438582"/>
          </a:xfrm>
        </p:spPr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新版方案：测量可靠性驱动协同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21792" y="1298448"/>
            <a:ext cx="10927080" cy="3931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810" b="1">
                <a:solidFill>
                  <a:srgbClr val="092B56"/>
                </a:solidFill>
                <a:latin typeface="Microsoft YaHei"/>
              </a:rPr>
              <a:t>SRS 测量误差 → CSI 偏差 → 协同波束与干扰预测失准 → 边缘体验风险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874520"/>
            <a:ext cx="5230368" cy="122529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777240" y="1979741"/>
            <a:ext cx="4828032" cy="30162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80" b="1" dirty="0" err="1">
                <a:solidFill>
                  <a:srgbClr val="092B56"/>
                </a:solidFill>
                <a:latin typeface="Microsoft YaHei"/>
              </a:rPr>
              <a:t>第一层：不同</a:t>
            </a:r>
            <a:r>
              <a:rPr sz="1780" b="1" dirty="0">
                <a:solidFill>
                  <a:srgbClr val="092B56"/>
                </a:solidFill>
                <a:latin typeface="Microsoft YaHei"/>
              </a:rPr>
              <a:t> UE–TRP </a:t>
            </a:r>
            <a:r>
              <a:rPr sz="1780" b="1" dirty="0" err="1">
                <a:solidFill>
                  <a:srgbClr val="092B56"/>
                </a:solidFill>
                <a:latin typeface="Microsoft YaHei"/>
              </a:rPr>
              <a:t>链路的</a:t>
            </a:r>
            <a:r>
              <a:rPr lang="zh-CN" altLang="en-US" sz="1780" b="1" dirty="0">
                <a:solidFill>
                  <a:srgbClr val="092B56"/>
                </a:solidFill>
                <a:latin typeface="Microsoft YaHei"/>
              </a:rPr>
              <a:t>误差大小不同</a:t>
            </a:r>
            <a:endParaRPr sz="1780"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77240" y="2546803"/>
            <a:ext cx="4773168" cy="27392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r>
              <a:rPr lang="zh-CN" altLang="zh-CN" sz="1600" dirty="0"/>
              <a:t>测量质量、观测年龄等不同，剩余不确定性不同。</a:t>
            </a:r>
            <a:endParaRPr sz="154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6300216" y="1874520"/>
            <a:ext cx="5239512" cy="1225296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73952" y="1979741"/>
            <a:ext cx="4828032" cy="301621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80" b="1" dirty="0" err="1">
                <a:solidFill>
                  <a:srgbClr val="092B56"/>
                </a:solidFill>
                <a:latin typeface="Microsoft YaHei"/>
              </a:rPr>
              <a:t>第二层</a:t>
            </a:r>
            <a:r>
              <a:rPr sz="1780" b="1" dirty="0">
                <a:solidFill>
                  <a:srgbClr val="092B56"/>
                </a:solidFill>
                <a:latin typeface="Microsoft YaHei"/>
              </a:rPr>
              <a:t>：</a:t>
            </a:r>
            <a:r>
              <a:rPr lang="zh-CN" altLang="en-US" sz="1780" b="1" dirty="0">
                <a:solidFill>
                  <a:srgbClr val="092B56"/>
                </a:solidFill>
                <a:latin typeface="Microsoft YaHei"/>
              </a:rPr>
              <a:t>同一条链路内部，不同方向的误差不同</a:t>
            </a:r>
            <a:endParaRPr sz="1780" b="1" dirty="0">
              <a:solidFill>
                <a:srgbClr val="092B56"/>
              </a:solidFill>
              <a:latin typeface="Microsoft YaHei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473952" y="2377440"/>
            <a:ext cx="4818888" cy="6217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40" b="0" dirty="0">
                <a:solidFill>
                  <a:srgbClr val="000000"/>
                </a:solidFill>
                <a:latin typeface="Microsoft YaHei"/>
              </a:rPr>
              <a:t>Q </a:t>
            </a:r>
            <a:r>
              <a:rPr sz="1540" b="0" dirty="0" err="1">
                <a:solidFill>
                  <a:srgbClr val="000000"/>
                </a:solidFill>
                <a:latin typeface="Microsoft YaHei"/>
              </a:rPr>
              <a:t>的特征值描述各方向误差；对角形式只在选定坐标基中成立</a:t>
            </a:r>
            <a:r>
              <a:rPr sz="1540" b="0" dirty="0">
                <a:solidFill>
                  <a:srgbClr val="000000"/>
                </a:solidFill>
                <a:latin typeface="Microsoft YaHei"/>
              </a:rPr>
              <a:t>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843016" y="2496312"/>
            <a:ext cx="420624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603504" y="3374136"/>
            <a:ext cx="10927080" cy="1444752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13816" y="3467225"/>
            <a:ext cx="3886200" cy="28931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00" b="1" dirty="0" err="1">
                <a:solidFill>
                  <a:srgbClr val="092B56"/>
                </a:solidFill>
                <a:latin typeface="Microsoft YaHei"/>
              </a:rPr>
              <a:t>单接收向量椭球</a:t>
            </a:r>
            <a:endParaRPr sz="1700" b="1" dirty="0">
              <a:solidFill>
                <a:srgbClr val="092B56"/>
              </a:solidFill>
              <a:latin typeface="Microsoft YaHei"/>
            </a:endParaRPr>
          </a:p>
        </p:txBody>
      </p:sp>
      <p:pic>
        <p:nvPicPr>
          <p:cNvPr id="13" name="Picture 12" descr="original_ellipso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3725" y="3758184"/>
            <a:ext cx="2633988" cy="4846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22960" y="4352544"/>
            <a:ext cx="10314432" cy="35661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50" b="0" dirty="0" err="1">
                <a:solidFill>
                  <a:srgbClr val="000000"/>
                </a:solidFill>
                <a:latin typeface="Microsoft YaHei"/>
              </a:rPr>
              <a:t>Δh∈ℂ</a:t>
            </a:r>
            <a:r>
              <a:rPr sz="1550" b="0" dirty="0">
                <a:solidFill>
                  <a:srgbClr val="000000"/>
                </a:solidFill>
                <a:latin typeface="Microsoft YaHei"/>
              </a:rPr>
              <a:t>⁶⁴；Q∈ℂ⁶⁴×⁶⁴。若 Q </a:t>
            </a:r>
            <a:r>
              <a:rPr sz="1550" b="0" dirty="0" err="1">
                <a:solidFill>
                  <a:srgbClr val="000000"/>
                </a:solidFill>
                <a:latin typeface="Microsoft YaHei"/>
              </a:rPr>
              <a:t>是统计协方差，置信边界还需要尺度</a:t>
            </a:r>
            <a:r>
              <a:rPr sz="1550" b="0" dirty="0">
                <a:solidFill>
                  <a:srgbClr val="000000"/>
                </a:solidFill>
                <a:latin typeface="Microsoft YaHei"/>
              </a:rPr>
              <a:t> </a:t>
            </a:r>
            <a:r>
              <a:rPr sz="1550" b="0" dirty="0" err="1">
                <a:solidFill>
                  <a:srgbClr val="000000"/>
                </a:solidFill>
                <a:latin typeface="Microsoft YaHei"/>
              </a:rPr>
              <a:t>τ；原文固定为</a:t>
            </a:r>
            <a:r>
              <a:rPr sz="1550" b="0" dirty="0">
                <a:solidFill>
                  <a:srgbClr val="000000"/>
                </a:solidFill>
                <a:latin typeface="Microsoft YaHei"/>
              </a:rPr>
              <a:t> 1。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2648" y="4965192"/>
            <a:ext cx="10890504" cy="731520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13816" y="5029200"/>
            <a:ext cx="10479024" cy="59436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610" b="1">
                <a:solidFill>
                  <a:srgbClr val="000000"/>
                </a:solidFill>
                <a:latin typeface="Microsoft YaHei"/>
              </a:rPr>
              <a:t>基于现有 H∈ℂ⁴×⁶⁴、Cᵣₓ∈ℂ⁴×⁴，研究矩阵信道误差的结构化表征与非均匀椭球。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新版方案的优化变量与约束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1280160"/>
            <a:ext cx="10899648" cy="38404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800" b="1">
                <a:solidFill>
                  <a:srgbClr val="092B56"/>
                </a:solidFill>
                <a:latin typeface="Microsoft YaHei"/>
              </a:rPr>
              <a:t>完整波束 w 同时决定发射方向与幅度；功率 p 由波束范数导出。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773936"/>
            <a:ext cx="11000232" cy="749808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proposal_objecti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3868" y="1837943"/>
            <a:ext cx="4001719" cy="52120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" y="2578608"/>
            <a:ext cx="10716768" cy="3017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20" b="0">
                <a:solidFill>
                  <a:srgbClr val="000000"/>
                </a:solidFill>
                <a:latin typeface="Microsoft YaHei"/>
              </a:rPr>
              <a:t>公平效用 − 链路组稀疏 − TRP 激活代价；分开两种惩罚系数是解释修正。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" y="3054096"/>
            <a:ext cx="3401568" cy="152704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86384" y="3154680"/>
            <a:ext cx="3044952" cy="36576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800" b="1">
                <a:solidFill>
                  <a:srgbClr val="092B56"/>
                </a:solidFill>
                <a:latin typeface="Microsoft YaHei"/>
              </a:rPr>
              <a:t>波束与功率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611880"/>
            <a:ext cx="3026664" cy="82296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70" b="0">
                <a:solidFill>
                  <a:srgbClr val="000000"/>
                </a:solidFill>
                <a:latin typeface="Microsoft YaHei"/>
              </a:rPr>
              <a:t>wₗₖg∈ℂ⁶⁴×ʳ；pₗ 是所有资源组的加权发射功率。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79392" y="3054096"/>
            <a:ext cx="3410712" cy="152704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43983" y="3154680"/>
            <a:ext cx="3072384" cy="36576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800" b="1">
                <a:solidFill>
                  <a:srgbClr val="092B56"/>
                </a:solidFill>
                <a:latin typeface="Microsoft YaHei"/>
              </a:rPr>
              <a:t>链路组 vs 整 TRP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3" y="3611880"/>
            <a:ext cx="3044952" cy="85953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50" b="0">
                <a:solidFill>
                  <a:srgbClr val="000000"/>
                </a:solidFill>
                <a:latin typeface="Microsoft YaHei"/>
              </a:rPr>
              <a:t>‖wₗₖ,:‖ 归零只删一条服务链；sₗ=0 才约束整台 TRP 不发射。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73568" y="3054096"/>
            <a:ext cx="3520440" cy="1527048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138160" y="3154680"/>
            <a:ext cx="3145536" cy="365760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800" b="1">
                <a:solidFill>
                  <a:srgbClr val="092B56"/>
                </a:solidFill>
                <a:latin typeface="Microsoft YaHei"/>
              </a:rPr>
              <a:t>限制与后处理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3611880"/>
            <a:ext cx="3127248" cy="85953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50" b="0">
                <a:solidFill>
                  <a:srgbClr val="000000"/>
                </a:solidFill>
                <a:latin typeface="Microsoft YaHei"/>
              </a:rPr>
              <a:t>边缘最低速率、关联可行性；sₗ 松弛判阈后须重优化并复查。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" y="4828032"/>
            <a:ext cx="10835640" cy="713232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shared_pow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5378" y="4974336"/>
            <a:ext cx="2522162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1520" y="5632704"/>
            <a:ext cx="10607040" cy="38404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00" b="1">
                <a:solidFill>
                  <a:srgbClr val="000000"/>
                </a:solidFill>
                <a:latin typeface="Microsoft YaHei"/>
              </a:rPr>
              <a:t>拟以边缘体验、&lt;10% 体验损失和 &gt;30% 空口功率目标为参照，开展同条件误差对照。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新版求解流程与实现边界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1316736"/>
            <a:ext cx="7626096" cy="1188720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786384" y="1399032"/>
            <a:ext cx="7260336" cy="31089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10" b="1">
                <a:solidFill>
                  <a:srgbClr val="092B56"/>
                </a:solidFill>
                <a:latin typeface="Microsoft YaHei"/>
              </a:rPr>
              <a:t>WMMSE 外轮：当前 w → A 接收器 → E、Ω 权重 → 固定量求 w</a:t>
            </a:r>
          </a:p>
        </p:txBody>
      </p:sp>
      <p:pic>
        <p:nvPicPr>
          <p:cNvPr id="5" name="Picture 4" descr="minmax_co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7771" y="1828800"/>
            <a:ext cx="2441448" cy="4114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86384" y="2249424"/>
            <a:ext cx="7232904" cy="21945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360" b="0">
                <a:solidFill>
                  <a:srgbClr val="000000"/>
                </a:solidFill>
                <a:latin typeface="Microsoft YaHei"/>
              </a:rPr>
              <a:t>拟以当前统计 C 为基础，研究误差集合校准与最坏情形内层，并与统计平均设计比较。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370832" y="2523744"/>
            <a:ext cx="0" cy="246888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94360" y="2788920"/>
            <a:ext cx="7626096" cy="1901952"/>
          </a:xfrm>
          <a:prstGeom prst="roundRect">
            <a:avLst/>
          </a:prstGeom>
          <a:solidFill>
            <a:srgbClr val="FFF7EB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86384" y="2889504"/>
            <a:ext cx="7296912" cy="31089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700" b="1">
                <a:solidFill>
                  <a:srgbClr val="092B56"/>
                </a:solidFill>
                <a:latin typeface="Microsoft YaHei"/>
              </a:rPr>
              <a:t>ADMM 内轮：固定 A、Ω；每轮更新 x → z → y → 双残差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" y="3419856"/>
            <a:ext cx="1627632" cy="8229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77824" y="3465576"/>
            <a:ext cx="1463040" cy="26517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092B56"/>
                </a:solidFill>
                <a:latin typeface="Microsoft YaHei"/>
              </a:rPr>
              <a:t>x：波束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785615"/>
            <a:ext cx="1463040" cy="3931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340" b="0">
                <a:solidFill>
                  <a:srgbClr val="000000"/>
                </a:solidFill>
                <a:latin typeface="Microsoft YaHei"/>
              </a:rPr>
              <a:t>研究链路组稀疏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633472" y="3419856"/>
            <a:ext cx="1627632" cy="8229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2715768" y="3465576"/>
            <a:ext cx="1463040" cy="26517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092B56"/>
                </a:solidFill>
                <a:latin typeface="Microsoft YaHei"/>
              </a:rPr>
              <a:t>拟议消息门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15768" y="3785615"/>
            <a:ext cx="1463040" cy="3931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340" b="0">
                <a:solidFill>
                  <a:srgbClr val="000000"/>
                </a:solidFill>
                <a:latin typeface="Microsoft YaHei"/>
              </a:rPr>
              <a:t>消息变化与缓存比较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71416" y="3419856"/>
            <a:ext cx="1627632" cy="8229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53712" y="3465576"/>
            <a:ext cx="1463040" cy="26517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092B56"/>
                </a:solidFill>
                <a:latin typeface="Microsoft YaHei"/>
              </a:rPr>
              <a:t>z：副本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3785615"/>
            <a:ext cx="1463040" cy="3931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340" b="0">
                <a:solidFill>
                  <a:srgbClr val="000000"/>
                </a:solidFill>
                <a:latin typeface="Microsoft YaHei"/>
              </a:rPr>
              <a:t>联合功率投影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59" y="3419856"/>
            <a:ext cx="1627632" cy="822960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91655" y="3465576"/>
            <a:ext cx="1463040" cy="265176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530" b="1">
                <a:solidFill>
                  <a:srgbClr val="092B56"/>
                </a:solidFill>
                <a:latin typeface="Microsoft YaHei"/>
              </a:rPr>
              <a:t>y：对偶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5" y="3785615"/>
            <a:ext cx="1463040" cy="39319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340" b="0">
                <a:solidFill>
                  <a:srgbClr val="000000"/>
                </a:solidFill>
                <a:latin typeface="Microsoft YaHei"/>
              </a:rPr>
              <a:t>按 x−z 更新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441448" y="3840480"/>
            <a:ext cx="164592" cy="0"/>
          </a:xfrm>
          <a:prstGeom prst="line">
            <a:avLst/>
          </a:prstGeom>
          <a:ln w="30480">
            <a:solidFill>
              <a:srgbClr val="DF7B2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279392" y="3840480"/>
            <a:ext cx="164591" cy="0"/>
          </a:xfrm>
          <a:prstGeom prst="line">
            <a:avLst/>
          </a:prstGeom>
          <a:ln w="30480">
            <a:solidFill>
              <a:srgbClr val="DF7B2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17336" y="3840480"/>
            <a:ext cx="164591" cy="0"/>
          </a:xfrm>
          <a:prstGeom prst="line">
            <a:avLst/>
          </a:prstGeom>
          <a:ln w="30480">
            <a:solidFill>
              <a:srgbClr val="DF7B27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86384" y="4297680"/>
            <a:ext cx="7324344" cy="292608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440" b="1">
                <a:solidFill>
                  <a:srgbClr val="000000"/>
                </a:solidFill>
                <a:latin typeface="Microsoft YaHei"/>
              </a:rPr>
              <a:t>原始残差 ‖x−z‖；对偶残差 ρ‖z⁺−z‖；触发变化 ‖m−缓存‖：三者不同。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22376" y="4754880"/>
            <a:ext cx="0" cy="301752"/>
          </a:xfrm>
          <a:prstGeom prst="line">
            <a:avLst/>
          </a:prstGeom>
          <a:ln w="30480">
            <a:solidFill>
              <a:srgbClr val="DF7B2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ounded Rectangle 26"/>
          <p:cNvSpPr/>
          <p:nvPr/>
        </p:nvSpPr>
        <p:spPr>
          <a:xfrm>
            <a:off x="594360" y="5074920"/>
            <a:ext cx="7626096" cy="694944"/>
          </a:xfrm>
          <a:prstGeom prst="roundRect">
            <a:avLst/>
          </a:prstGeom>
          <a:solidFill>
            <a:srgbClr val="E0ECF6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786384" y="5138928"/>
            <a:ext cx="7269480" cy="53035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40" b="1">
                <a:solidFill>
                  <a:srgbClr val="000000"/>
                </a:solidFill>
                <a:latin typeface="Microsoft YaHei"/>
              </a:rPr>
              <a:t>返回可行 z → 检查外层停止；s 阈值判决后重优化并复查速率与功率。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229600" y="5404104"/>
            <a:ext cx="128016" cy="0"/>
          </a:xfrm>
          <a:prstGeom prst="line">
            <a:avLst/>
          </a:prstGeom>
          <a:ln w="27940">
            <a:solidFill>
              <a:srgbClr val="124A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8357616" y="1911095"/>
            <a:ext cx="0" cy="3493009"/>
          </a:xfrm>
          <a:prstGeom prst="line">
            <a:avLst/>
          </a:prstGeom>
          <a:ln w="27940">
            <a:solidFill>
              <a:srgbClr val="124A8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8238744" y="1911095"/>
            <a:ext cx="118872" cy="0"/>
          </a:xfrm>
          <a:prstGeom prst="line">
            <a:avLst/>
          </a:prstGeom>
          <a:ln w="30480">
            <a:solidFill>
              <a:srgbClr val="124A8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540496" y="1325880"/>
            <a:ext cx="2990088" cy="4443984"/>
          </a:xfrm>
          <a:prstGeom prst="roundRect">
            <a:avLst/>
          </a:prstGeom>
          <a:solidFill>
            <a:srgbClr val="F4F9FD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8695944" y="1408176"/>
            <a:ext cx="2679192" cy="3291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739" b="1">
                <a:solidFill>
                  <a:srgbClr val="092B56"/>
                </a:solidFill>
                <a:latin typeface="Microsoft YaHei"/>
              </a:rPr>
              <a:t>当前实现状态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705088" y="1874519"/>
            <a:ext cx="2651760" cy="274320"/>
          </a:xfrm>
          <a:prstGeom prst="roundRect">
            <a:avLst/>
          </a:prstGeom>
          <a:solidFill>
            <a:srgbClr val="1C7663"/>
          </a:solidFill>
          <a:ln w="10160">
            <a:solidFill>
              <a:srgbClr val="1C76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787384" y="1865376"/>
            <a:ext cx="2478024" cy="25603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10" b="1">
                <a:solidFill>
                  <a:srgbClr val="FFFFFF"/>
                </a:solidFill>
                <a:latin typeface="Microsoft YaHei"/>
              </a:rPr>
              <a:t>已实现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741664" y="2167128"/>
            <a:ext cx="2587752" cy="5577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90" b="0">
                <a:solidFill>
                  <a:srgbClr val="000000"/>
                </a:solidFill>
                <a:latin typeface="Microsoft YaHei"/>
              </a:rPr>
              <a:t>矩阵 WMMSE、统计 C、集中式 ADMM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705088" y="2788920"/>
            <a:ext cx="2651760" cy="274320"/>
          </a:xfrm>
          <a:prstGeom prst="roundRect">
            <a:avLst/>
          </a:prstGeom>
          <a:solidFill>
            <a:srgbClr val="124A8F"/>
          </a:solidFill>
          <a:ln w="10160">
            <a:solidFill>
              <a:srgbClr val="124A8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787384" y="2779776"/>
            <a:ext cx="2478024" cy="25603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10" b="1">
                <a:solidFill>
                  <a:srgbClr val="FFFFFF"/>
                </a:solidFill>
                <a:latin typeface="Microsoft YaHei"/>
              </a:rPr>
              <a:t>部分证据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41664" y="3081528"/>
            <a:ext cx="2587752" cy="5577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90" b="0">
                <a:solidFill>
                  <a:srgbClr val="000000"/>
                </a:solidFill>
                <a:latin typeface="Microsoft YaHei"/>
              </a:rPr>
              <a:t>同输入对拍与功率可行；正式规模未收敛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705088" y="3703320"/>
            <a:ext cx="2651760" cy="274320"/>
          </a:xfrm>
          <a:prstGeom prst="roundRect">
            <a:avLst/>
          </a:prstGeom>
          <a:solidFill>
            <a:srgbClr val="DF7B27"/>
          </a:solidFill>
          <a:ln w="10160">
            <a:solidFill>
              <a:srgbClr val="DF7B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8787384" y="3694176"/>
            <a:ext cx="2478024" cy="25603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10" b="1">
                <a:solidFill>
                  <a:srgbClr val="FFFFFF"/>
                </a:solidFill>
                <a:latin typeface="Microsoft YaHei"/>
              </a:rPr>
              <a:t>未实现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41664" y="3995928"/>
            <a:ext cx="2587752" cy="5577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90" b="0">
                <a:solidFill>
                  <a:srgbClr val="000000"/>
                </a:solidFill>
                <a:latin typeface="Microsoft YaHei"/>
              </a:rPr>
              <a:t>椭球最坏情况、稀疏/休眠、本地 TRP、触发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705088" y="4617720"/>
            <a:ext cx="2651760" cy="274320"/>
          </a:xfrm>
          <a:prstGeom prst="roundRect">
            <a:avLst/>
          </a:prstGeom>
          <a:solidFill>
            <a:srgbClr val="B12A30"/>
          </a:solidFill>
          <a:ln w="10160">
            <a:solidFill>
              <a:srgbClr val="B12A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787384" y="4608576"/>
            <a:ext cx="2478024" cy="25603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ctr"/>
            <a:r>
              <a:rPr sz="1410" b="1" dirty="0" err="1">
                <a:solidFill>
                  <a:srgbClr val="FFFFFF"/>
                </a:solidFill>
                <a:latin typeface="Microsoft YaHei"/>
              </a:rPr>
              <a:t>未接通</a:t>
            </a:r>
            <a:endParaRPr sz="1410" b="1" dirty="0">
              <a:solidFill>
                <a:srgbClr val="FFFFFF"/>
              </a:solidFill>
              <a:latin typeface="Microsoft YaHei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741664" y="4910328"/>
            <a:ext cx="2587752" cy="557784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290" b="0" dirty="0" err="1">
                <a:solidFill>
                  <a:srgbClr val="000000"/>
                </a:solidFill>
                <a:latin typeface="Microsoft YaHei"/>
              </a:rPr>
              <a:t>历史</a:t>
            </a:r>
            <a:r>
              <a:rPr sz="1290" b="0" dirty="0">
                <a:solidFill>
                  <a:srgbClr val="000000"/>
                </a:solidFill>
                <a:latin typeface="Microsoft YaHei"/>
              </a:rPr>
              <a:t> GA/PSO </a:t>
            </a:r>
            <a:r>
              <a:rPr sz="1290" b="0" dirty="0" err="1">
                <a:solidFill>
                  <a:srgbClr val="000000"/>
                </a:solidFill>
                <a:latin typeface="Microsoft YaHei"/>
              </a:rPr>
              <a:t>搜索</a:t>
            </a:r>
            <a:r>
              <a:rPr sz="1290" b="0" dirty="0">
                <a:solidFill>
                  <a:srgbClr val="000000"/>
                </a:solidFill>
                <a:latin typeface="Microsoft YaHei"/>
              </a:rPr>
              <a:t> → </a:t>
            </a:r>
            <a:r>
              <a:rPr sz="1290" b="0" dirty="0" err="1">
                <a:solidFill>
                  <a:srgbClr val="000000"/>
                </a:solidFill>
                <a:latin typeface="Microsoft YaHei"/>
              </a:rPr>
              <a:t>新求解器</a:t>
            </a:r>
            <a:endParaRPr sz="1290" b="0" dirty="0">
              <a:solidFill>
                <a:srgbClr val="000000"/>
              </a:solidFill>
              <a:latin typeface="Microsoft YaHei"/>
            </a:endParaRPr>
          </a:p>
        </p:txBody>
      </p:sp>
      <p:sp>
        <p:nvSpPr>
          <p:cNvPr id="46" name="TextBox 45"/>
          <p:cNvSpPr txBox="1"/>
          <p:nvPr/>
        </p:nvSpPr>
        <p:spPr>
          <a:xfrm>
            <a:off x="713232" y="5925312"/>
            <a:ext cx="10616184" cy="438912"/>
          </a:xfrm>
          <a:prstGeom prst="rect">
            <a:avLst/>
          </a:prstGeom>
          <a:noFill/>
        </p:spPr>
        <p:txBody>
          <a:bodyPr wrap="square" lIns="27432" tIns="13716" rIns="27432" bIns="13716" anchor="ctr">
            <a:spAutoFit/>
          </a:bodyPr>
          <a:lstStyle/>
          <a:p>
            <a:pPr algn="l"/>
            <a:r>
              <a:rPr sz="1530" b="1">
                <a:solidFill>
                  <a:srgbClr val="092B56"/>
                </a:solidFill>
                <a:latin typeface="Microsoft YaHei"/>
              </a:rPr>
              <a:t>拟研究 TRP 本地变量划分、共识交换与消息缓存；以计算量、消息量和收敛残差检验。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none"/>
          <a:lstStyle/>
          <a:p>
            <a:r>
              <a:rPr b="1">
                <a:solidFill>
                  <a:srgbClr val="092B56"/>
                </a:solidFill>
                <a:latin typeface="Microsoft YaHei"/>
              </a:rPr>
              <a:t>WMMSE 的逐步更新</a:t>
            </a:r>
          </a:p>
        </p:txBody>
      </p:sp>
      <p:sp>
        <p:nvSpPr>
          <p:cNvPr id="200" name="Flow panel"/>
          <p:cNvSpPr/>
          <p:nvPr/>
        </p:nvSpPr>
        <p:spPr>
          <a:xfrm>
            <a:off x="610000" y="1300000"/>
            <a:ext cx="10980000" cy="1050000"/>
          </a:xfrm>
          <a:prstGeom prst="roundRect">
            <a:avLst/>
          </a:prstGeom>
          <a:solidFill>
            <a:srgbClr val="EDF3FB"/>
          </a:solidFill>
          <a:ln w="14000">
            <a:solidFill>
              <a:srgbClr val="145394"/>
            </a:solidFill>
          </a:ln>
        </p:spPr>
        <p:txBody>
          <a:bodyPr anchor="ctr" lIns="100000" rIns="100000" tIns="35000" bIns="35000"/>
          <a:lstStyle/>
          <a:p>
            <a:pPr algn="l"/>
          </a:p>
        </p:txBody>
      </p:sp>
      <p:sp>
        <p:nvSpPr>
          <p:cNvPr id="201" name="Flow 1"/>
          <p:cNvSpPr/>
          <p:nvPr/>
        </p:nvSpPr>
        <p:spPr>
          <a:xfrm>
            <a:off x="825000" y="1610000"/>
            <a:ext cx="1520000" cy="450000"/>
          </a:xfrm>
          <a:prstGeom prst="roundRect">
            <a:avLst/>
          </a:prstGeom>
          <a:solidFill>
            <a:srgbClr val="145394"/>
          </a:solidFill>
          <a:ln w="0"/>
        </p:spPr>
        <p:txBody>
          <a:bodyPr anchor="ctr" lIns="100000" rIns="100000" tIns="35000" bIns="35000"/>
          <a:lstStyle/>
          <a:p>
            <a:pPr algn="ctr"/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① w</a:t>
            </a:r>
          </a:p>
        </p:txBody>
      </p:sp>
      <p:sp>
        <p:nvSpPr>
          <p:cNvPr id="210" name="Arrow 1"/>
          <p:cNvSpPr/>
          <p:nvPr/>
        </p:nvSpPr>
        <p:spPr>
          <a:xfrm>
            <a:off x="2355000" y="1610000"/>
            <a:ext cx="200000" cy="450000"/>
          </a:xfrm>
          <a:prstGeom prst="roundRect">
            <a:avLst/>
          </a:prstGeom>
          <a:noFill/>
          <a:ln w="0"/>
        </p:spPr>
        <p:txBody>
          <a:bodyPr anchor="ctr" lIns="0" rIns="0" tIns="35000" bIns="35000"/>
          <a:lstStyle/>
          <a:p>
            <a:pPr algn="ctr"/>
            <a:r>
              <a:rPr lang="zh-CN" sz="2050" b="1">
                <a:solidFill>
                  <a:srgbClr val="145394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02" name="Flow 2"/>
          <p:cNvSpPr/>
          <p:nvPr/>
        </p:nvSpPr>
        <p:spPr>
          <a:xfrm>
            <a:off x="2565000" y="1610000"/>
            <a:ext cx="1520000" cy="450000"/>
          </a:xfrm>
          <a:prstGeom prst="roundRect">
            <a:avLst/>
          </a:prstGeom>
          <a:solidFill>
            <a:srgbClr val="145394"/>
          </a:solidFill>
          <a:ln w="0"/>
        </p:spPr>
        <p:txBody>
          <a:bodyPr anchor="ctr" lIns="100000" rIns="100000" tIns="35000" bIns="35000"/>
          <a:lstStyle/>
          <a:p>
            <a:pPr algn="ctr"/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② F，Rʸʸ</a:t>
            </a:r>
          </a:p>
        </p:txBody>
      </p:sp>
      <p:sp>
        <p:nvSpPr>
          <p:cNvPr id="211" name="Arrow 2"/>
          <p:cNvSpPr/>
          <p:nvPr/>
        </p:nvSpPr>
        <p:spPr>
          <a:xfrm>
            <a:off x="4095000" y="1610000"/>
            <a:ext cx="200000" cy="450000"/>
          </a:xfrm>
          <a:prstGeom prst="roundRect">
            <a:avLst/>
          </a:prstGeom>
          <a:noFill/>
          <a:ln w="0"/>
        </p:spPr>
        <p:txBody>
          <a:bodyPr anchor="ctr" lIns="0" rIns="0" tIns="35000" bIns="35000"/>
          <a:lstStyle/>
          <a:p>
            <a:pPr algn="ctr"/>
            <a:r>
              <a:rPr lang="zh-CN" sz="2050" b="1">
                <a:solidFill>
                  <a:srgbClr val="145394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03" name="Flow 3"/>
          <p:cNvSpPr/>
          <p:nvPr/>
        </p:nvSpPr>
        <p:spPr>
          <a:xfrm>
            <a:off x="4305000" y="1610000"/>
            <a:ext cx="1520000" cy="450000"/>
          </a:xfrm>
          <a:prstGeom prst="roundRect">
            <a:avLst/>
          </a:prstGeom>
          <a:solidFill>
            <a:srgbClr val="145394"/>
          </a:solidFill>
          <a:ln w="0"/>
        </p:spPr>
        <p:txBody>
          <a:bodyPr anchor="ctr" lIns="100000" rIns="100000" tIns="35000" bIns="35000"/>
          <a:lstStyle/>
          <a:p>
            <a:pPr algn="ctr"/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③ A</a:t>
            </a:r>
          </a:p>
        </p:txBody>
      </p:sp>
      <p:sp>
        <p:nvSpPr>
          <p:cNvPr id="212" name="Arrow 3"/>
          <p:cNvSpPr/>
          <p:nvPr/>
        </p:nvSpPr>
        <p:spPr>
          <a:xfrm>
            <a:off x="5835000" y="1610000"/>
            <a:ext cx="200000" cy="450000"/>
          </a:xfrm>
          <a:prstGeom prst="roundRect">
            <a:avLst/>
          </a:prstGeom>
          <a:noFill/>
          <a:ln w="0"/>
        </p:spPr>
        <p:txBody>
          <a:bodyPr anchor="ctr" lIns="0" rIns="0" tIns="35000" bIns="35000"/>
          <a:lstStyle/>
          <a:p>
            <a:pPr algn="ctr"/>
            <a:r>
              <a:rPr lang="zh-CN" sz="2050" b="1">
                <a:solidFill>
                  <a:srgbClr val="145394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04" name="Flow 4"/>
          <p:cNvSpPr/>
          <p:nvPr/>
        </p:nvSpPr>
        <p:spPr>
          <a:xfrm>
            <a:off x="6045000" y="1610000"/>
            <a:ext cx="1520000" cy="450000"/>
          </a:xfrm>
          <a:prstGeom prst="roundRect">
            <a:avLst/>
          </a:prstGeom>
          <a:solidFill>
            <a:srgbClr val="145394"/>
          </a:solidFill>
          <a:ln w="0"/>
        </p:spPr>
        <p:txBody>
          <a:bodyPr anchor="ctr" lIns="100000" rIns="100000" tIns="35000" bIns="35000"/>
          <a:lstStyle/>
          <a:p>
            <a:pPr algn="ctr"/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④ E，Ω，η</a:t>
            </a:r>
          </a:p>
        </p:txBody>
      </p:sp>
      <p:sp>
        <p:nvSpPr>
          <p:cNvPr id="213" name="Arrow 4"/>
          <p:cNvSpPr/>
          <p:nvPr/>
        </p:nvSpPr>
        <p:spPr>
          <a:xfrm>
            <a:off x="7575000" y="1610000"/>
            <a:ext cx="200000" cy="450000"/>
          </a:xfrm>
          <a:prstGeom prst="roundRect">
            <a:avLst/>
          </a:prstGeom>
          <a:noFill/>
          <a:ln w="0"/>
        </p:spPr>
        <p:txBody>
          <a:bodyPr anchor="ctr" lIns="0" rIns="0" tIns="35000" bIns="35000"/>
          <a:lstStyle/>
          <a:p>
            <a:pPr algn="ctr"/>
            <a:r>
              <a:rPr lang="zh-CN" sz="2050" b="1">
                <a:solidFill>
                  <a:srgbClr val="145394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05" name="Flow 5"/>
          <p:cNvSpPr/>
          <p:nvPr/>
        </p:nvSpPr>
        <p:spPr>
          <a:xfrm>
            <a:off x="7785000" y="1610000"/>
            <a:ext cx="1520000" cy="450000"/>
          </a:xfrm>
          <a:prstGeom prst="roundRect">
            <a:avLst/>
          </a:prstGeom>
          <a:solidFill>
            <a:srgbClr val="E77C20"/>
          </a:solidFill>
          <a:ln w="0"/>
        </p:spPr>
        <p:txBody>
          <a:bodyPr anchor="ctr" lIns="100000" rIns="100000" tIns="35000" bIns="35000"/>
          <a:lstStyle/>
          <a:p>
            <a:pPr algn="ctr"/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⑤ ADMM</a:t>
            </a:r>
          </a:p>
        </p:txBody>
      </p:sp>
      <p:sp>
        <p:nvSpPr>
          <p:cNvPr id="214" name="Arrow 5"/>
          <p:cNvSpPr/>
          <p:nvPr/>
        </p:nvSpPr>
        <p:spPr>
          <a:xfrm>
            <a:off x="9315000" y="1610000"/>
            <a:ext cx="200000" cy="450000"/>
          </a:xfrm>
          <a:prstGeom prst="roundRect">
            <a:avLst/>
          </a:prstGeom>
          <a:noFill/>
          <a:ln w="0"/>
        </p:spPr>
        <p:txBody>
          <a:bodyPr anchor="ctr" lIns="0" rIns="0" tIns="35000" bIns="35000"/>
          <a:lstStyle/>
          <a:p>
            <a:pPr algn="ctr"/>
            <a:r>
              <a:rPr lang="zh-CN" sz="2050" b="1">
                <a:solidFill>
                  <a:srgbClr val="145394"/>
                </a:solidFill>
                <a:latin typeface="Microsoft YaHei"/>
                <a:ea typeface="Microsoft YaHei"/>
              </a:rPr>
              <a:t>→</a:t>
            </a:r>
          </a:p>
        </p:txBody>
      </p:sp>
      <p:sp>
        <p:nvSpPr>
          <p:cNvPr id="206" name="Flow 6"/>
          <p:cNvSpPr/>
          <p:nvPr/>
        </p:nvSpPr>
        <p:spPr>
          <a:xfrm>
            <a:off x="9525000" y="1610000"/>
            <a:ext cx="1520000" cy="450000"/>
          </a:xfrm>
          <a:prstGeom prst="roundRect">
            <a:avLst/>
          </a:prstGeom>
          <a:solidFill>
            <a:srgbClr val="E77C20"/>
          </a:solidFill>
          <a:ln w="0"/>
        </p:spPr>
        <p:txBody>
          <a:bodyPr anchor="ctr" lIns="100000" rIns="100000" tIns="35000" bIns="35000"/>
          <a:lstStyle/>
          <a:p>
            <a:pPr algn="ctr"/>
            <a:r>
              <a:rPr lang="zh-CN" sz="1800" b="1">
                <a:solidFill>
                  <a:srgbClr val="FFFFFF"/>
                </a:solidFill>
                <a:latin typeface="Microsoft YaHei"/>
                <a:ea typeface="Microsoft YaHei"/>
              </a:rPr>
              <a:t>⑥ w⁺</a:t>
            </a:r>
          </a:p>
        </p:txBody>
      </p:sp>
      <p:sp>
        <p:nvSpPr>
          <p:cNvPr id="220" name="Card 1"/>
          <p:cNvSpPr/>
          <p:nvPr/>
        </p:nvSpPr>
        <p:spPr>
          <a:xfrm>
            <a:off x="610000" y="2510000"/>
            <a:ext cx="5330000" cy="1550000"/>
          </a:xfrm>
          <a:prstGeom prst="roundRect">
            <a:avLst/>
          </a:prstGeom>
          <a:solidFill>
            <a:srgbClr val="F0F6FC"/>
          </a:solidFill>
          <a:ln w="14000">
            <a:solidFill>
              <a:srgbClr val="145394"/>
            </a:solidFill>
          </a:ln>
        </p:spPr>
        <p:txBody>
          <a:bodyPr anchor="ctr" lIns="100000" rIns="100000" tIns="35000" bIns="35000"/>
          <a:lstStyle/>
          <a:p>
            <a:pPr algn="l"/>
          </a:p>
        </p:txBody>
      </p:sp>
      <p:sp>
        <p:nvSpPr>
          <p:cNvPr id="221" name="Card heading 1"/>
          <p:cNvSpPr/>
          <p:nvPr/>
        </p:nvSpPr>
        <p:spPr>
          <a:xfrm>
            <a:off x="810000" y="2610000"/>
            <a:ext cx="4900000" cy="310000"/>
          </a:xfrm>
          <a:prstGeom prst="roundRect">
            <a:avLst/>
          </a:prstGeom>
          <a:noFill/>
          <a:ln w="0"/>
        </p:spPr>
        <p:txBody>
          <a:bodyPr anchor="ctr" lIns="100000" rIns="100000" tIns="35000" bIns="35000"/>
          <a:lstStyle/>
          <a:p>
            <a:pPr algn="l"/>
            <a:r>
              <a:rPr lang="zh-CN" sz="2000" b="1">
                <a:solidFill>
                  <a:srgbClr val="17365D"/>
                </a:solidFill>
                <a:latin typeface="Microsoft YaHei"/>
                <a:ea typeface="Microsoft YaHei"/>
              </a:rPr>
              <a:t>① 有效信道</a:t>
            </a:r>
          </a:p>
        </p:txBody>
      </p:sp>
      <p:sp>
        <p:nvSpPr>
          <p:cNvPr id="222" name="Card formula 1"/>
          <p:cNvSpPr/>
          <p:nvPr/>
        </p:nvSpPr>
        <p:spPr>
          <a:xfrm>
            <a:off x="800000" y="3000000"/>
            <a:ext cx="4950000" cy="400000"/>
          </a:xfrm>
          <a:prstGeom prst="roundRect">
            <a:avLst/>
          </a:prstGeom>
          <a:noFill/>
          <a:ln w="0"/>
        </p:spPr>
        <p:txBody>
          <a:bodyPr anchor="ctr" lIns="100000" rIns="100000" tIns="35000" bIns="35000"/>
          <a:lstStyle/>
          <a:p>
            <a:pPr algn="ctr"/>
            <a:r>
              <a:rPr lang="zh-CN" sz="2050" b="1">
                <a:solidFill>
                  <a:srgbClr val="0A3C77"/>
                </a:solidFill>
                <a:latin typeface="Microsoft YaHei"/>
                <a:ea typeface="Microsoft YaHei"/>
              </a:rPr>
              <a:t>F</a:t>
            </a:r>
            <a:r>
              <a:rPr lang="zh-CN" sz="1476" b="1" baseline="-25000">
                <a:solidFill>
                  <a:srgbClr val="0A3C77"/>
                </a:solidFill>
                <a:latin typeface="Microsoft YaHei"/>
                <a:ea typeface="Microsoft YaHei"/>
              </a:rPr>
              <a:t>kjg</a:t>
            </a:r>
            <a:r>
              <a:rPr lang="zh-CN" sz="2050" b="1">
                <a:solidFill>
                  <a:srgbClr val="0A3C77"/>
                </a:solidFill>
                <a:latin typeface="Microsoft YaHei"/>
                <a:ea typeface="Microsoft YaHei"/>
              </a:rPr>
              <a:t>=Σ</a:t>
            </a:r>
            <a:r>
              <a:rPr lang="zh-CN" sz="1476" b="1" baseline="-25000">
                <a:solidFill>
                  <a:srgbClr val="0A3C77"/>
                </a:solidFill>
                <a:latin typeface="Microsoft YaHei"/>
                <a:ea typeface="Microsoft YaHei"/>
              </a:rPr>
              <a:t>l</a:t>
            </a:r>
            <a:r>
              <a:rPr lang="zh-CN" sz="2050" b="1">
                <a:solidFill>
                  <a:srgbClr val="0A3C77"/>
                </a:solidFill>
                <a:latin typeface="Microsoft YaHei"/>
                <a:ea typeface="Microsoft YaHei"/>
              </a:rPr>
              <a:t> Ĥ</a:t>
            </a:r>
            <a:r>
              <a:rPr lang="zh-CN" sz="1476" b="1" baseline="-25000">
                <a:solidFill>
                  <a:srgbClr val="0A3C77"/>
                </a:solidFill>
                <a:latin typeface="Microsoft YaHei"/>
                <a:ea typeface="Microsoft YaHei"/>
              </a:rPr>
              <a:t>klg</a:t>
            </a:r>
            <a:r>
              <a:rPr lang="zh-CN" sz="2050" b="1">
                <a:solidFill>
                  <a:srgbClr val="0A3C77"/>
                </a:solidFill>
                <a:latin typeface="Microsoft YaHei"/>
                <a:ea typeface="Microsoft YaHei"/>
              </a:rPr>
              <a:t>w</a:t>
            </a:r>
            <a:r>
              <a:rPr lang="zh-CN" sz="1476" b="1" baseline="-25000">
                <a:solidFill>
                  <a:srgbClr val="0A3C77"/>
                </a:solidFill>
                <a:latin typeface="Microsoft YaHei"/>
                <a:ea typeface="Microsoft YaHei"/>
              </a:rPr>
              <a:t>ljg</a:t>
            </a:r>
          </a:p>
        </p:txBody>
      </p:sp>
      <p:sp>
        <p:nvSpPr>
          <p:cNvPr id="223" name="Card meaning 1"/>
          <p:cNvSpPr/>
          <p:nvPr/>
        </p:nvSpPr>
        <p:spPr>
          <a:xfrm>
            <a:off x="820000" y="3560000"/>
            <a:ext cx="4890000" cy="270000"/>
          </a:xfrm>
          <a:prstGeom prst="roundRect">
            <a:avLst/>
          </a:prstGeom>
          <a:noFill/>
          <a:ln w="0"/>
        </p:spPr>
        <p:txBody>
          <a:bodyPr anchor="ctr" lIns="100000" rIns="100000" tIns="35000" bIns="35000"/>
          <a:lstStyle/>
          <a:p>
            <a:pPr algn="ctr"/>
            <a:r>
              <a:rPr lang="zh-CN" sz="1560" b="0">
                <a:solidFill>
                  <a:srgbClr val="334E6F"/>
                </a:solidFill>
                <a:latin typeface="Microsoft YaHei"/>
                <a:ea typeface="Microsoft YaHei"/>
              </a:rPr>
              <a:t>把多 TRP 的同一数据流相干叠加。</a:t>
            </a:r>
          </a:p>
        </p:txBody>
      </p:sp>
      <p:sp>
        <p:nvSpPr>
          <p:cNvPr id="224" name="Card 2"/>
          <p:cNvSpPr/>
          <p:nvPr/>
        </p:nvSpPr>
        <p:spPr>
          <a:xfrm>
            <a:off x="6250000" y="2510000"/>
            <a:ext cx="5330000" cy="1550000"/>
          </a:xfrm>
          <a:prstGeom prst="roundRect">
            <a:avLst/>
          </a:prstGeom>
          <a:solidFill>
            <a:srgbClr val="F0F6FC"/>
          </a:solidFill>
          <a:ln w="14000">
            <a:solidFill>
              <a:srgbClr val="145394"/>
            </a:solidFill>
          </a:ln>
        </p:spPr>
        <p:txBody>
          <a:bodyPr anchor="ctr" lIns="100000" rIns="100000" tIns="35000" bIns="35000"/>
          <a:lstStyle/>
          <a:p>
            <a:pPr algn="l"/>
          </a:p>
        </p:txBody>
      </p:sp>
      <p:sp>
        <p:nvSpPr>
          <p:cNvPr id="225" name="Card heading 2"/>
          <p:cNvSpPr/>
          <p:nvPr/>
        </p:nvSpPr>
        <p:spPr>
          <a:xfrm>
            <a:off x="6450000" y="2610000"/>
            <a:ext cx="4900000" cy="310000"/>
          </a:xfrm>
          <a:prstGeom prst="roundRect">
            <a:avLst/>
          </a:prstGeom>
          <a:noFill/>
          <a:ln w="0"/>
        </p:spPr>
        <p:txBody>
          <a:bodyPr anchor="ctr" lIns="100000" rIns="100000" tIns="35000" bIns="35000"/>
          <a:lstStyle/>
          <a:p>
            <a:pPr algn="l"/>
            <a:r>
              <a:rPr lang="zh-CN" sz="2000" b="1">
                <a:solidFill>
                  <a:srgbClr val="17365D"/>
                </a:solidFill>
                <a:latin typeface="Microsoft YaHei"/>
                <a:ea typeface="Microsoft YaHei"/>
              </a:rPr>
              <a:t>② 接收协方差</a:t>
            </a:r>
          </a:p>
        </p:txBody>
      </p:sp>
      <p:sp>
        <p:nvSpPr>
          <p:cNvPr id="226" name="Card formula 2"/>
          <p:cNvSpPr/>
          <p:nvPr/>
        </p:nvSpPr>
        <p:spPr>
          <a:xfrm>
            <a:off x="6440000" y="3000000"/>
            <a:ext cx="4950000" cy="400000"/>
          </a:xfrm>
          <a:prstGeom prst="roundRect">
            <a:avLst/>
          </a:prstGeom>
          <a:noFill/>
          <a:ln w="0"/>
        </p:spPr>
        <p:txBody>
          <a:bodyPr anchor="ctr" lIns="100000" rIns="100000" tIns="35000" bIns="35000"/>
          <a:lstStyle/>
          <a:p>
            <a:pPr algn="ctr"/>
            <a:r>
              <a:rPr lang="zh-CN" sz="1740" b="1">
                <a:solidFill>
                  <a:srgbClr val="0A3C77"/>
                </a:solidFill>
                <a:latin typeface="Microsoft YaHei"/>
                <a:ea typeface="Microsoft YaHei"/>
              </a:rPr>
              <a:t>Rʸʸ</a:t>
            </a:r>
            <a:r>
              <a:rPr lang="zh-CN" sz="1253" b="1" baseline="-25000">
                <a:solidFill>
                  <a:srgbClr val="0A3C77"/>
                </a:solidFill>
                <a:latin typeface="Microsoft YaHei"/>
                <a:ea typeface="Microsoft YaHei"/>
              </a:rPr>
              <a:t>kg</a:t>
            </a:r>
            <a:r>
              <a:rPr lang="zh-CN" sz="1740" b="1">
                <a:solidFill>
                  <a:srgbClr val="0A3C77"/>
                </a:solidFill>
                <a:latin typeface="Microsoft YaHei"/>
                <a:ea typeface="Microsoft YaHei"/>
              </a:rPr>
              <a:t>=I₄+Σ</a:t>
            </a:r>
            <a:r>
              <a:rPr lang="zh-CN" sz="1253" b="1" baseline="-25000">
                <a:solidFill>
                  <a:srgbClr val="0A3C77"/>
                </a:solidFill>
                <a:latin typeface="Microsoft YaHei"/>
                <a:ea typeface="Microsoft YaHei"/>
              </a:rPr>
              <a:t>j</a:t>
            </a:r>
            <a:r>
              <a:rPr lang="zh-CN" sz="1740" b="1">
                <a:solidFill>
                  <a:srgbClr val="0A3C77"/>
                </a:solidFill>
                <a:latin typeface="Microsoft YaHei"/>
                <a:ea typeface="Microsoft YaHei"/>
              </a:rPr>
              <a:t> F</a:t>
            </a:r>
            <a:r>
              <a:rPr lang="zh-CN" sz="1253" b="1" baseline="-25000">
                <a:solidFill>
                  <a:srgbClr val="0A3C77"/>
                </a:solidFill>
                <a:latin typeface="Microsoft YaHei"/>
                <a:ea typeface="Microsoft YaHei"/>
              </a:rPr>
              <a:t>kjg</a:t>
            </a:r>
            <a:r>
              <a:rPr lang="zh-CN" sz="1740" b="1">
                <a:solidFill>
                  <a:srgbClr val="0A3C77"/>
                </a:solidFill>
                <a:latin typeface="Microsoft YaHei"/>
                <a:ea typeface="Microsoft YaHei"/>
              </a:rPr>
              <a:t>Fᴴ</a:t>
            </a:r>
            <a:r>
              <a:rPr lang="zh-CN" sz="1253" b="1" baseline="-25000">
                <a:solidFill>
                  <a:srgbClr val="0A3C77"/>
                </a:solidFill>
                <a:latin typeface="Microsoft YaHei"/>
                <a:ea typeface="Microsoft YaHei"/>
              </a:rPr>
              <a:t>kjg</a:t>
            </a:r>
            <a:r>
              <a:rPr lang="zh-CN" sz="1740" b="1">
                <a:solidFill>
                  <a:srgbClr val="0A3C77"/>
                </a:solidFill>
                <a:latin typeface="Microsoft YaHei"/>
                <a:ea typeface="Microsoft YaHei"/>
              </a:rPr>
              <a:t>+Σ</a:t>
            </a:r>
            <a:r>
              <a:rPr lang="zh-CN" sz="1253" b="1" baseline="-25000">
                <a:solidFill>
                  <a:srgbClr val="0A3C77"/>
                </a:solidFill>
                <a:latin typeface="Microsoft YaHei"/>
                <a:ea typeface="Microsoft YaHei"/>
              </a:rPr>
              <a:t>l</a:t>
            </a:r>
            <a:r>
              <a:rPr lang="zh-CN" sz="1740" b="1">
                <a:solidFill>
                  <a:srgbClr val="0A3C77"/>
                </a:solidFill>
                <a:latin typeface="Microsoft YaHei"/>
                <a:ea typeface="Microsoft YaHei"/>
              </a:rPr>
              <a:t> p</a:t>
            </a:r>
            <a:r>
              <a:rPr lang="zh-CN" sz="1253" b="1" baseline="-25000">
                <a:solidFill>
                  <a:srgbClr val="0A3C77"/>
                </a:solidFill>
                <a:latin typeface="Microsoft YaHei"/>
                <a:ea typeface="Microsoft YaHei"/>
              </a:rPr>
              <a:t>lg</a:t>
            </a:r>
            <a:r>
              <a:rPr lang="zh-CN" sz="1740" b="1">
                <a:solidFill>
                  <a:srgbClr val="0A3C77"/>
                </a:solidFill>
                <a:latin typeface="Microsoft YaHei"/>
                <a:ea typeface="Microsoft YaHei"/>
              </a:rPr>
              <a:t>C</a:t>
            </a:r>
            <a:r>
              <a:rPr lang="zh-CN" sz="1253" b="1" baseline="-25000">
                <a:solidFill>
                  <a:srgbClr val="0A3C77"/>
                </a:solidFill>
                <a:latin typeface="Microsoft YaHei"/>
                <a:ea typeface="Microsoft YaHei"/>
              </a:rPr>
              <a:t>klg</a:t>
            </a:r>
          </a:p>
        </p:txBody>
      </p:sp>
      <p:sp>
        <p:nvSpPr>
          <p:cNvPr id="227" name="Card meaning 2"/>
          <p:cNvSpPr/>
          <p:nvPr/>
        </p:nvSpPr>
        <p:spPr>
          <a:xfrm>
            <a:off x="6460000" y="3560000"/>
            <a:ext cx="4890000" cy="270000"/>
          </a:xfrm>
          <a:prstGeom prst="roundRect">
            <a:avLst/>
          </a:prstGeom>
          <a:noFill/>
          <a:ln w="0"/>
        </p:spPr>
        <p:txBody>
          <a:bodyPr anchor="ctr" lIns="100000" rIns="100000" tIns="35000" bIns="35000"/>
          <a:lstStyle/>
          <a:p>
            <a:pPr algn="ctr"/>
            <a:r>
              <a:rPr lang="zh-CN" sz="1560" b="0">
                <a:solidFill>
                  <a:srgbClr val="334E6F"/>
                </a:solidFill>
                <a:latin typeface="Microsoft YaHei"/>
                <a:ea typeface="Microsoft YaHei"/>
              </a:rPr>
              <a:t>计入信号、干扰、热噪声与估计误差。</a:t>
            </a:r>
          </a:p>
        </p:txBody>
      </p:sp>
      <p:sp>
        <p:nvSpPr>
          <p:cNvPr id="228" name="Card 3"/>
          <p:cNvSpPr/>
          <p:nvPr/>
        </p:nvSpPr>
        <p:spPr>
          <a:xfrm>
            <a:off x="610000" y="4250000"/>
            <a:ext cx="5330000" cy="1550000"/>
          </a:xfrm>
          <a:prstGeom prst="roundRect">
            <a:avLst/>
          </a:prstGeom>
          <a:solidFill>
            <a:srgbClr val="FFF4E9"/>
          </a:solidFill>
          <a:ln w="14000">
            <a:solidFill>
              <a:srgbClr val="E77C20"/>
            </a:solidFill>
          </a:ln>
        </p:spPr>
        <p:txBody>
          <a:bodyPr anchor="ctr" lIns="100000" rIns="100000" tIns="35000" bIns="35000"/>
          <a:lstStyle/>
          <a:p>
            <a:pPr algn="l"/>
          </a:p>
        </p:txBody>
      </p:sp>
      <p:sp>
        <p:nvSpPr>
          <p:cNvPr id="229" name="Card heading 3"/>
          <p:cNvSpPr/>
          <p:nvPr/>
        </p:nvSpPr>
        <p:spPr>
          <a:xfrm>
            <a:off x="810000" y="4350000"/>
            <a:ext cx="4900000" cy="310000"/>
          </a:xfrm>
          <a:prstGeom prst="roundRect">
            <a:avLst/>
          </a:prstGeom>
          <a:noFill/>
          <a:ln w="0"/>
        </p:spPr>
        <p:txBody>
          <a:bodyPr anchor="ctr" lIns="100000" rIns="100000" tIns="35000" bIns="35000"/>
          <a:lstStyle/>
          <a:p>
            <a:pPr algn="l"/>
            <a:r>
              <a:rPr lang="zh-CN" sz="2000" b="1">
                <a:solidFill>
                  <a:srgbClr val="9B4A0D"/>
                </a:solidFill>
                <a:latin typeface="Microsoft YaHei"/>
                <a:ea typeface="Microsoft YaHei"/>
              </a:rPr>
              <a:t>③ MMSE 接收器</a:t>
            </a:r>
          </a:p>
        </p:txBody>
      </p:sp>
      <p:sp>
        <p:nvSpPr>
          <p:cNvPr id="230" name="Card formula 3"/>
          <p:cNvSpPr/>
          <p:nvPr/>
        </p:nvSpPr>
        <p:spPr>
          <a:xfrm>
            <a:off x="800000" y="4740000"/>
            <a:ext cx="4950000" cy="400000"/>
          </a:xfrm>
          <a:prstGeom prst="roundRect">
            <a:avLst/>
          </a:prstGeom>
          <a:noFill/>
          <a:ln w="0"/>
        </p:spPr>
        <p:txBody>
          <a:bodyPr anchor="ctr" lIns="100000" rIns="100000" tIns="35000" bIns="35000"/>
          <a:lstStyle/>
          <a:p>
            <a:pPr algn="ctr"/>
            <a:r>
              <a:rPr lang="zh-CN" sz="2050" b="1">
                <a:solidFill>
                  <a:srgbClr val="9B4A0D"/>
                </a:solidFill>
                <a:latin typeface="Microsoft YaHei"/>
                <a:ea typeface="Microsoft YaHei"/>
              </a:rPr>
              <a:t>A</a:t>
            </a:r>
            <a:r>
              <a:rPr lang="zh-CN" sz="1476" b="1" baseline="-25000">
                <a:solidFill>
                  <a:srgbClr val="9B4A0D"/>
                </a:solidFill>
                <a:latin typeface="Microsoft YaHei"/>
                <a:ea typeface="Microsoft YaHei"/>
              </a:rPr>
              <a:t>kg</a:t>
            </a:r>
            <a:r>
              <a:rPr lang="zh-CN" sz="2050" b="1">
                <a:solidFill>
                  <a:srgbClr val="9B4A0D"/>
                </a:solidFill>
                <a:latin typeface="Microsoft YaHei"/>
                <a:ea typeface="Microsoft YaHei"/>
              </a:rPr>
              <a:t>=(Rʸʸ</a:t>
            </a:r>
            <a:r>
              <a:rPr lang="zh-CN" sz="1476" b="1" baseline="-25000">
                <a:solidFill>
                  <a:srgbClr val="9B4A0D"/>
                </a:solidFill>
                <a:latin typeface="Microsoft YaHei"/>
                <a:ea typeface="Microsoft YaHei"/>
              </a:rPr>
              <a:t>kg</a:t>
            </a:r>
            <a:r>
              <a:rPr lang="zh-CN" sz="2050" b="1">
                <a:solidFill>
                  <a:srgbClr val="9B4A0D"/>
                </a:solidFill>
                <a:latin typeface="Microsoft YaHei"/>
                <a:ea typeface="Microsoft YaHei"/>
              </a:rPr>
              <a:t>)⁻¹ F</a:t>
            </a:r>
            <a:r>
              <a:rPr lang="zh-CN" sz="1476" b="1" baseline="-25000">
                <a:solidFill>
                  <a:srgbClr val="9B4A0D"/>
                </a:solidFill>
                <a:latin typeface="Microsoft YaHei"/>
                <a:ea typeface="Microsoft YaHei"/>
              </a:rPr>
              <a:t>kkg</a:t>
            </a:r>
          </a:p>
        </p:txBody>
      </p:sp>
      <p:sp>
        <p:nvSpPr>
          <p:cNvPr id="231" name="Card meaning 3"/>
          <p:cNvSpPr/>
          <p:nvPr/>
        </p:nvSpPr>
        <p:spPr>
          <a:xfrm>
            <a:off x="820000" y="5300000"/>
            <a:ext cx="4890000" cy="270000"/>
          </a:xfrm>
          <a:prstGeom prst="roundRect">
            <a:avLst/>
          </a:prstGeom>
          <a:noFill/>
          <a:ln w="0"/>
        </p:spPr>
        <p:txBody>
          <a:bodyPr anchor="ctr" lIns="100000" rIns="100000" tIns="35000" bIns="35000"/>
          <a:lstStyle/>
          <a:p>
            <a:pPr algn="ctr"/>
            <a:r>
              <a:rPr lang="zh-CN" sz="1560" b="0">
                <a:solidFill>
                  <a:srgbClr val="78461F"/>
                </a:solidFill>
                <a:latin typeface="Microsoft YaHei"/>
                <a:ea typeface="Microsoft YaHei"/>
              </a:rPr>
              <a:t>按当前接收统计量抑制干扰与噪声。</a:t>
            </a:r>
          </a:p>
        </p:txBody>
      </p:sp>
      <p:sp>
        <p:nvSpPr>
          <p:cNvPr id="232" name="Card 4"/>
          <p:cNvSpPr/>
          <p:nvPr/>
        </p:nvSpPr>
        <p:spPr>
          <a:xfrm>
            <a:off x="6250000" y="4250000"/>
            <a:ext cx="5330000" cy="1550000"/>
          </a:xfrm>
          <a:prstGeom prst="roundRect">
            <a:avLst/>
          </a:prstGeom>
          <a:solidFill>
            <a:srgbClr val="FFF4E9"/>
          </a:solidFill>
          <a:ln w="14000">
            <a:solidFill>
              <a:srgbClr val="E77C20"/>
            </a:solidFill>
          </a:ln>
        </p:spPr>
        <p:txBody>
          <a:bodyPr anchor="ctr" lIns="100000" rIns="100000" tIns="35000" bIns="35000"/>
          <a:lstStyle/>
          <a:p>
            <a:pPr algn="l"/>
          </a:p>
        </p:txBody>
      </p:sp>
      <p:sp>
        <p:nvSpPr>
          <p:cNvPr id="233" name="Card heading 4"/>
          <p:cNvSpPr/>
          <p:nvPr/>
        </p:nvSpPr>
        <p:spPr>
          <a:xfrm>
            <a:off x="6450000" y="4350000"/>
            <a:ext cx="4900000" cy="310000"/>
          </a:xfrm>
          <a:prstGeom prst="roundRect">
            <a:avLst/>
          </a:prstGeom>
          <a:noFill/>
          <a:ln w="0"/>
        </p:spPr>
        <p:txBody>
          <a:bodyPr anchor="ctr" lIns="100000" rIns="100000" tIns="35000" bIns="35000"/>
          <a:lstStyle/>
          <a:p>
            <a:pPr algn="l"/>
            <a:r>
              <a:rPr lang="zh-CN" sz="2000" b="1">
                <a:solidFill>
                  <a:srgbClr val="9B4A0D"/>
                </a:solidFill>
                <a:latin typeface="Microsoft YaHei"/>
                <a:ea typeface="Microsoft YaHei"/>
              </a:rPr>
              <a:t>④ MSE 权重</a:t>
            </a:r>
          </a:p>
        </p:txBody>
      </p:sp>
      <p:sp>
        <p:nvSpPr>
          <p:cNvPr id="234" name="Card formula 4"/>
          <p:cNvSpPr/>
          <p:nvPr/>
        </p:nvSpPr>
        <p:spPr>
          <a:xfrm>
            <a:off x="6440000" y="4740000"/>
            <a:ext cx="4950000" cy="400000"/>
          </a:xfrm>
          <a:prstGeom prst="roundRect">
            <a:avLst/>
          </a:prstGeom>
          <a:noFill/>
          <a:ln w="0"/>
        </p:spPr>
        <p:txBody>
          <a:bodyPr anchor="ctr" lIns="100000" rIns="100000" tIns="35000" bIns="35000"/>
          <a:lstStyle/>
          <a:p>
            <a:pPr algn="ctr"/>
            <a:r>
              <a:rPr lang="zh-CN" sz="2050" b="1">
                <a:solidFill>
                  <a:srgbClr val="9B4A0D"/>
                </a:solidFill>
                <a:latin typeface="Microsoft YaHei"/>
                <a:ea typeface="Microsoft YaHei"/>
              </a:rPr>
              <a:t>Ω</a:t>
            </a:r>
            <a:r>
              <a:rPr lang="zh-CN" sz="1476" b="1" baseline="-25000">
                <a:solidFill>
                  <a:srgbClr val="9B4A0D"/>
                </a:solidFill>
                <a:latin typeface="Microsoft YaHei"/>
                <a:ea typeface="Microsoft YaHei"/>
              </a:rPr>
              <a:t>kg</a:t>
            </a:r>
            <a:r>
              <a:rPr lang="zh-CN" sz="2050" b="1">
                <a:solidFill>
                  <a:srgbClr val="9B4A0D"/>
                </a:solidFill>
                <a:latin typeface="Microsoft YaHei"/>
                <a:ea typeface="Microsoft YaHei"/>
              </a:rPr>
              <a:t>=E</a:t>
            </a:r>
            <a:r>
              <a:rPr lang="zh-CN" sz="1476" b="1" baseline="-25000">
                <a:solidFill>
                  <a:srgbClr val="9B4A0D"/>
                </a:solidFill>
                <a:latin typeface="Microsoft YaHei"/>
                <a:ea typeface="Microsoft YaHei"/>
              </a:rPr>
              <a:t>kg</a:t>
            </a:r>
            <a:r>
              <a:rPr lang="zh-CN" sz="2050" b="1">
                <a:solidFill>
                  <a:srgbClr val="9B4A0D"/>
                </a:solidFill>
                <a:latin typeface="Microsoft YaHei"/>
                <a:ea typeface="Microsoft YaHei"/>
              </a:rPr>
              <a:t>⁻¹</a:t>
            </a:r>
          </a:p>
        </p:txBody>
      </p:sp>
      <p:sp>
        <p:nvSpPr>
          <p:cNvPr id="235" name="Card meaning 4"/>
          <p:cNvSpPr/>
          <p:nvPr/>
        </p:nvSpPr>
        <p:spPr>
          <a:xfrm>
            <a:off x="6460000" y="5300000"/>
            <a:ext cx="4890000" cy="270000"/>
          </a:xfrm>
          <a:prstGeom prst="roundRect">
            <a:avLst/>
          </a:prstGeom>
          <a:noFill/>
          <a:ln w="0"/>
        </p:spPr>
        <p:txBody>
          <a:bodyPr anchor="ctr" lIns="100000" rIns="100000" tIns="35000" bIns="35000"/>
          <a:lstStyle/>
          <a:p>
            <a:pPr algn="ctr"/>
            <a:r>
              <a:rPr lang="zh-CN" sz="1560" b="0">
                <a:solidFill>
                  <a:srgbClr val="78461F"/>
                </a:solidFill>
                <a:latin typeface="Microsoft YaHei"/>
                <a:ea typeface="Microsoft YaHei"/>
              </a:rPr>
              <a:t>误差越小，更新预编码时的权重越大。</a:t>
            </a:r>
          </a:p>
        </p:txBody>
      </p:sp>
      <p:sp>
        <p:nvSpPr>
          <p:cNvPr id="240" name="Iteration footer"/>
          <p:cNvSpPr/>
          <p:nvPr/>
        </p:nvSpPr>
        <p:spPr>
          <a:xfrm>
            <a:off x="710000" y="6040000"/>
            <a:ext cx="10800000" cy="470000"/>
          </a:xfrm>
          <a:prstGeom prst="roundRect">
            <a:avLst/>
          </a:prstGeom>
          <a:solidFill>
            <a:srgbClr val="DCEAF7"/>
          </a:solidFill>
          <a:ln w="14000">
            <a:solidFill>
              <a:srgbClr val="145394"/>
            </a:solidFill>
          </a:ln>
        </p:spPr>
        <p:txBody>
          <a:bodyPr anchor="ctr" lIns="100000" rIns="100000" tIns="35000" bIns="35000"/>
          <a:lstStyle/>
          <a:p>
            <a:pPr algn="ctr"/>
            <a:r>
              <a:rPr lang="zh-CN" sz="1600" b="1">
                <a:solidFill>
                  <a:srgbClr val="17365D"/>
                </a:solidFill>
                <a:latin typeface="Microsoft YaHei"/>
                <a:ea typeface="Microsoft YaHei"/>
              </a:rPr>
              <a:t>更新 w 时固定 A、Ω、η；得到 w⁺ 后重算 F、Rʸʸ、A、E、Ω，再进入下一轮。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MWJmYmVhMGQ2YWQwOTc0ZDFkYmVkZTE0NzFkNThlYzI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A" val="v5.1.2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DIAGRAM_VIRTUALLY_FRAME" val="{&quot;height&quot;:425.0812598425197,&quot;left&quot;:459.1126771653543,&quot;top&quot;:67.49338582677166,&quot;width&quot;:411.6979527559056}"/>
</p:tagLst>
</file>

<file path=ppt/theme/theme1.xml><?xml version="1.0" encoding="utf-8"?>
<a:theme xmlns:a="http://schemas.openxmlformats.org/drawingml/2006/main" name="Office 主题​​">
  <a:themeElements>
    <a:clrScheme name="自定义 3">
      <a:dk1>
        <a:sysClr val="windowText" lastClr="000000"/>
      </a:dk1>
      <a:lt1>
        <a:sysClr val="window" lastClr="FFFFFF"/>
      </a:lt1>
      <a:dk2>
        <a:srgbClr val="003399"/>
      </a:dk2>
      <a:lt2>
        <a:srgbClr val="FFFFFF"/>
      </a:lt2>
      <a:accent1>
        <a:srgbClr val="00339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主题​​">
  <a:themeElements>
    <a:clrScheme name="自定义 3">
      <a:dk1>
        <a:sysClr val="windowText" lastClr="000000"/>
      </a:dk1>
      <a:lt1>
        <a:sysClr val="window" lastClr="FFFFFF"/>
      </a:lt1>
      <a:dk2>
        <a:srgbClr val="003399"/>
      </a:dk2>
      <a:lt2>
        <a:srgbClr val="FFFFFF"/>
      </a:lt2>
      <a:accent1>
        <a:srgbClr val="003399"/>
      </a:accent1>
      <a:accent2>
        <a:srgbClr val="3F3F3F"/>
      </a:accent2>
      <a:accent3>
        <a:srgbClr val="A2A2A2"/>
      </a:accent3>
      <a:accent4>
        <a:srgbClr val="A13F0B"/>
      </a:accent4>
      <a:accent5>
        <a:srgbClr val="4EB3CF"/>
      </a:accent5>
      <a:accent6>
        <a:srgbClr val="51C3F9"/>
      </a:accent6>
      <a:hlink>
        <a:srgbClr val="EE7B08"/>
      </a:hlink>
      <a:folHlink>
        <a:srgbClr val="977B2D"/>
      </a:folHlink>
    </a:clrScheme>
    <a:fontScheme name="自定义 1">
      <a:majorFont>
        <a:latin typeface="微软雅黑"/>
        <a:ea typeface="微软雅黑"/>
        <a:cs typeface=""/>
      </a:majorFont>
      <a:minorFont>
        <a:latin typeface="微软雅黑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1298</TotalTime>
  <Words>3775</Words>
  <Application>Microsoft Office PowerPoint</Application>
  <PresentationFormat>宽屏</PresentationFormat>
  <Paragraphs>259</Paragraphs>
  <Slides>15</Slides>
  <Notes>15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15</vt:i4>
      </vt:variant>
    </vt:vector>
  </HeadingPairs>
  <TitlesOfParts>
    <vt:vector size="23" baseType="lpstr">
      <vt:lpstr>Microsoft YaHei</vt:lpstr>
      <vt:lpstr>Microsoft YaHei</vt:lpstr>
      <vt:lpstr>微软雅黑 Light</vt:lpstr>
      <vt:lpstr>Arial</vt:lpstr>
      <vt:lpstr>Calibri</vt:lpstr>
      <vt:lpstr>Century Gothic</vt:lpstr>
      <vt:lpstr>Office 主题​​</vt:lpstr>
      <vt:lpstr>1_Office 主题​​</vt:lpstr>
      <vt:lpstr>PowerPoint 演示文稿</vt:lpstr>
      <vt:lpstr>主要内容</vt:lpstr>
      <vt:lpstr>研究问题、方法与目标</vt:lpstr>
      <vt:lpstr>网络拓扑与协同架构</vt:lpstr>
      <vt:lpstr>代码调用与数据流</vt:lpstr>
      <vt:lpstr>参考信号观测与信道估计</vt:lpstr>
      <vt:lpstr>资源变量与方法分工</vt:lpstr>
      <vt:lpstr>下行通信与评价</vt:lpstr>
      <vt:lpstr>WMMSE–ADMM 嵌套求解</vt:lpstr>
      <vt:lpstr>ADMM 功率约束与停止</vt:lpstr>
      <vt:lpstr>现有统计误差机制</vt:lpstr>
      <vt:lpstr>核心变量</vt:lpstr>
      <vt:lpstr>新版方案：测量可靠性驱动协同</vt:lpstr>
      <vt:lpstr>新版方案的优化变量与约束</vt:lpstr>
      <vt:lpstr>新版求解流程与实现边界</vt:lpstr>
    </vt:vector>
  </TitlesOfParts>
  <Company>Guilddesign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Template</dc:title>
  <dc:creator>Sung Ha, Park</dc:creator>
  <cp:lastModifiedBy>亚萍 宋</cp:lastModifiedBy>
  <cp:revision>7</cp:revision>
  <cp:lastPrinted>2025-12-14T09:05:23Z</cp:lastPrinted>
  <dcterms:created xsi:type="dcterms:W3CDTF">2025-12-14T09:05:23Z</dcterms:created>
  <dcterms:modified xsi:type="dcterms:W3CDTF">2026-10-21T06:55:01Z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5F83327A812F4435B25E525EBED23916_13</vt:lpwstr>
  </property>
  <property fmtid="{D5CDD505-2E9C-101B-9397-08002B2CF9AE}" pid="3" name="KSOProductBuildVer">
    <vt:lpwstr>2052-12.9.0.24013</vt:lpwstr>
  </property>
</Properties>
</file>