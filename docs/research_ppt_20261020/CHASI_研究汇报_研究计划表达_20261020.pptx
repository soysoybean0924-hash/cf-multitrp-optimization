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6.xml" ContentType="application/vnd.openxmlformats-officedocument.presentationml.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9" r:id="rId2"/>
  </p:sldMasterIdLst>
  <p:notesMasterIdLst>
    <p:notesMasterId r:id="rId18"/>
  </p:notesMasterIdLst>
  <p:handoutMasterIdLst>
    <p:handoutMasterId r:id="rId19"/>
  </p:handoutMasterIdLst>
  <p:sldIdLst>
    <p:sldId id="2531" r:id="rId3"/>
    <p:sldId id="5977" r:id="rId4"/>
    <p:sldId id="5978" r:id="rId5"/>
    <p:sldId id="5979" r:id="rId6"/>
    <p:sldId id="5980" r:id="rId7"/>
    <p:sldId id="5981" r:id="rId8"/>
    <p:sldId id="5982" r:id="rId9"/>
    <p:sldId id="5983" r:id="rId10"/>
    <p:sldId id="5984" r:id="rId11"/>
    <p:sldId id="5992" r:id="rId26"/>
    <p:sldId id="5985" r:id="rId12"/>
    <p:sldId id="5986" r:id="rId13"/>
    <p:sldId id="5987" r:id="rId14"/>
    <p:sldId id="5990" r:id="rId16"/>
    <p:sldId id="5991" r:id="rId17"/>
  </p:sldIdLst>
  <p:sldSz cx="12192000" cy="6858000"/>
  <p:notesSz cx="7099300" cy="10234613"/>
  <p:custDataLst>
    <p:tags r:id="rId20"/>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itchFamily="2" charset="-122"/>
        <a:cs typeface="+mn-cs"/>
      </a:defRPr>
    </a:lvl9pPr>
  </p:defaultTextStyle>
  <p:extLst>
    <p:ext uri="{EFAFB233-063F-42B5-8137-9DF3F51BA10A}">
      <p15:sldGuideLst xmlns:p15="http://schemas.microsoft.com/office/powerpoint/2012/main">
        <p15:guide id="1" pos="392" userDrawn="1">
          <p15:clr>
            <a:srgbClr val="A4A3A4"/>
          </p15:clr>
        </p15:guide>
        <p15:guide id="2" pos="7256" userDrawn="1">
          <p15:clr>
            <a:srgbClr val="A4A3A4"/>
          </p15:clr>
        </p15:guide>
        <p15:guide id="3" orient="horz" pos="576" userDrawn="1">
          <p15:clr>
            <a:srgbClr val="A4A3A4"/>
          </p15:clr>
        </p15:guide>
        <p15:guide id="4" orient="horz" pos="3998" userDrawn="1">
          <p15:clr>
            <a:srgbClr val="A4A3A4"/>
          </p15:clr>
        </p15:guide>
        <p15:guide id="5" orient="horz" pos="3800" userDrawn="1">
          <p15:clr>
            <a:srgbClr val="A4A3A4"/>
          </p15:clr>
        </p15:guide>
      </p15:sldGuideLst>
    </p:ext>
    <p:ext uri="{2D200454-40CA-4A62-9FC3-DE9A4176ACB9}">
      <p15:notesGuideLst xmlns:p15="http://schemas.microsoft.com/office/powerpoint/2012/main">
        <p15:guide id="1" orient="horz" pos="3452">
          <p15:clr>
            <a:srgbClr val="A4A3A4"/>
          </p15:clr>
        </p15:guide>
        <p15:guide id="2" pos="218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4" clrIdx="0"/>
  <p:cmAuthor id="2" name="lj" initials="l" lastIdx="1" clrIdx="1"/>
  <p:cmAuthor id="3" name="Jason Zhang" initials="JZ" lastIdx="12" clrIdx="2"/>
  <p:cmAuthor id="4" name="可爱的小马驹ヾ" initials="可" lastIdx="1" clrIdx="3"/>
  <p:cmAuthor id="5" name="Tyselina Zheng" initials="TZ"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F528F"/>
    <a:srgbClr val="CBCDDE"/>
    <a:srgbClr val="002B84"/>
    <a:srgbClr val="95D1E2"/>
    <a:srgbClr val="E7E8EF"/>
    <a:srgbClr val="E6E6E6"/>
    <a:srgbClr val="003399"/>
    <a:srgbClr val="C00000"/>
    <a:srgbClr val="DCF0F5"/>
    <a:srgbClr val="FBD4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82" autoAdjust="0"/>
    <p:restoredTop sz="96238" autoAdjust="0"/>
  </p:normalViewPr>
  <p:slideViewPr>
    <p:cSldViewPr showGuides="1">
      <p:cViewPr varScale="1">
        <p:scale>
          <a:sx n="82" d="100"/>
          <a:sy n="82" d="100"/>
        </p:scale>
        <p:origin x="773" y="72"/>
      </p:cViewPr>
      <p:guideLst>
        <p:guide pos="392"/>
        <p:guide pos="7256"/>
        <p:guide orient="horz" pos="576"/>
        <p:guide orient="horz" pos="3998"/>
        <p:guide orient="horz" pos="3800"/>
      </p:guideLst>
    </p:cSldViewPr>
  </p:slideViewPr>
  <p:notesTextViewPr>
    <p:cViewPr>
      <p:scale>
        <a:sx n="150" d="100"/>
        <a:sy n="150" d="100"/>
      </p:scale>
      <p:origin x="0" y="0"/>
    </p:cViewPr>
  </p:notesTextViewPr>
  <p:sorterViewPr>
    <p:cViewPr>
      <p:scale>
        <a:sx n="66" d="100"/>
        <a:sy n="66" d="100"/>
      </p:scale>
      <p:origin x="0" y="1186"/>
    </p:cViewPr>
  </p:sorterViewPr>
  <p:notesViewPr>
    <p:cSldViewPr>
      <p:cViewPr varScale="1">
        <p:scale>
          <a:sx n="30" d="100"/>
          <a:sy n="30" d="100"/>
        </p:scale>
        <p:origin x="-2261" y="-67"/>
      </p:cViewPr>
      <p:guideLst>
        <p:guide orient="horz" pos="3452"/>
        <p:guide pos="218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6"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bwMode="auto">
          <a:xfrm>
            <a:off x="0" y="1"/>
            <a:ext cx="3076575" cy="511175"/>
          </a:xfrm>
          <a:prstGeom prst="rect">
            <a:avLst/>
          </a:prstGeom>
          <a:noFill/>
          <a:ln w="9525">
            <a:noFill/>
            <a:miter lim="800000"/>
          </a:ln>
          <a:effectLst/>
        </p:spPr>
        <p:txBody>
          <a:bodyPr vert="horz" wrap="square" lIns="94263" tIns="47133" rIns="94263" bIns="47133" numCol="1" anchor="t" anchorCtr="0" compatLnSpc="1"/>
          <a:lstStyle>
            <a:lvl1pPr eaLnBrk="1" hangingPunct="1">
              <a:defRPr sz="1200">
                <a:latin typeface="Arial" panose="020B0604020202020204" pitchFamily="34" charset="0"/>
                <a:ea typeface="+mn-ea"/>
              </a:defRPr>
            </a:lvl1pPr>
          </a:lstStyle>
          <a:p>
            <a:pPr>
              <a:defRPr/>
            </a:pPr>
            <a:endParaRPr lang="en-US" altLang="zh-CN"/>
          </a:p>
        </p:txBody>
      </p:sp>
      <p:sp>
        <p:nvSpPr>
          <p:cNvPr id="95235" name="Rectangle 3"/>
          <p:cNvSpPr>
            <a:spLocks noGrp="1" noChangeArrowheads="1"/>
          </p:cNvSpPr>
          <p:nvPr>
            <p:ph type="dt" sz="quarter" idx="1"/>
          </p:nvPr>
        </p:nvSpPr>
        <p:spPr bwMode="auto">
          <a:xfrm>
            <a:off x="4021139" y="1"/>
            <a:ext cx="3076575" cy="511175"/>
          </a:xfrm>
          <a:prstGeom prst="rect">
            <a:avLst/>
          </a:prstGeom>
          <a:noFill/>
          <a:ln w="9525">
            <a:noFill/>
            <a:miter lim="800000"/>
          </a:ln>
          <a:effectLst/>
        </p:spPr>
        <p:txBody>
          <a:bodyPr vert="horz" wrap="square" lIns="94263" tIns="47133" rIns="94263" bIns="47133" numCol="1" anchor="t" anchorCtr="0" compatLnSpc="1"/>
          <a:lstStyle>
            <a:lvl1pPr algn="r" eaLnBrk="1" hangingPunct="1">
              <a:defRPr sz="1200">
                <a:latin typeface="Arial" panose="020B0604020202020204" pitchFamily="34" charset="0"/>
                <a:ea typeface="+mn-ea"/>
              </a:defRPr>
            </a:lvl1pPr>
          </a:lstStyle>
          <a:p>
            <a:pPr>
              <a:defRPr/>
            </a:pPr>
            <a:endParaRPr lang="en-US" altLang="zh-CN"/>
          </a:p>
        </p:txBody>
      </p:sp>
      <p:sp>
        <p:nvSpPr>
          <p:cNvPr id="95236"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4263" tIns="47133" rIns="94263" bIns="47133" numCol="1" anchor="b" anchorCtr="0" compatLnSpc="1"/>
          <a:lstStyle>
            <a:lvl1pPr eaLnBrk="1" hangingPunct="1">
              <a:defRPr sz="1200">
                <a:latin typeface="Arial" panose="020B0604020202020204" pitchFamily="34" charset="0"/>
                <a:ea typeface="+mn-ea"/>
              </a:defRPr>
            </a:lvl1pPr>
          </a:lstStyle>
          <a:p>
            <a:pPr>
              <a:defRPr/>
            </a:pPr>
            <a:endParaRPr lang="en-US" altLang="zh-CN"/>
          </a:p>
        </p:txBody>
      </p:sp>
      <p:sp>
        <p:nvSpPr>
          <p:cNvPr id="95237" name="Rectangle 5"/>
          <p:cNvSpPr>
            <a:spLocks noGrp="1" noChangeArrowheads="1"/>
          </p:cNvSpPr>
          <p:nvPr>
            <p:ph type="sldNum" sz="quarter" idx="3"/>
          </p:nvPr>
        </p:nvSpPr>
        <p:spPr bwMode="auto">
          <a:xfrm>
            <a:off x="4021139" y="9721850"/>
            <a:ext cx="3076575" cy="511175"/>
          </a:xfrm>
          <a:prstGeom prst="rect">
            <a:avLst/>
          </a:prstGeom>
          <a:noFill/>
          <a:ln w="9525">
            <a:noFill/>
            <a:miter lim="800000"/>
          </a:ln>
          <a:effectLst/>
        </p:spPr>
        <p:txBody>
          <a:bodyPr vert="horz" wrap="square" lIns="94263" tIns="47133" rIns="94263" bIns="47133" numCol="1" anchor="b" anchorCtr="0" compatLnSpc="1"/>
          <a:lstStyle>
            <a:lvl1pPr algn="r" eaLnBrk="1" hangingPunct="1">
              <a:defRPr sz="1200">
                <a:latin typeface="Arial" panose="020B0604020202020204" pitchFamily="34" charset="0"/>
                <a:ea typeface="宋体" pitchFamily="2" charset="-122"/>
              </a:defRPr>
            </a:lvl1pPr>
          </a:lstStyle>
          <a:p>
            <a:pPr>
              <a:defRPr/>
            </a:pPr>
            <a:fld id="{FEB6453C-91E2-453A-8CFB-E8A5E658B759}"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76575" cy="511175"/>
          </a:xfrm>
          <a:prstGeom prst="rect">
            <a:avLst/>
          </a:prstGeom>
        </p:spPr>
        <p:txBody>
          <a:bodyPr vert="horz" lIns="94263" tIns="47133" rIns="94263" bIns="47133" rtlCol="0"/>
          <a:lstStyle>
            <a:lvl1pPr algn="l" eaLnBrk="1" hangingPunct="1">
              <a:defRPr sz="1200">
                <a:latin typeface="Arial" panose="020B0604020202020204" pitchFamily="34" charset="0"/>
                <a:ea typeface="+mn-ea"/>
              </a:defRPr>
            </a:lvl1pPr>
          </a:lstStyle>
          <a:p>
            <a:pPr>
              <a:defRPr/>
            </a:pPr>
            <a:endParaRPr lang="zh-CN" altLang="en-US"/>
          </a:p>
        </p:txBody>
      </p:sp>
      <p:sp>
        <p:nvSpPr>
          <p:cNvPr id="3" name="日期占位符 2"/>
          <p:cNvSpPr>
            <a:spLocks noGrp="1"/>
          </p:cNvSpPr>
          <p:nvPr>
            <p:ph type="dt" idx="1"/>
          </p:nvPr>
        </p:nvSpPr>
        <p:spPr>
          <a:xfrm>
            <a:off x="4021139" y="1"/>
            <a:ext cx="3076575" cy="511175"/>
          </a:xfrm>
          <a:prstGeom prst="rect">
            <a:avLst/>
          </a:prstGeom>
        </p:spPr>
        <p:txBody>
          <a:bodyPr vert="horz" lIns="94263" tIns="47133" rIns="94263" bIns="47133" rtlCol="0"/>
          <a:lstStyle>
            <a:lvl1pPr algn="r" eaLnBrk="1" hangingPunct="1">
              <a:defRPr sz="1200">
                <a:latin typeface="Arial" panose="020B0604020202020204" pitchFamily="34" charset="0"/>
                <a:ea typeface="+mn-ea"/>
              </a:defRPr>
            </a:lvl1pPr>
          </a:lstStyle>
          <a:p>
            <a:pPr>
              <a:defRPr/>
            </a:pPr>
            <a:fld id="{F6709892-4A62-41CA-BB2D-19E92E32BA1A}" type="datetimeFigureOut">
              <a:rPr lang="zh-CN" altLang="en-US"/>
              <a:t>2026/10/20</a:t>
            </a:fld>
            <a:endParaRPr lang="zh-CN" altLang="en-US"/>
          </a:p>
        </p:txBody>
      </p:sp>
      <p:sp>
        <p:nvSpPr>
          <p:cNvPr id="4" name="幻灯片图像占位符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4263" tIns="47133" rIns="94263" bIns="47133" rtlCol="0" anchor="ctr"/>
          <a:lstStyle/>
          <a:p>
            <a:pPr lvl="0"/>
            <a:endParaRPr lang="zh-CN" altLang="en-US" noProof="0"/>
          </a:p>
        </p:txBody>
      </p:sp>
      <p:sp>
        <p:nvSpPr>
          <p:cNvPr id="5" name="备注占位符 4"/>
          <p:cNvSpPr>
            <a:spLocks noGrp="1"/>
          </p:cNvSpPr>
          <p:nvPr>
            <p:ph type="body" sz="quarter" idx="3"/>
          </p:nvPr>
        </p:nvSpPr>
        <p:spPr>
          <a:xfrm>
            <a:off x="709613" y="4859338"/>
            <a:ext cx="5680075" cy="4606925"/>
          </a:xfrm>
          <a:prstGeom prst="rect">
            <a:avLst/>
          </a:prstGeom>
        </p:spPr>
        <p:txBody>
          <a:bodyPr vert="horz" lIns="94263" tIns="47133" rIns="94263" bIns="47133"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50"/>
            <a:ext cx="3076575" cy="511175"/>
          </a:xfrm>
          <a:prstGeom prst="rect">
            <a:avLst/>
          </a:prstGeom>
        </p:spPr>
        <p:txBody>
          <a:bodyPr vert="horz" lIns="94263" tIns="47133" rIns="94263" bIns="47133" rtlCol="0" anchor="b"/>
          <a:lstStyle>
            <a:lvl1pPr algn="l" eaLnBrk="1" hangingPunct="1">
              <a:defRPr sz="1200">
                <a:latin typeface="Arial" panose="020B0604020202020204" pitchFamily="34" charset="0"/>
                <a:ea typeface="+mn-ea"/>
              </a:defRPr>
            </a:lvl1pPr>
          </a:lstStyle>
          <a:p>
            <a:pPr>
              <a:defRPr/>
            </a:pPr>
            <a:endParaRPr lang="zh-CN" altLang="en-US"/>
          </a:p>
        </p:txBody>
      </p:sp>
      <p:sp>
        <p:nvSpPr>
          <p:cNvPr id="7" name="灯片编号占位符 6"/>
          <p:cNvSpPr>
            <a:spLocks noGrp="1"/>
          </p:cNvSpPr>
          <p:nvPr>
            <p:ph type="sldNum" sz="quarter" idx="5"/>
          </p:nvPr>
        </p:nvSpPr>
        <p:spPr>
          <a:xfrm>
            <a:off x="4021139" y="9721850"/>
            <a:ext cx="3076575" cy="511175"/>
          </a:xfrm>
          <a:prstGeom prst="rect">
            <a:avLst/>
          </a:prstGeom>
        </p:spPr>
        <p:txBody>
          <a:bodyPr vert="horz" wrap="square" lIns="94263" tIns="47133" rIns="94263" bIns="47133" numCol="1" anchor="b" anchorCtr="0" compatLnSpc="1"/>
          <a:lstStyle>
            <a:lvl1pPr algn="r" eaLnBrk="1" hangingPunct="1">
              <a:defRPr sz="1200">
                <a:latin typeface="Arial" panose="020B0604020202020204" pitchFamily="34" charset="0"/>
                <a:ea typeface="宋体" pitchFamily="2" charset="-122"/>
              </a:defRPr>
            </a:lvl1pPr>
          </a:lstStyle>
          <a:p>
            <a:pPr>
              <a:defRPr/>
            </a:pPr>
            <a:fld id="{20B90B85-D45D-43B0-886B-48C061D8B8B2}" type="slidenum">
              <a:rPr lang="zh-CN" altLang="en-US"/>
              <a:t>‹#›</a:t>
            </a:fld>
            <a:endParaRPr lang="zh-CN"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3038" y="796925"/>
            <a:ext cx="7069137" cy="3976688"/>
          </a:xfrm>
        </p:spPr>
      </p:sp>
      <p:sp>
        <p:nvSpPr>
          <p:cNvPr id="3" name="备注占位符 2"/>
          <p:cNvSpPr>
            <a:spLocks noGrp="1"/>
          </p:cNvSpPr>
          <p:nvPr>
            <p:ph type="body" idx="1"/>
          </p:nvPr>
        </p:nvSpPr>
        <p:spPr/>
        <p:txBody>
          <a:bodyPr/>
          <a:lstStyle/>
          <a:p>
            <a:r>
              <a:rPr dirty="0" err="1"/>
              <a:t>研究对象：茶思任务中的非理想SRS</a:t>
            </a:r>
            <a:r>
              <a:rPr dirty="0"/>
              <a:t>/</a:t>
            </a:r>
            <a:r>
              <a:rPr dirty="0" err="1"/>
              <a:t>CSI与用户中心多TRP协同</a:t>
            </a:r>
            <a:r>
              <a:rPr dirty="0"/>
              <a:t>。</a:t>
            </a:r>
          </a:p>
          <a:p>
            <a:endParaRPr dirty="0"/>
          </a:p>
          <a:p>
            <a:r>
              <a:rPr dirty="0" err="1"/>
              <a:t>讲解从茶思原始难题开始：非理想</a:t>
            </a:r>
            <a:r>
              <a:rPr dirty="0"/>
              <a:t> SRS/CSI </a:t>
            </a:r>
            <a:r>
              <a:rPr dirty="0" err="1"/>
              <a:t>下，多</a:t>
            </a:r>
            <a:r>
              <a:rPr dirty="0"/>
              <a:t> TRP </a:t>
            </a:r>
            <a:r>
              <a:rPr dirty="0" err="1"/>
              <a:t>协同需要兼顾边缘体验、跨资源功率与规模。标题中的“优化研究”对应当前已实现的矩阵</a:t>
            </a:r>
            <a:r>
              <a:rPr dirty="0"/>
              <a:t> WMMSE </a:t>
            </a:r>
            <a:r>
              <a:rPr dirty="0" err="1"/>
              <a:t>与集中式</a:t>
            </a:r>
            <a:r>
              <a:rPr dirty="0"/>
              <a:t> ADMM，也包含尚未完成的鲁棒扩展；不要把本汇报说成完整验收。下一页给出四段阅读顺序。追问：成果是否已达标？目前只能说同输入数值对拍和功率可行有记录，正式规模收敛及新版效果未证实。</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a:t>本页给出四段讲述顺序。第一部分界定困难、目标与物理网络；第二部分沿通信变量讲建模与当前求解；第三部分说明非均匀误差和现有证据；第四部分</a:t>
            </a:r>
            <a:r>
              <a:rPr lang="zh-CN" altLang="en-US" dirty="0"/>
              <a:t>单列</a:t>
            </a:r>
            <a:r>
              <a:rPr dirty="0"/>
              <a:t>202610版系统方案。每段均区分原始任务、当前实现、已验证结果与研究设想。</a:t>
            </a:r>
          </a:p>
          <a:p>
            <a:endParaRPr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t>2</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本页回答“</a:t>
            </a:r>
            <a:r>
              <a:rPr dirty="0" err="1"/>
              <a:t>困难为什么需要这些方法</a:t>
            </a:r>
            <a:r>
              <a:rPr dirty="0"/>
              <a:t>”。</a:t>
            </a:r>
            <a:r>
              <a:rPr dirty="0" err="1"/>
              <a:t>按每行从左到右读：不同</a:t>
            </a:r>
            <a:r>
              <a:rPr dirty="0"/>
              <a:t> UE–TRP </a:t>
            </a:r>
            <a:r>
              <a:rPr dirty="0" err="1"/>
              <a:t>的测量质量导致条件误差不同，当前用链路统计</a:t>
            </a:r>
            <a:r>
              <a:rPr dirty="0"/>
              <a:t> C </a:t>
            </a:r>
            <a:r>
              <a:rPr dirty="0" err="1"/>
              <a:t>进入接收与预编码；边缘</a:t>
            </a:r>
            <a:r>
              <a:rPr dirty="0"/>
              <a:t> UE </a:t>
            </a:r>
            <a:r>
              <a:rPr dirty="0" err="1"/>
              <a:t>协同受有用信号和干扰共同影响，用用户中心服务和</a:t>
            </a:r>
            <a:r>
              <a:rPr dirty="0"/>
              <a:t> WMMSE 更新；273 RB </a:t>
            </a:r>
            <a:r>
              <a:rPr dirty="0" err="1"/>
              <a:t>使各资源组共享</a:t>
            </a:r>
            <a:r>
              <a:rPr dirty="0"/>
              <a:t> TRP </a:t>
            </a:r>
            <a:r>
              <a:rPr dirty="0" err="1"/>
              <a:t>功率预算，当前集中式</a:t>
            </a:r>
            <a:r>
              <a:rPr dirty="0"/>
              <a:t> ADMM </a:t>
            </a:r>
            <a:r>
              <a:rPr dirty="0" err="1"/>
              <a:t>做联合投影。右侧列的是应检验的量，不是已经达成的效果。当前尚未实现椭球最坏情况或</a:t>
            </a:r>
            <a:r>
              <a:rPr dirty="0"/>
              <a:t> TRP </a:t>
            </a:r>
            <a:r>
              <a:rPr dirty="0" err="1"/>
              <a:t>本地分布式。第</a:t>
            </a:r>
            <a:r>
              <a:rPr dirty="0"/>
              <a:t> 4 </a:t>
            </a:r>
            <a:r>
              <a:rPr dirty="0" err="1"/>
              <a:t>页转到真实七站拓扑</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回答：七站三扇区、UE</a:t>
            </a:r>
            <a:r>
              <a:rPr dirty="0"/>
              <a:t> </a:t>
            </a:r>
            <a:r>
              <a:rPr dirty="0" err="1"/>
              <a:t>空间分布、服务关系和</a:t>
            </a:r>
            <a:r>
              <a:rPr dirty="0"/>
              <a:t> CPU </a:t>
            </a:r>
            <a:r>
              <a:rPr dirty="0" err="1"/>
              <a:t>分工。左图是</a:t>
            </a:r>
            <a:r>
              <a:rPr dirty="0"/>
              <a:t> MATLAB 输出的真实坐标；全部210个 UE </a:t>
            </a:r>
            <a:r>
              <a:rPr dirty="0" err="1"/>
              <a:t>均为独立散点，未重复画点。MATLAB</a:t>
            </a:r>
            <a:r>
              <a:rPr dirty="0"/>
              <a:t> lines(7)</a:t>
            </a:r>
            <a:r>
              <a:rPr dirty="0" err="1"/>
              <a:t>颜色按</a:t>
            </a:r>
            <a:r>
              <a:rPr dirty="0"/>
              <a:t> home </a:t>
            </a:r>
            <a:r>
              <a:rPr dirty="0" err="1"/>
              <a:t>所在站</a:t>
            </a:r>
            <a:r>
              <a:rPr dirty="0"/>
              <a:t> S1–S7：S1蓝、S2橙、S3黄、S4紫、S5绿、S6青、S7洋红/</a:t>
            </a:r>
            <a:r>
              <a:rPr dirty="0" err="1"/>
              <a:t>暗红。颜色不是调度或完整服务集合。右图</a:t>
            </a:r>
            <a:r>
              <a:rPr dirty="0"/>
              <a:t> UE7 的 home=T01，服务集合 T01/T02；两TRP共址，服务连线可能重合。CPU 为逻辑协调节点，不是实际部署坐标。原材料规定每小区10–20 UE、小区内均匀分布；当前10 UE/小区，总210。chasi_geometry_from_samples.m </a:t>
            </a:r>
            <a:r>
              <a:rPr dirty="0" err="1"/>
              <a:t>以中心</a:t>
            </a:r>
            <a:r>
              <a:rPr dirty="0"/>
              <a:t>(450,450)m、外围6站距中心300m生成；每站三个 TRP </a:t>
            </a:r>
            <a:r>
              <a:rPr dirty="0" err="1"/>
              <a:t>共址；UE</a:t>
            </a:r>
            <a:r>
              <a:rPr dirty="0"/>
              <a:t> 在每扇区25–150m环扇区，以 θ=</a:t>
            </a:r>
            <a:r>
              <a:rPr dirty="0" err="1"/>
              <a:t>φ_l</a:t>
            </a:r>
            <a:r>
              <a:rPr dirty="0"/>
              <a:t>+(v−1/2)2π/3 与 r=sqrt(rmin²+u(rmax²−rmin²))采样，因此面积均匀。25–150m边界是项目假设。home </a:t>
            </a:r>
            <a:r>
              <a:rPr dirty="0" err="1"/>
              <a:t>为生成扇区，服务集合为</a:t>
            </a:r>
            <a:r>
              <a:rPr dirty="0"/>
              <a:t> home </a:t>
            </a:r>
            <a:r>
              <a:rPr dirty="0" err="1"/>
              <a:t>加最近活动</a:t>
            </a:r>
            <a:r>
              <a:rPr dirty="0"/>
              <a:t> TRP，当前上限2。扇形不是无干扰硬覆盖。下一页沿变量看执行链。追问：紫色点是什么？是初始归属 S4 </a:t>
            </a:r>
            <a:r>
              <a:rPr dirty="0" err="1"/>
              <a:t>的真实</a:t>
            </a:r>
            <a:r>
              <a:rPr dirty="0"/>
              <a:t> 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沿编号讲真实执行顺序。chasi_run.m 调 chasi_generate_scene.m → chasi_generate_traffic.m → chasi_matrix_wmmse.m → chasi_evaluate.m，当前是原生 MATLAB 求解，不再经旧 Python 桥接。Htrue 参与仿真测量生成及最后评价；非理想优化输入 Ĥ、C。b/χ/r/ν 为规则生成，w 为求解量。历史 GA/PSO 与正式链未接通。db9d7e3。</a:t>
            </a:r>
          </a:p>
          <a:p>
            <a:endParaRPr/>
          </a:p>
          <a:p>
            <a:r>
              <a:t>按左到右读真实执行链：几何与业务生成真信道 Htrue；等效 CSI-RS/SRS 质量形成估计 Hhat 和条件误差 C；关联 b、调度 χ、流数 r 和资源权重 ν 由规则固定；矩阵 WMMSE–ADMM 优化含幅度的 w；同一 w 放到 Htrue 上计算速率、体验代理和空口功率。真信道用于仿真生成与最后评价，非理想分支求解使用 Hhat、C。历史搜索链没有调用该正式求解器。下一页拆开测量主体。老师若问“是否已真实协议实现”，回答这是等效测量和集中仿真。</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本页按三阶段讲：真实下行信道 Htrue → 参考信号观测 → 后验估计 Hhat 与误差协方差 C。k 为 UE，l 为 TRP，g 为资源组。Htrue 和 Hhat 均为 4×64：4 个 UE 下行接收维度，64 个 TRP 下行发射端口。物理方向是 UE 发上行 SRS、TRP 接收；TRP 发下行 CSI-RS、UE 观测。图中两个 Y 公式是当前代码的等效观测模型，不是参考信号波形或空口收发链。</a:t>
            </a:r>
          </a:p>
          <a:p>
            <a:r>
              <a:t>默认 awgn_independent 模式先计算链路增益 β 和接收相关矩阵 Rrx，设先验 P0=βRrx（4×4）。仿真先生成 Htrue=sqrt(β) chol(Rrx) Ξ，再生成 CSI-RS 等效观测 Yc=Htrue+Nc，其中 Nc 为 4×64 独立复高斯噪声。对已被当前 SRS 跳频测到的资源组，令 S 为 2×4 行选择矩阵，默认选择第 1、2 个接收行；Ys=S Htrue+Ns，其中 Ns 为 2×64 独立复高斯噪声。未测到的组没有 SRS 更新项。</a:t>
            </a:r>
          </a:p>
          <a:p>
            <a:r>
              <a:t>噪声方差把测量质量和年龄合在一起：nc=β·10^(−γc,dB/10)·exp(2ac/Tc)，ns=β·10^(−γs,dB/10)·exp(2as/Tc)。γc,dB 对应 CSI-RS 配置，γs,dB 对应 SRS 导频配置；ac、as 是各自观测年龄，Tc 是相干时间。观测越旧或标称 SNR 越低，噪声方差越大，后验对该观测赋予的精度越小。这里的噪声是归一化复高斯等效噪声，不是实际波形样本。</a:t>
            </a:r>
          </a:p>
          <a:p>
            <a:r>
              <a:t>默认独立观测分支的后验精度 A=P0^−1+I4/nc+SᴴS/ns，信息项 B=Yc/nc+SᴴYs/ns；输出 C=A^−1，Hhat=C B。未测 SRS 时删去两个含 ns 的项。C 是每个 64 维发射列所共享的 4×4 接收侧条件误差协方差；列间按模型独立，因此按列向量化后的完整 256×256 误差协方差为 I64⊗C。它不是 64×64 发射侧协方差。若切换到 pilot_reuse_gaussian 模式，SRS 更新改由复用相关观测实现，本页公式只对应当前默认模式。</a:t>
            </a:r>
          </a:p>
          <a:p>
            <a:r>
              <a:t>端口与互易性边界：配置给 UE 两个上行发射端口、四个下行接收端口。代码未构造独立的 64×2 上行传播矩阵，也未实施 TDD 射频校准或显式上行到下行矩阵变换；它直接把上行 SRS 抽象成同一 4×64 下行 Htrue 的第 1、2 接收行观测。因而这里隐含了这两个 SRS 端口与所选下行接收行可对应、传播可互易的理想化映射假设。不要把该等效构造解释为已验证的实际端口互易实现。</a:t>
            </a:r>
          </a:p>
          <a:p>
            <a:r>
              <a:t>源码依据：matlab/chasi/chasi_config.m 的默认 srsMode、srsRxRows、ueRxPorts、ueTxPorts；matlab/chasi/chasi_generate_scene.m 中真实信道、CSI-RS/SRS 等效观测及后验计算。</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讲述衔接：上一页生成估计信道与误差协方差；本页固定一个资源组 g，省略 g，说明给定数据流和预编码后，一次多流下行传输在符号层怎样形成。s_j∈C^(r×1) 是 UE j 的 r 条复数据流，w_lj∈C^(64×r) 是 TRP l 对 UE j 的预编码块；服务掩码为零的链路 w_lj=0。x_l=Σ_j w_lj s_j∈C^(64×1)，第 m 个发射端口的叠加式为 x_l[m]=Σ_jΣ_(a=1)^r w_lj[m,a] s_j[a]。因此每个端口都可能叠加多个 UE 的多条流，并由复权重控制幅度和相位。</a:t>
            </a:r>
          </a:p>
          <a:p>
            <a:r>
              <a:t>Htrue_kl∈C^(4×64) 是 TRP l 到 UE k 的真实下行信道；y_k=Σ_l Htrue_kl x_l+n_k∈C^(4×1)，n_k∈C^(4×1)。令 G_kj=Σ_l Htrue_kl w_lj∈C^(4×r)，则完整展开为 y_k=G_kk s_k+Σ_(j≠k)G_kj s_j+n_k。第一项是 UE k 的有用信号，同资源组其他 UE 的数据形成干扰。A_k∈C^(4×r) 是接收合并矩阵，ŝ_k=A_k^H y_k∈C^(r×1)。跨 TRP 的同一 UE 流先进行复数相加，依赖模型中的理想相位同步与共享数据假设。这里展示的是符号级等效链，程序没有合成射频波形。</a:t>
            </a:r>
          </a:p>
          <a:p>
            <a:r>
              <a:t>变量表（本页与前页沿用）：k 为 UE，l 为 TRP，g 为资源组，j 为同组 UE；b_kg 是组调度布尔量，χ_lkg 是服务关联布尔量，r 是流数，ν_g 是资源组权重/占用 RB 比例。Htrue_klg∈C^(4×64) 是仿真真信道，Hhat_klg∈C^(4×64) 是估计信道，C_klg∈C^(4×4) 是接收侧条件误差协方差。w_ljg∈C^(64×r) 是本轮实际优化的复预编码；A_kg∈C^(4×r) 是 WMMSE 接收器，E_kg 与 Ω_kg 分别为 r×r 的 MSE 矩阵及逆 MSE 权重；P_l 是每 TRP 的跨组功率预算。</a:t>
            </a:r>
          </a:p>
          <a:p>
            <a:r>
              <a:t>原第 7 页慢层／快层说明移至此处：历史 GA/PSO 慢层候选搜索及其旧评价器是独立研究链，候选含 PF 指数、连接数、调度阈值、rank 门限和修复参数，尚未直接接入当前正式场景。当前正式快层由规则给定 b、χ、r、ν，以 Hhat、C 设计 w；矩阵 WMMSE 更新 A、E、Ω，集中式 ADMM 更新可行 w，并对每 TRP 的跨资源组加权总功率施加预算。慢层到正式快层的统一候选编码与评价接口仍是拟研究内容，不能把两条链画成已经联动。</a:t>
            </a:r>
          </a:p>
          <a:p>
            <a:r>
              <a:t>口径边界：此页的 A_k^H y_k 解释接收合并；优化器的 A_k 根据估计信道和误差统计求得。下一页最终物理速率在 Htrue 上用 log-det 协方差公式评价，并不显式生成每个符号的 ŝ_k。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衔接：上一页给出 x_l、y_k 和有用/干扰分解。这里固定求解得到的同一预编码 w，用仿真真实信道 Htrue 重算物理速率，不把真信道偷用于非理想分支的预编码求解。每资源组令 G_kjg=Σ_l Htrue_klg w_ljg（4×r），R_int,kg=I4+Σ_(j≠k)G_kjg G_kjg^H，R_all,kg=R_int,kg+G_kkg G_kkg^H。频谱效率 SE_kg=max{0,[ln det(R_all,kg)−ln det(R_int,kg)]/ln2}，单位 bit/s/Hz。程序用单位噪声归一化、同 UE 跨 TRP 的复数相干和，未在这里显式应用上一页的接收合并矩阵。</a:t>
            </a:r>
          </a:p>
          <a:p>
            <a:r>
              <a:t>设 ν_g=该组实际发射 RB 数/273，Δf 为子载波间隔（默认 30 kHz），Δt 为 TTI 时长（默认 1 ms）。静态每 TTI 容量代理 B_kg=SE_kg·(273ν_g)·12·Δf·Δt，单位 bit/TTI。程序同时把 Σ_gν_g SE_kg 作为每 UE 加权物理频谱效率；一个 RB 按 12 个子载波换算。该代理尚未扣除实际控制开销、编码效率或 HARQ。</a:t>
            </a:r>
          </a:p>
          <a:p>
            <a:r>
              <a:t>默认静态业务评价使用由突发业务生成的三个 UE×TTI 布尔掩码 busy、tail、terminal，并非显式队列交付。令 M_kt=busy_kt∧¬terminal_kt，D_kt=2/7 当 tail=true，否则为 1。代理比特量 V_k=Σ_g B_kg Σ_t M_kt D_kt；有效样本数 N_k=Σ_t M_kt（仅对已调度 UE）。体验 E_k=V_k/[N_k·Δt]/10^6，单位 Mbps。所有资源组在同一时间窗上按该掩码加权，因此 V_k 应称容量或交付代理，不能称真实队列出队量。</a:t>
            </a:r>
          </a:p>
          <a:p>
            <a:r>
              <a:t>默认统计窗口是半开区间 [0,T) TTI（默认 T=340）。每个突发的末 TTI 从有效样本排除；尾段有效 TTI 乘 2/7 需求系数。没有有效样本的 UE 的体验值记为 NaN，并单独报告人数；有效用户均值与低 5% 分位只使用有有效样本的集合，同时另报把无有效样本 UE 置零后的低 5% 指标。静态路径没有队列状态，也不结转未完成业务；若突发触及窗口终点，生成器把窗口末 TTI 标为 terminal 并排除。可选动态回放路径才有显式 queue、min(queue,capacity) 交付和未完成突发指标，不能混为本页默认结果。</a:t>
            </a:r>
          </a:p>
          <a:p>
            <a:r>
              <a:t>功率：p_lg=Σ_j||w_ljg||_F² 是 TRP l 在资源组 g 的预编码平方和，单位按模型归一化为 W。跨组共享预算所约束和报告的是 P_l^weighted=Σ_gν_g p_lg；程序还报告 TRP 加权功率均值、最大值和总辐射功率，不包括功放、基带及前传能耗。下一页从评价回到 w 的 WMMSE–ADMM 求解更新。源码依据：matlab/chasi/chasi_evaluate.m、chasi_traffic.m、chasi_generate_scene.m、chasi_matrix_wmmse.m。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本页固定资源组 g 的发送模型沿用前页：w_lkg 是 TRP l 到 UE k 在组 g 的 64×r 预编码块。b_kg 表示 UE k 是否在组 g 调度，χ_lkg 表示 TRP l 是否参与服务；代码以 servingMask 和该组用户列表只创建允许的块，其余块始终为零。当前默认 solver 为 matrix_statistical，使用估计信道 Hhat 与 4×4 估计误差协方差 C。真实信道 Htrue 只用于后续评价。</a:t>
            </a:r>
          </a:p>
          <a:p>
            <a:r>
              <a:t>目标函数：最大化 Σ_g ν_g Σ_{k∈K_g} R_est,kg(w)，R_est,kg(w)=−log₂det E_kg(w)，单位 bit/s/Hz。这里 E_kg 是在当前 w、Hhat、C 下的 MMSE 误差矩阵，已包含其他 UE 干扰与估计误差项。ν_g=该资源组传输 RB 数/总 RB 数，代码中总 RB 数为 273；因此加权求和依然按 bit/s/Hz 展示，不是 Mbps。默认总速率分支 η_kg=1，没有 PF floor。</a:t>
            </a:r>
          </a:p>
          <a:p>
            <a:r>
              <a:t>约束：对每个 TRP l，Σ_g ν_g Σ_k‖w_lkg‖_F²≤P_l。配置默认 P_l=20 W；此为跨资源组加权预算，并非逐组预算。若 b_kg=0 或 χ_lkg=0，则 w_lkg=0；这由服务掩码在初始化、ADMM 更新与投影中保持。</a:t>
            </a:r>
          </a:p>
          <a:p>
            <a:r>
              <a:t>可选的 matrix_pf_* 分支才采用平滑 PF：U(w)=Σ_{k∈已调度}ln(1+R_est,k(w)/R_floor)，R_est,k=Σ_gν_g R_est,kg；R_floor=0.01 bit/s/Hz。链式求导得 ∂U/∂R_est,k=1/(R_est,k+R_floor)，源码使用 1/max(R_est,k+R_floor,R_floor)，然后以已调度用户的权重中位数归一化作为 η；默认分支不执行这一项。</a:t>
            </a:r>
          </a:p>
          <a:p>
            <a:r>
              <a:t>本页优化的是估计信道下的总频谱效率。最终边缘体验评价重新使用 Htrue 求物理速率，乘有效时间与频谱资源换算为 bit/TTI、Mbps，并按业务样本统计低 5% 等指标；所以该目标只是预编码的代理目标，不等同于最终边缘体验指标。衔接：明确目标和约束后，下一页展示每一轮怎样由当前 w 构造 WMMSE 二次子问题，再用 ADMM 更新 w。</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这一页只描述固定接收器 A、MSE 权重 Ω 和用户效用权重 η 后的预编码块更新。当前源码中的固定量子问题为 min_{w∈M∩C} Σ_g ν_g[⟨w_g,𝒬_g w_g⟩−2 Re⟨B_g,w_g⟩]，其中 M 为服务掩码，C 为每个 TRP 的跨组功率集合。Ω 正定、η 非负、C_klg 半正定时，𝒬_g 半正定，因此这是受凸约束的凸二次问题；并不意味着联合 WMMSE 外层问题整体凸。M_kg=η_kg A_kg Ω_kg A_kg^H，B_lkg=Ĥ_klg^H A_kg Ω_kg η_kg，D_lg=Σ_k Re tr(M_kg C_klg)。𝒬_g 对某流块 x_ljg 的作用为 Σ_k Ĥ_klg^H M_kg(Σ_{l'} Ĥ_kl'g x_l'jg)+D_lg x_ljg，随后应用服务掩码。</a:t>
            </a:r>
          </a:p>
          <a:p>
            <a:r>
              <a:t>使用缩放对偶 u 时，增广目标为上述二次项 + (ρ/2)Σ_g‖x_g−z_g+u_g‖_F²（省略与 x、z 无关的常数）。求导得到 (ν_g𝒬_g+ρ𝕀/2)x_g=ν_gB_g+ρ(z_g−u_g)/2，与源码的 apply 和 rhs 系数一致。源码变量 dual 即本页 u，原图 y 也曾表示同一缩放对偶；改用 u 避免与物理接收信号 y_k 混淆。CG 不显式形成巨大的 𝒬 矩阵，而反复调用线性算子求近似解，并单独报告相对线性残差。</a:t>
            </a:r>
          </a:p>
          <a:p>
            <a:r>
              <a:t>令 v=x⁺+u，z⁺=Π_C(v) 在所有组上联合执行：对每个 TRP l 强制 Σ_gν_gΣ_j‖z_ljg‖_F²≤P_l，未关联块先由掩码置零；功率超限时源码二分拉格朗日乘子 λ_l，并按 z_lg=v_lg/(1+λ_lν_g) 缩放。这是欧氏投影，不能把共享预算拆成独立逐组预算。之后 u⁺=u+x⁺−z⁺。</a:t>
            </a:r>
          </a:p>
          <a:p>
            <a:r>
              <a:t>内层记录 r_pri=‖x⁺−z⁺‖_F、r_dual=ρ‖z⁺−z‖_F，并同时要求它们小于各自绝对/相对容差以及 CG 相对残差达标；ρ 可能每 10 轮自适应，变更时源码重缩放 dual。外层另在返回可行 z 后重算目标，检查目标相对变化、预编码相对变化以及最近 ADMM 是否停止。功率可行、数值对拍、内层收敛与外层停止是不同判断。</a:t>
            </a:r>
          </a:p>
          <a:p>
            <a:r>
              <a:t>运行状态按当前仓库最新保存记录核对：CHASI_ADMM_BUDGET_210_20261018.json 为固定初始 A/Ω 的 210 UE 子问题，12、24、48 轮上限均未收敛；将上限设为 96 时实际第 52 轮满足内层判据，且功率违规为 0。CHASI_PARITY_420_20261019.json 的 420 UE 完整运行，MATLAB 与 Python 同报 max_outer_iterations_with_latest_inexact_admm，功率违规为 0；它不能证明外层收敛。上述是保存日志而非本次重新运行结果。旧页中的“功率可行≠数值对拍通过≠ADMM 收敛≠WMMSE 外层停止”已移至本备注。</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上半页是现有实现的统计误差设计，不是最坏情况鲁棒集合。估计信道 Ĥ_klg∈ℂ^{4×64}，条件误差协方差 C_klg∈ℂ^{4×4}。当前等效观测形成每链路/组的 C；它进入接收协方差的 Σ_l p_lg C_klg，改变 MMSE 接收器 A、MSE E 和权重 Ω。固定 A/Ω/η 后，M_kg=η_kg A_kg Ω_kg A_kg^H，D_lg=Σ_k Re tr(M_kg C_klg)；D_lg 进入二次算子 𝒬 的对角误差项，从而改变预编码 w。当前统计模型利用先验、CSI-RS 与 SRS 等效观测的精度信息，观测缺失时用可用信息，测量质量与年龄如何映射到误差参数应据具体生成过程核对。</a:t>
            </a:r>
          </a:p>
          <a:p>
            <a:r>
              <a:t>下半页是拟研究的集合：ΔH∈ℂ^{4×64}，按列向量化 Δh=vec(ΔH)∈ℂ^{256}，用 Δh^HΣ^{-1}Δh≤c_α 表示非均匀误差。链路之间可有不同协方差尺度；一条链路内部，Σ 的特征方向和特征值表达不同方向的不确定性。此集合尚未进入当前 WMMSE–ADMM 正式求解，也不预设边缘体验提升。原版单接收行 Δh∈ℂ^{64} 的椭球只描述四个接收端口中的一行，不能代表完整 4×64 信道；因此正文改用 256 维。</a:t>
            </a:r>
          </a:p>
          <a:p>
            <a:r>
              <a:t>若 64 个发射列的误差彼此独立且共享接收侧协方差 C，则按列堆叠的完整误差协方差 Σ=I_64⊗C。若有跨列相关性，该 Kronecker 结构不再成立，必须估计更一般的 Σ 或使用结构化近似。写 Σ^{-1} 要求 Σ 正定；若 C 仅半正定，应在说明其零空间后正则化或用受限子空间/伪逆，不能把奇异矩阵直接求逆。c_α 是目标覆盖率 1−α 对应的尺度阈值，不等于自动取 1。若 Δh∼CN(0,Σ) 且 Σ 准确，二次型服从形状参数 256、尺度 1 的 Gamma 分布；若误差非高斯，应使用独立校准样本估计分位数并在未参与校准的样本上检验经验覆盖率。需同时校准链路尺度、内部方向和整体阈值，再做名义、统一误差与非均匀误差的同场景、同调度、同功率预算比较。原先经验缩放表达式的单位和数据拟合尚未定稿，故正文不展示；相关动机只作为待检验假设保留在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回答：跨图使用的核心符号各表示什么，哪些有物理单位。维度r随用户与资源组变化，表中符号省略下标。Htrue</a:t>
            </a:r>
            <a:r>
              <a:rPr dirty="0"/>
              <a:t>/</a:t>
            </a:r>
            <a:r>
              <a:rPr dirty="0" err="1"/>
              <a:t>Hhat∈C</a:t>
            </a:r>
            <a:r>
              <a:rPr dirty="0"/>
              <a:t>^{4×64}，</a:t>
            </a:r>
            <a:r>
              <a:rPr dirty="0" err="1"/>
              <a:t>C、Ryy∈C</a:t>
            </a:r>
            <a:r>
              <a:rPr dirty="0"/>
              <a:t>^{4×4}，</a:t>
            </a:r>
            <a:r>
              <a:rPr dirty="0" err="1"/>
              <a:t>w∈C</a:t>
            </a:r>
            <a:r>
              <a:rPr dirty="0"/>
              <a:t>^{64×r}，A/F∈C^{4×r}，E/Ω∈C^{</a:t>
            </a:r>
            <a:r>
              <a:rPr dirty="0" err="1"/>
              <a:t>r×r</a:t>
            </a:r>
            <a:r>
              <a:rPr dirty="0"/>
              <a:t>}；x/z/</a:t>
            </a:r>
            <a:r>
              <a:rPr dirty="0" err="1"/>
              <a:t>y与w同维。ν为RB计数</a:t>
            </a:r>
            <a:r>
              <a:rPr dirty="0"/>
              <a:t>/</a:t>
            </a:r>
            <a:r>
              <a:rPr dirty="0" err="1"/>
              <a:t>权重，p和P_l按当前归一化功率制说明；SE</a:t>
            </a:r>
            <a:r>
              <a:rPr dirty="0"/>
              <a:t>=bit/s/</a:t>
            </a:r>
            <a:r>
              <a:rPr dirty="0" err="1"/>
              <a:t>Hz，Rexp依业务协议和采样规则定义。辅助索引、维度及假设可口头解释。下一页只介绍独立新版方案</a:t>
            </a:r>
            <a:r>
              <a:rPr dirty="0"/>
              <a:t>。</a:t>
            </a:r>
          </a:p>
          <a:p>
            <a:endParaRPr dirty="0"/>
          </a:p>
          <a:p>
            <a:r>
              <a:rPr dirty="0" err="1"/>
              <a:t>本页作查阅符号而非替代每页解释。l、k、g</a:t>
            </a:r>
            <a:r>
              <a:rPr dirty="0"/>
              <a:t> 是 </a:t>
            </a:r>
            <a:r>
              <a:rPr dirty="0" err="1"/>
              <a:t>TRP、UE、资源组索引；Htrue</a:t>
            </a:r>
            <a:r>
              <a:rPr dirty="0"/>
              <a:t>/</a:t>
            </a:r>
            <a:r>
              <a:rPr dirty="0" err="1"/>
              <a:t>Hhat</a:t>
            </a:r>
            <a:r>
              <a:rPr dirty="0"/>
              <a:t> 是 4×64 真/</a:t>
            </a:r>
            <a:r>
              <a:rPr dirty="0" err="1"/>
              <a:t>估计信道；C</a:t>
            </a:r>
            <a:r>
              <a:rPr dirty="0"/>
              <a:t> 是 4×4 </a:t>
            </a:r>
            <a:r>
              <a:rPr dirty="0" err="1"/>
              <a:t>接收侧条件误差；w</a:t>
            </a:r>
            <a:r>
              <a:rPr dirty="0"/>
              <a:t> 为 64×r </a:t>
            </a:r>
            <a:r>
              <a:rPr dirty="0" err="1"/>
              <a:t>的完整预编码块。A、E、Ω</a:t>
            </a:r>
            <a:r>
              <a:rPr dirty="0"/>
              <a:t> 是 WMMSE </a:t>
            </a:r>
            <a:r>
              <a:rPr dirty="0" err="1"/>
              <a:t>中的接收器、MSE</a:t>
            </a:r>
            <a:r>
              <a:rPr dirty="0"/>
              <a:t> </a:t>
            </a:r>
            <a:r>
              <a:rPr dirty="0" err="1"/>
              <a:t>和权重；x、z、y</a:t>
            </a:r>
            <a:r>
              <a:rPr dirty="0"/>
              <a:t> 是 ADMM </a:t>
            </a:r>
            <a:r>
              <a:rPr dirty="0" err="1"/>
              <a:t>原变量、可行副本、缩放对偶。p</a:t>
            </a:r>
            <a:r>
              <a:rPr dirty="0"/>
              <a:t> 是 w </a:t>
            </a:r>
            <a:r>
              <a:rPr dirty="0" err="1"/>
              <a:t>的加权范数，P</a:t>
            </a:r>
            <a:r>
              <a:rPr dirty="0"/>
              <a:t> </a:t>
            </a:r>
            <a:r>
              <a:rPr dirty="0" err="1"/>
              <a:t>是每</a:t>
            </a:r>
            <a:r>
              <a:rPr dirty="0"/>
              <a:t> TRP </a:t>
            </a:r>
            <a:r>
              <a:rPr dirty="0" err="1"/>
              <a:t>预算；RSE</a:t>
            </a:r>
            <a:r>
              <a:rPr dirty="0"/>
              <a:t> 和 </a:t>
            </a:r>
            <a:r>
              <a:rPr dirty="0" err="1"/>
              <a:t>Rexp</a:t>
            </a:r>
            <a:r>
              <a:rPr dirty="0"/>
              <a:t> </a:t>
            </a:r>
            <a:r>
              <a:rPr dirty="0" err="1"/>
              <a:t>分别为物理频谱效率与业务体验统计口径。新方案的</a:t>
            </a:r>
            <a:r>
              <a:rPr dirty="0"/>
              <a:t> 64×64 </a:t>
            </a:r>
            <a:r>
              <a:rPr dirty="0" err="1"/>
              <a:t>椭球</a:t>
            </a:r>
            <a:r>
              <a:rPr dirty="0"/>
              <a:t> Q </a:t>
            </a:r>
            <a:r>
              <a:rPr dirty="0" err="1"/>
              <a:t>不应与现有</a:t>
            </a:r>
            <a:r>
              <a:rPr dirty="0"/>
              <a:t> 4×4 C </a:t>
            </a:r>
            <a:r>
              <a:rPr dirty="0" err="1"/>
              <a:t>或二次算子</a:t>
            </a:r>
            <a:r>
              <a:rPr dirty="0"/>
              <a:t> 𝒬 </a:t>
            </a:r>
            <a:r>
              <a:rPr dirty="0" err="1"/>
              <a:t>混淆。下一页据此进入拟研究方案</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本页回答新版方案到底优化什么。先说当前预编码 w 已含幅度和方向，不应再无定义地把独立 p 当决策变量；p_l=Σ_gν_gΣ_k||w_lkg||² 是跨资源组/跨 RB 的空口发射功率，s_lP_l 表示 TRP 关断时该 TRP 所有发射块为零。公式的公平效用 Uα、链路稀疏 λ_link、激活成本 λ_on 是对 Markdown 第69–85行原目标的清晰参数化；原文写 λΣ_nΣ_k(||w_nk||+γs_n)，s_n 成本因 Σ_k 被重复计数，分离系数是解释修正，不冒充原文。w_lk,: 的组跨所有 g；该组归零只删 l→k 服务，未必让 l 对其他 UE 停发，更不会消除 l→k 的所有物理干扰。若整 TRP 休眠，可用 s_l=0 和全组功率约束，但需处理固定设备功耗与空口功率不同的口径。原文二进制 s_l 先放松到 [0,1] 再阈值判决，阈值后要在固定活跃集上重优化并检查速率、服务可行性和功率；原文未给出完整过程。α-fair 目标与硬最低速率并存时可行性不能预设。原始“难题1”要求挑战 50% PRB 条件下边缘体验提升达到理想 CSI 集中协同提升的 80%，这更像相对提升比例，不是绝对速率比；共同基线、分母和统计样本需在正式指标定义中核定。&lt;10% 指相对独立功控基线的平均体验损失，&gt;30% 指空口总发射功率降低，不是设备耗电或总能耗。当前代码尚无新版目标实测结果。下一页解释该目标如何可能进入求解器以及缺口。</a:t>
            </a:r>
          </a:p>
          <a:p>
            <a:endParaRPr/>
          </a:p>
          <a:p>
            <a:r>
              <a:t>研究表达补充：已有基础是 w 已含发射幅度、当前跨资源组共享每 TRP 总功率。研究切入点是明确链路组稀疏和整 TRP 激活两个不同决策层，并给出松弛、阈值判决及重优化后的速率/服务可行性检查。拟研究公平效用、空口功率和稀疏代价的权衡；不能将链路归零说成整台设备休眠，也不能以设备耗电替代空口辐射功率。验证必须以原始难题的边缘体验、平均体验损失和空口功率口径为准，并锁定“80%提升”的共同基线与分母。&lt;10% 和 &gt;30% 是目标，不是新版方案已取得的结果。</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rmAutofit lnSpcReduction="10000"/>
          </a:bodyPr>
          <a:lstStyle/>
          <a:p>
            <a:r>
              <a:rPr dirty="0" err="1"/>
              <a:t>本页回答</a:t>
            </a:r>
            <a:r>
              <a:rPr dirty="0"/>
              <a:t> WMMSE 与 ADMM </a:t>
            </a:r>
            <a:r>
              <a:rPr dirty="0" err="1"/>
              <a:t>怎样联合工作，以及稀疏、休眠、事件触发究竟插在哪。先读左上当前外轮：w</a:t>
            </a:r>
            <a:r>
              <a:rPr dirty="0"/>
              <a:t> </a:t>
            </a:r>
            <a:r>
              <a:rPr dirty="0" err="1"/>
              <a:t>形成有效信道，按</a:t>
            </a:r>
            <a:r>
              <a:rPr dirty="0"/>
              <a:t> </a:t>
            </a:r>
            <a:r>
              <a:rPr dirty="0" err="1"/>
              <a:t>Ryy</a:t>
            </a:r>
            <a:r>
              <a:rPr dirty="0"/>
              <a:t> </a:t>
            </a:r>
            <a:r>
              <a:rPr dirty="0" err="1"/>
              <a:t>更新</a:t>
            </a:r>
            <a:r>
              <a:rPr dirty="0"/>
              <a:t> A、E 和 </a:t>
            </a:r>
            <a:r>
              <a:rPr dirty="0" err="1"/>
              <a:t>Ω，固定它们与用户权重</a:t>
            </a:r>
            <a:r>
              <a:rPr dirty="0"/>
              <a:t> η </a:t>
            </a:r>
            <a:r>
              <a:rPr dirty="0" err="1"/>
              <a:t>后建立预编码二次子问题；这是分块交替，不表示整个联合问题凸。当前统计误差</a:t>
            </a:r>
            <a:r>
              <a:rPr dirty="0"/>
              <a:t> C </a:t>
            </a:r>
            <a:r>
              <a:rPr dirty="0" err="1"/>
              <a:t>进入</a:t>
            </a:r>
            <a:r>
              <a:rPr dirty="0"/>
              <a:t> </a:t>
            </a:r>
            <a:r>
              <a:rPr dirty="0" err="1"/>
              <a:t>Ryy</a:t>
            </a:r>
            <a:r>
              <a:rPr dirty="0"/>
              <a:t> </a:t>
            </a:r>
            <a:r>
              <a:rPr dirty="0" err="1"/>
              <a:t>与二次算子；原文最坏情形</a:t>
            </a:r>
            <a:r>
              <a:rPr dirty="0"/>
              <a:t> </a:t>
            </a:r>
            <a:r>
              <a:rPr dirty="0" err="1"/>
              <a:t>max_w</a:t>
            </a:r>
            <a:r>
              <a:rPr dirty="0"/>
              <a:t> </a:t>
            </a:r>
            <a:r>
              <a:rPr dirty="0" err="1"/>
              <a:t>min_ΔH</a:t>
            </a:r>
            <a:r>
              <a:rPr dirty="0"/>
              <a:t> </a:t>
            </a:r>
            <a:r>
              <a:rPr dirty="0" err="1"/>
              <a:t>见本地</a:t>
            </a:r>
            <a:r>
              <a:rPr dirty="0"/>
              <a:t> 2.png，对应 Markdown 第53–61行，但未给出与 WMMSE </a:t>
            </a:r>
            <a:r>
              <a:rPr dirty="0" err="1"/>
              <a:t>的等价转化，不能把统计平均模型叫作所有椭球误差的保底。再读内轮：当前代码在一个</a:t>
            </a:r>
            <a:r>
              <a:rPr dirty="0"/>
              <a:t> MATLAB </a:t>
            </a:r>
            <a:r>
              <a:rPr dirty="0" err="1"/>
              <a:t>进程里用</a:t>
            </a:r>
            <a:r>
              <a:rPr dirty="0"/>
              <a:t> CG </a:t>
            </a:r>
            <a:r>
              <a:rPr dirty="0" err="1"/>
              <a:t>更新</a:t>
            </a:r>
            <a:r>
              <a:rPr dirty="0"/>
              <a:t> </a:t>
            </a:r>
            <a:r>
              <a:rPr dirty="0" err="1"/>
              <a:t>x、联合跨组功率投影</a:t>
            </a:r>
            <a:r>
              <a:rPr dirty="0"/>
              <a:t> </a:t>
            </a:r>
            <a:r>
              <a:rPr dirty="0" err="1"/>
              <a:t>z、缩放对偶</a:t>
            </a:r>
            <a:r>
              <a:rPr dirty="0"/>
              <a:t> y+=</a:t>
            </a:r>
            <a:r>
              <a:rPr dirty="0" err="1"/>
              <a:t>x−z。原文提议把链路组稀疏加到</a:t>
            </a:r>
            <a:r>
              <a:rPr dirty="0"/>
              <a:t> x </a:t>
            </a:r>
            <a:r>
              <a:rPr dirty="0" err="1"/>
              <a:t>步；近端</a:t>
            </a:r>
            <a:r>
              <a:rPr dirty="0"/>
              <a:t> group-shrink </a:t>
            </a:r>
            <a:r>
              <a:rPr dirty="0" err="1"/>
              <a:t>的单独算子有闭式形式，但耦合二次项加组稀疏的完整子问题一般不能一次软阈值求解，固定变量后凸性要逐项判断。原文的未缩放</a:t>
            </a:r>
            <a:r>
              <a:rPr dirty="0"/>
              <a:t> μ </a:t>
            </a:r>
            <a:r>
              <a:rPr dirty="0" err="1"/>
              <a:t>对偶更新应为</a:t>
            </a:r>
            <a:r>
              <a:rPr dirty="0"/>
              <a:t> μ+=ρ(x−z)，</a:t>
            </a:r>
            <a:r>
              <a:rPr dirty="0" err="1"/>
              <a:t>缩放</a:t>
            </a:r>
            <a:r>
              <a:rPr dirty="0"/>
              <a:t> y=μ/ρ </a:t>
            </a:r>
            <a:r>
              <a:rPr dirty="0" err="1"/>
              <a:t>时为</a:t>
            </a:r>
            <a:r>
              <a:rPr dirty="0"/>
              <a:t> y+=</a:t>
            </a:r>
            <a:r>
              <a:rPr dirty="0" err="1"/>
              <a:t>x−z，当前代码使用后者。原始残差应是更新后</a:t>
            </a:r>
            <a:r>
              <a:rPr dirty="0"/>
              <a:t> x^{t+1}−z^{t+1}，</a:t>
            </a:r>
            <a:r>
              <a:rPr dirty="0" err="1"/>
              <a:t>对偶残差</a:t>
            </a:r>
            <a:r>
              <a:rPr dirty="0"/>
              <a:t> ρ(z^{t+1}−</a:t>
            </a:r>
            <a:r>
              <a:rPr dirty="0" err="1"/>
              <a:t>z^t</a:t>
            </a:r>
            <a:r>
              <a:rPr dirty="0"/>
              <a:t>)；Markdown 第133行写 x^{t+1}−</a:t>
            </a:r>
            <a:r>
              <a:rPr dirty="0" err="1"/>
              <a:t>z^t，不能当本轮原始残差。事件触发若按相对上次发送的消息</a:t>
            </a:r>
            <a:r>
              <a:rPr dirty="0"/>
              <a:t> m </a:t>
            </a:r>
            <a:r>
              <a:rPr dirty="0" err="1"/>
              <a:t>与缓存</a:t>
            </a:r>
            <a:r>
              <a:rPr dirty="0"/>
              <a:t> m̄ </a:t>
            </a:r>
            <a:r>
              <a:rPr dirty="0" err="1"/>
              <a:t>比较，还必须定义</a:t>
            </a:r>
            <a:r>
              <a:rPr dirty="0"/>
              <a:t> m 的内容、未发送时协调侧使用的缓存、哪些消息每轮仍发送，以及对偶与共识如何更新；原文第135–141行“静默并跳过对偶”尚不足以形成收敛的完整算法。TRP </a:t>
            </a:r>
            <a:r>
              <a:rPr dirty="0" err="1"/>
              <a:t>本地并行也需拆开跨</a:t>
            </a:r>
            <a:r>
              <a:rPr dirty="0"/>
              <a:t> TRP </a:t>
            </a:r>
            <a:r>
              <a:rPr dirty="0" err="1"/>
              <a:t>的相干与干扰耦合，变量副本本身不证明已分布式。最后看右侧状态：当前矩阵</a:t>
            </a:r>
            <a:r>
              <a:rPr dirty="0"/>
              <a:t> </a:t>
            </a:r>
            <a:r>
              <a:rPr dirty="0" err="1"/>
              <a:t>WMMSE、接收侧统计</a:t>
            </a:r>
            <a:r>
              <a:rPr dirty="0"/>
              <a:t> C </a:t>
            </a:r>
            <a:r>
              <a:rPr dirty="0" err="1"/>
              <a:t>和集中</a:t>
            </a:r>
            <a:r>
              <a:rPr dirty="0"/>
              <a:t> ADMM 有源码；210/420 UE 同输入对拍、功率可行有记录，但正式规模停止条件未通过；最坏情况、组稀疏、休眠、本地计算、消息缓存和事件触发无实现；历史搜索未接正式入口。下一步不是在汇报中承诺效果，而是补充定义和做同条件对照。</a:t>
            </a:r>
          </a:p>
          <a:p>
            <a:r>
              <a:rPr dirty="0" err="1"/>
              <a:t>研究表达补充：右侧状态栏保留当前事实。已有基础是集中式矩阵</a:t>
            </a:r>
            <a:r>
              <a:rPr dirty="0"/>
              <a:t> </a:t>
            </a:r>
            <a:r>
              <a:rPr dirty="0" err="1"/>
              <a:t>WMMSE、统计误差项和</a:t>
            </a:r>
            <a:r>
              <a:rPr dirty="0"/>
              <a:t> ADMM 可行功率副本。拟研究的事件触发、稀疏与本地计算用相应节点标为“</a:t>
            </a:r>
            <a:r>
              <a:rPr dirty="0" err="1"/>
              <a:t>拟议</a:t>
            </a:r>
            <a:r>
              <a:rPr dirty="0"/>
              <a:t>”，</a:t>
            </a:r>
            <a:r>
              <a:rPr dirty="0" err="1"/>
              <a:t>不属于当前</a:t>
            </a:r>
            <a:r>
              <a:rPr dirty="0"/>
              <a:t> ADMM </a:t>
            </a:r>
            <a:r>
              <a:rPr dirty="0" err="1"/>
              <a:t>执行路径。针对</a:t>
            </a:r>
            <a:r>
              <a:rPr dirty="0"/>
              <a:t> TRP </a:t>
            </a:r>
            <a:r>
              <a:rPr dirty="0" err="1"/>
              <a:t>本地化，需研究跨</a:t>
            </a:r>
            <a:r>
              <a:rPr dirty="0"/>
              <a:t> TRP 相干项与干扰二次项的变量划分、共识副本、交换消息和缓存；针对触发规则，需区分本轮原始残差、对偶残差以及相对上次发送值的变化，说明静默时继续计算什么。验证比较集中式基线与拟议方法的边缘体验、功率可行性、内外层停止、运行时间和传递量；不预设收敛保证或通信降低比例。</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固定一个资源组 g。维度：Hhat_klg∈C^{4×64}，w_ljg∈C^{64×r}，F_kjg∈C^{4×r}，C_klg∈C^{4×4}，Ryy_kg∈C^{4×4}，A_kg∈C^{4×r}，E_kg、Ω_kg∈C^{r×r}；p_lg、ν_g、η_kg 是实标量。当前默认 rank r=2。</a:t>
            </a:r>
          </a:p>
          <a:p>
            <a:r>
              <a:t>从可行 w 出发，先求每个 UE k 接收数据流 j 的有效信道 F_kjg=Σ_l Hhat_klg w_ljg。每个 TRP l 的组功率 p_lg=Σ_j‖w_ljg‖_F²。接收协方差 Ryy_kg=I_4+Σ_j F_kjg F_kjg^H+Σ_l p_lg C_klg。单位噪声 I_4 是源码归一化模型；后一项为估计误差的统计鲁棒修正。然后 A_kg=(Ryy_kg)^−1 F_kkg。</a:t>
            </a:r>
          </a:p>
          <a:p>
            <a:r>
              <a:t>完整 MSE：E_kg=I_r−A_kg^H F_kkg−F_kkg^H A_kg+A_kg^H Ryy_kg A_kg，数值实现取 Hermitian 对称部分。Ω_kg=E_kg^−1。MMSE 后估计速率 R_est,kg=−log₂det E_kg。用户权重 η 来自效用对用户估计速率的导数：默认加权总频谱效率分支 η=1；可选平滑 PF 的 U_k=ln(1+R_est,k/R_floor)，R_floor=0.01 bit/s/Hz，导数为 1/(R_est,k+R_floor)，源码以 1/max(R_est,k+R_floor,R_floor) 防止极端数值，再按已调度用户权重的中位数归一化。</a:t>
            </a:r>
          </a:p>
          <a:p>
            <a:r>
              <a:t>更新预编码的 ADMM 内轮固定当前 A、Ω、η，以及 Hhat、C、ν、服务掩码和功率预算；将 WMMSE 代理写成关于 w 的二次问题。ADMM 使用 CG 求原变量、跨资源组功率投影求可行副本、更新对偶量，输出可行 w+。外轮对试探 w+ 重算 F、Ryy、A、E、Ω 与目标，做接受或回溯；下一轮重新计算 η（PF 分支），默认 η 继续为 1。此处流程中的 F 和 Ryy 均是估计信道统计量，不是 Htrue 的最终评价量。衔接：这解释了估计信道为何先于预编码更新提供统计输入，而物理发送仍是先经 w 再过真实信道。</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27.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1.xml"/><Relationship Id="rId4" Type="http://schemas.openxmlformats.org/officeDocument/2006/relationships/image" Target="../media/image3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样式1-首页">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cstate="screen"/>
          <a:srcRect r="25963"/>
          <a:stretch>
            <a:fillRect/>
          </a:stretch>
        </p:blipFill>
        <p:spPr>
          <a:xfrm>
            <a:off x="7191376" y="133072"/>
            <a:ext cx="5028334" cy="6535793"/>
          </a:xfrm>
          <a:prstGeom prst="rect">
            <a:avLst/>
          </a:prstGeom>
        </p:spPr>
      </p:pic>
      <p:sp>
        <p:nvSpPr>
          <p:cNvPr id="7" name="矩形 6"/>
          <p:cNvSpPr/>
          <p:nvPr userDrawn="1"/>
        </p:nvSpPr>
        <p:spPr>
          <a:xfrm>
            <a:off x="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3549208"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p:cNvSpPr>
            <a:spLocks noGrp="1"/>
          </p:cNvSpPr>
          <p:nvPr>
            <p:ph type="body" sz="quarter" idx="11" hasCustomPrompt="1"/>
          </p:nvPr>
        </p:nvSpPr>
        <p:spPr>
          <a:xfrm>
            <a:off x="3549208"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p:cNvSpPr>
            <a:spLocks noGrp="1"/>
          </p:cNvSpPr>
          <p:nvPr>
            <p:ph type="body" sz="quarter" idx="12" hasCustomPrompt="1"/>
          </p:nvPr>
        </p:nvSpPr>
        <p:spPr>
          <a:xfrm>
            <a:off x="3549208"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8" name="矩形 7"/>
          <p:cNvSpPr/>
          <p:nvPr userDrawn="1"/>
        </p:nvSpPr>
        <p:spPr>
          <a:xfrm>
            <a:off x="1152525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占位符 12"/>
          <p:cNvSpPr>
            <a:spLocks noGrp="1"/>
          </p:cNvSpPr>
          <p:nvPr>
            <p:ph type="body" sz="quarter" idx="13" hasCustomPrompt="1"/>
          </p:nvPr>
        </p:nvSpPr>
        <p:spPr>
          <a:xfrm>
            <a:off x="3549208" y="1484311"/>
            <a:ext cx="7287114" cy="2386807"/>
          </a:xfrm>
        </p:spPr>
        <p:txBody>
          <a:bodyPr>
            <a:noAutofit/>
          </a:bodyPr>
          <a:lstStyle>
            <a:lvl1pPr marL="0" indent="0">
              <a:lnSpc>
                <a:spcPct val="100000"/>
              </a:lnSpc>
              <a:spcBef>
                <a:spcPts val="0"/>
              </a:spcBef>
              <a:buNone/>
              <a:defRPr sz="6600" b="1">
                <a:solidFill>
                  <a:schemeClr val="tx1"/>
                </a:solidFill>
                <a:latin typeface="+mn-ea"/>
                <a:ea typeface="+mn-ea"/>
              </a:defRPr>
            </a:lvl1pPr>
          </a:lstStyle>
          <a:p>
            <a:pPr lvl="0"/>
            <a:r>
              <a:rPr lang="zh-CN" altLang="en-US" dirty="0"/>
              <a:t>单击此处</a:t>
            </a:r>
            <a:endParaRPr lang="en-US" altLang="zh-CN" dirty="0"/>
          </a:p>
          <a:p>
            <a:pPr lvl="0"/>
            <a:r>
              <a:rPr lang="zh-CN" altLang="en-US" dirty="0"/>
              <a:t>输入大标题</a:t>
            </a:r>
          </a:p>
        </p:txBody>
      </p:sp>
      <p:sp>
        <p:nvSpPr>
          <p:cNvPr id="9" name="矩形 8"/>
          <p:cNvSpPr/>
          <p:nvPr userDrawn="1"/>
        </p:nvSpPr>
        <p:spPr>
          <a:xfrm>
            <a:off x="292799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1121340"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rot="16200000">
            <a:off x="10462781"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grpSp>
        <p:nvGrpSpPr>
          <p:cNvPr id="16" name="组合 15"/>
          <p:cNvGrpSpPr/>
          <p:nvPr userDrawn="1"/>
        </p:nvGrpSpPr>
        <p:grpSpPr>
          <a:xfrm>
            <a:off x="6118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6"/>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4" name="组合 33"/>
              <p:cNvGrpSpPr/>
              <p:nvPr/>
            </p:nvGrpSpPr>
            <p:grpSpPr>
              <a:xfrm>
                <a:off x="11305242" y="2003776"/>
                <a:ext cx="354194" cy="439406"/>
                <a:chOff x="5548313" y="2084388"/>
                <a:chExt cx="547688" cy="679451"/>
              </a:xfrm>
              <a:grpFill/>
            </p:grpSpPr>
            <p:sp>
              <p:nvSpPr>
                <p:cNvPr id="39"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11380187" y="2628491"/>
                <a:ext cx="208353" cy="241263"/>
                <a:chOff x="3792874" y="3138488"/>
                <a:chExt cx="322175" cy="373063"/>
              </a:xfrm>
              <a:grpFill/>
            </p:grpSpPr>
            <p:sp>
              <p:nvSpPr>
                <p:cNvPr id="36"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p:cNvGrpSpPr/>
              <p:nvPr/>
            </p:nvGrpSpPr>
            <p:grpSpPr>
              <a:xfrm>
                <a:off x="10279016" y="3306476"/>
                <a:ext cx="313128" cy="329555"/>
                <a:chOff x="6113463" y="3541713"/>
                <a:chExt cx="484188" cy="509588"/>
              </a:xfrm>
              <a:grpFill/>
            </p:grpSpPr>
            <p:sp>
              <p:nvSpPr>
                <p:cNvPr id="30"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10268702" y="2216649"/>
                <a:ext cx="355220" cy="448646"/>
                <a:chOff x="6108700" y="2066926"/>
                <a:chExt cx="549275" cy="693738"/>
              </a:xfrm>
              <a:grpFill/>
            </p:grpSpPr>
            <p:sp>
              <p:nvSpPr>
                <p:cNvPr id="28"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10332867" y="2868571"/>
                <a:ext cx="238182" cy="205330"/>
                <a:chOff x="6186488" y="2930526"/>
                <a:chExt cx="368300" cy="317500"/>
              </a:xfrm>
              <a:grpFill/>
            </p:grpSpPr>
            <p:sp>
              <p:nvSpPr>
                <p:cNvPr id="25"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12"/>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grpSp>
      <p:pic>
        <p:nvPicPr>
          <p:cNvPr id="41" name="图片 40"/>
          <p:cNvPicPr>
            <a:picLocks noChangeAspect="1"/>
          </p:cNvPicPr>
          <p:nvPr userDrawn="1"/>
        </p:nvPicPr>
        <p:blipFill>
          <a:blip r:embed="rId3" cstate="screen"/>
          <a:stretch>
            <a:fillRect/>
          </a:stretch>
        </p:blipFill>
        <p:spPr>
          <a:xfrm>
            <a:off x="474738" y="515429"/>
            <a:ext cx="2295327" cy="504694"/>
          </a:xfrm>
          <a:prstGeom prst="rect">
            <a:avLst/>
          </a:prstGeom>
        </p:spPr>
      </p:pic>
      <p:cxnSp>
        <p:nvCxnSpPr>
          <p:cNvPr id="42" name="直接连接符 41"/>
          <p:cNvCxnSpPr/>
          <p:nvPr userDrawn="1"/>
        </p:nvCxnSpPr>
        <p:spPr>
          <a:xfrm>
            <a:off x="2927998" y="1355988"/>
            <a:ext cx="0" cy="4589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1522544" y="1400593"/>
            <a:ext cx="0" cy="45452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封面样式1-尾页">
    <p:spTree>
      <p:nvGrpSpPr>
        <p:cNvPr id="1" name=""/>
        <p:cNvGrpSpPr/>
        <p:nvPr/>
      </p:nvGrpSpPr>
      <p:grpSpPr>
        <a:xfrm>
          <a:off x="0" y="0"/>
          <a:ext cx="0" cy="0"/>
          <a:chOff x="0" y="0"/>
          <a:chExt cx="0" cy="0"/>
        </a:xfrm>
      </p:grpSpPr>
      <p:pic>
        <p:nvPicPr>
          <p:cNvPr id="43" name="图片 42"/>
          <p:cNvPicPr>
            <a:picLocks noChangeAspect="1"/>
          </p:cNvPicPr>
          <p:nvPr userDrawn="1"/>
        </p:nvPicPr>
        <p:blipFill>
          <a:blip r:embed="rId2" cstate="print"/>
          <a:stretch>
            <a:fillRect/>
          </a:stretch>
        </p:blipFill>
        <p:spPr>
          <a:xfrm>
            <a:off x="4600575" y="133072"/>
            <a:ext cx="6791691" cy="6535793"/>
          </a:xfrm>
          <a:prstGeom prst="rect">
            <a:avLst/>
          </a:prstGeom>
        </p:spPr>
      </p:pic>
      <p:sp>
        <p:nvSpPr>
          <p:cNvPr id="3" name="副标题 2"/>
          <p:cNvSpPr>
            <a:spLocks noGrp="1"/>
          </p:cNvSpPr>
          <p:nvPr>
            <p:ph type="subTitle" idx="1"/>
          </p:nvPr>
        </p:nvSpPr>
        <p:spPr>
          <a:xfrm>
            <a:off x="1216315"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p:cNvSpPr>
            <a:spLocks noGrp="1"/>
          </p:cNvSpPr>
          <p:nvPr>
            <p:ph type="body" sz="quarter" idx="11" hasCustomPrompt="1"/>
          </p:nvPr>
        </p:nvSpPr>
        <p:spPr>
          <a:xfrm>
            <a:off x="1216315"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p:cNvSpPr>
            <a:spLocks noGrp="1"/>
          </p:cNvSpPr>
          <p:nvPr>
            <p:ph type="body" sz="quarter" idx="12" hasCustomPrompt="1"/>
          </p:nvPr>
        </p:nvSpPr>
        <p:spPr>
          <a:xfrm>
            <a:off x="1216315"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3" name="文本占位符 12"/>
          <p:cNvSpPr>
            <a:spLocks noGrp="1"/>
          </p:cNvSpPr>
          <p:nvPr>
            <p:ph type="body" sz="quarter" idx="13" hasCustomPrompt="1"/>
          </p:nvPr>
        </p:nvSpPr>
        <p:spPr>
          <a:xfrm>
            <a:off x="1216315" y="1484311"/>
            <a:ext cx="7287114" cy="2267551"/>
          </a:xfrm>
        </p:spPr>
        <p:txBody>
          <a:bodyPr>
            <a:normAutofit/>
          </a:bodyPr>
          <a:lstStyle>
            <a:lvl1pPr marL="0" indent="0">
              <a:spcBef>
                <a:spcPts val="0"/>
              </a:spcBef>
              <a:buNone/>
              <a:defRPr sz="6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p>
        </p:txBody>
      </p:sp>
      <p:sp>
        <p:nvSpPr>
          <p:cNvPr id="9" name="矩形 8"/>
          <p:cNvSpPr/>
          <p:nvPr userDrawn="1"/>
        </p:nvSpPr>
        <p:spPr>
          <a:xfrm>
            <a:off x="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67561"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925830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88242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userDrawn="1"/>
        </p:nvGrpSpPr>
        <p:grpSpPr>
          <a:xfrm>
            <a:off x="98320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6"/>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4" name="组合 33"/>
              <p:cNvGrpSpPr/>
              <p:nvPr/>
            </p:nvGrpSpPr>
            <p:grpSpPr>
              <a:xfrm>
                <a:off x="11305242" y="2003776"/>
                <a:ext cx="354194" cy="439406"/>
                <a:chOff x="5548313" y="2084388"/>
                <a:chExt cx="547688" cy="679451"/>
              </a:xfrm>
              <a:grpFill/>
            </p:grpSpPr>
            <p:sp>
              <p:nvSpPr>
                <p:cNvPr id="39"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11380187" y="2628491"/>
                <a:ext cx="208353" cy="241263"/>
                <a:chOff x="3792874" y="3138488"/>
                <a:chExt cx="322175" cy="373063"/>
              </a:xfrm>
              <a:grpFill/>
            </p:grpSpPr>
            <p:sp>
              <p:nvSpPr>
                <p:cNvPr id="36"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p:cNvGrpSpPr/>
              <p:nvPr/>
            </p:nvGrpSpPr>
            <p:grpSpPr>
              <a:xfrm>
                <a:off x="10279016" y="3306476"/>
                <a:ext cx="313128" cy="329555"/>
                <a:chOff x="6113463" y="3541713"/>
                <a:chExt cx="484188" cy="509588"/>
              </a:xfrm>
              <a:grpFill/>
            </p:grpSpPr>
            <p:sp>
              <p:nvSpPr>
                <p:cNvPr id="30"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10268702" y="2216649"/>
                <a:ext cx="355220" cy="448646"/>
                <a:chOff x="6108700" y="2066926"/>
                <a:chExt cx="549275" cy="693738"/>
              </a:xfrm>
              <a:grpFill/>
            </p:grpSpPr>
            <p:sp>
              <p:nvSpPr>
                <p:cNvPr id="28"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10332867" y="2868571"/>
                <a:ext cx="238182" cy="205330"/>
                <a:chOff x="6186488" y="2930526"/>
                <a:chExt cx="368300" cy="317500"/>
              </a:xfrm>
              <a:grpFill/>
            </p:grpSpPr>
            <p:sp>
              <p:nvSpPr>
                <p:cNvPr id="25"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12"/>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grpSp>
      <p:sp>
        <p:nvSpPr>
          <p:cNvPr id="41" name="文本框 40"/>
          <p:cNvSpPr txBox="1"/>
          <p:nvPr userDrawn="1"/>
        </p:nvSpPr>
        <p:spPr>
          <a:xfrm rot="16200000">
            <a:off x="-1443469"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pic>
        <p:nvPicPr>
          <p:cNvPr id="42" name="图片 41"/>
          <p:cNvPicPr>
            <a:picLocks noChangeAspect="1"/>
          </p:cNvPicPr>
          <p:nvPr userDrawn="1"/>
        </p:nvPicPr>
        <p:blipFill>
          <a:blip r:embed="rId3" cstate="screen"/>
          <a:stretch>
            <a:fillRect/>
          </a:stretch>
        </p:blipFill>
        <p:spPr>
          <a:xfrm>
            <a:off x="9452633" y="548450"/>
            <a:ext cx="2295327" cy="504694"/>
          </a:xfrm>
          <a:prstGeom prst="rect">
            <a:avLst/>
          </a:prstGeom>
        </p:spPr>
      </p:pic>
      <p:cxnSp>
        <p:nvCxnSpPr>
          <p:cNvPr id="4" name="直接连接符 3"/>
          <p:cNvCxnSpPr/>
          <p:nvPr userDrawn="1"/>
        </p:nvCxnSpPr>
        <p:spPr>
          <a:xfrm>
            <a:off x="666749" y="1329225"/>
            <a:ext cx="0" cy="471473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9258300" y="1280160"/>
            <a:ext cx="0" cy="483516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8" name="任意多边形: 形状 39"/>
          <p:cNvSpPr/>
          <p:nvPr userDrawn="1"/>
        </p:nvSpPr>
        <p:spPr>
          <a:xfrm>
            <a:off x="221886"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9"/>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39"/>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74"/>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12" name="标题 47"/>
          <p:cNvSpPr>
            <a:spLocks noGrp="1"/>
          </p:cNvSpPr>
          <p:nvPr>
            <p:ph type="title" hasCustomPrompt="1"/>
          </p:nvPr>
        </p:nvSpPr>
        <p:spPr>
          <a:xfrm>
            <a:off x="630418" y="2616692"/>
            <a:ext cx="705595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pitchFamily="34" charset="-122"/>
                <a:ea typeface="微软雅黑" panose="020B0503020204020204" pitchFamily="3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p:cNvSpPr>
            <a:spLocks noGrp="1"/>
          </p:cNvSpPr>
          <p:nvPr>
            <p:ph type="body" sz="quarter" idx="13" hasCustomPrompt="1"/>
          </p:nvPr>
        </p:nvSpPr>
        <p:spPr>
          <a:xfrm>
            <a:off x="654709" y="2352090"/>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p:cNvSpPr>
            <a:spLocks noGrp="1"/>
          </p:cNvSpPr>
          <p:nvPr>
            <p:ph type="body" sz="quarter" idx="16" hasCustomPrompt="1"/>
          </p:nvPr>
        </p:nvSpPr>
        <p:spPr>
          <a:xfrm>
            <a:off x="655638" y="4304189"/>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sp>
        <p:nvSpPr>
          <p:cNvPr id="16" name="文本框 15"/>
          <p:cNvSpPr txBox="1"/>
          <p:nvPr userDrawn="1"/>
        </p:nvSpPr>
        <p:spPr>
          <a:xfrm>
            <a:off x="474450" y="318256"/>
            <a:ext cx="1899117" cy="792864"/>
          </a:xfrm>
          <a:prstGeom prst="rect">
            <a:avLst/>
          </a:prstGeom>
          <a:noFill/>
          <a:ln>
            <a:noFill/>
          </a:ln>
        </p:spPr>
        <p:txBody>
          <a:bodyPr wrap="square" lIns="180000" tIns="180000" rIns="180000" bIns="180000" rtlCol="0">
            <a:spAutoFit/>
          </a:bodyPr>
          <a:lstStyle/>
          <a:p>
            <a:pPr algn="l">
              <a:lnSpc>
                <a:spcPct val="130000"/>
              </a:lnSpc>
            </a:pPr>
            <a:r>
              <a:rPr lang="en-US" altLang="zh-CN" sz="2400" b="1" i="0" spc="100" dirty="0">
                <a:solidFill>
                  <a:schemeClr val="accent3"/>
                </a:solidFill>
                <a:latin typeface="+mn-ea"/>
              </a:rPr>
              <a:t>◀ BIT</a:t>
            </a:r>
            <a:r>
              <a:rPr lang="en-US" altLang="zh-CN" sz="2400" b="1" i="0" spc="100" baseline="0" dirty="0">
                <a:solidFill>
                  <a:schemeClr val="accent3"/>
                </a:solidFill>
                <a:latin typeface="+mn-ea"/>
              </a:rPr>
              <a:t> </a:t>
            </a:r>
            <a:r>
              <a:rPr lang="en-US" altLang="zh-CN" sz="2400" b="1" i="0" spc="100" dirty="0">
                <a:solidFill>
                  <a:schemeClr val="accent3"/>
                </a:solidFill>
                <a:latin typeface="+mn-ea"/>
              </a:rPr>
              <a:t>▶</a:t>
            </a:r>
            <a:endParaRPr lang="zh-CN" altLang="en-US" sz="2400" b="1" i="0" spc="100" dirty="0">
              <a:solidFill>
                <a:schemeClr val="accent3"/>
              </a:solidFill>
              <a:latin typeface="+mn-ea"/>
            </a:endParaRPr>
          </a:p>
        </p:txBody>
      </p:sp>
      <p:pic>
        <p:nvPicPr>
          <p:cNvPr id="23" name="图片 22"/>
          <p:cNvPicPr>
            <a:picLocks noChangeAspect="1"/>
          </p:cNvPicPr>
          <p:nvPr userDrawn="1"/>
        </p:nvPicPr>
        <p:blipFill>
          <a:blip r:embed="rId4"/>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screen"/>
          <a:stretch>
            <a:fillRect/>
          </a:stretch>
        </p:blipFill>
        <p:spPr>
          <a:xfrm>
            <a:off x="8250874" y="2196869"/>
            <a:ext cx="3243162" cy="2464261"/>
          </a:xfrm>
          <a:prstGeom prst="rect">
            <a:avLst/>
          </a:prstGeom>
        </p:spPr>
      </p:pic>
      <p:grpSp>
        <p:nvGrpSpPr>
          <p:cNvPr id="24" name="组合 23"/>
          <p:cNvGrpSpPr/>
          <p:nvPr userDrawn="1"/>
        </p:nvGrpSpPr>
        <p:grpSpPr>
          <a:xfrm>
            <a:off x="671368" y="6083135"/>
            <a:ext cx="2542613" cy="276499"/>
            <a:chOff x="598941" y="6399999"/>
            <a:chExt cx="2542613" cy="276499"/>
          </a:xfrm>
          <a:solidFill>
            <a:schemeClr val="bg1">
              <a:lumMod val="65000"/>
            </a:schemeClr>
          </a:solidFill>
        </p:grpSpPr>
        <p:grpSp>
          <p:nvGrpSpPr>
            <p:cNvPr id="25" name="组合 24"/>
            <p:cNvGrpSpPr/>
            <p:nvPr/>
          </p:nvGrpSpPr>
          <p:grpSpPr>
            <a:xfrm>
              <a:off x="2055693" y="6402621"/>
              <a:ext cx="1085861" cy="270805"/>
              <a:chOff x="10340336" y="2247899"/>
              <a:chExt cx="2724438" cy="679451"/>
            </a:xfrm>
            <a:grpFill/>
          </p:grpSpPr>
          <p:sp>
            <p:nvSpPr>
              <p:cNvPr id="39"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40"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41" name="组合 40"/>
              <p:cNvGrpSpPr/>
              <p:nvPr/>
            </p:nvGrpSpPr>
            <p:grpSpPr>
              <a:xfrm>
                <a:off x="10340336" y="2247899"/>
                <a:ext cx="547688" cy="679451"/>
                <a:chOff x="5548313" y="2084388"/>
                <a:chExt cx="547688" cy="679451"/>
              </a:xfrm>
              <a:grpFill/>
            </p:grpSpPr>
            <p:sp>
              <p:nvSpPr>
                <p:cNvPr id="4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2" name="组合 41"/>
              <p:cNvGrpSpPr/>
              <p:nvPr/>
            </p:nvGrpSpPr>
            <p:grpSpPr>
              <a:xfrm>
                <a:off x="11192276" y="2400300"/>
                <a:ext cx="322175" cy="373063"/>
                <a:chOff x="3792874" y="3138488"/>
                <a:chExt cx="322175" cy="373063"/>
              </a:xfrm>
              <a:grpFill/>
            </p:grpSpPr>
            <p:sp>
              <p:nvSpPr>
                <p:cNvPr id="43"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26" name="组合 25"/>
            <p:cNvGrpSpPr/>
            <p:nvPr/>
          </p:nvGrpSpPr>
          <p:grpSpPr>
            <a:xfrm>
              <a:off x="598941" y="6399999"/>
              <a:ext cx="1102619" cy="276499"/>
              <a:chOff x="6738929" y="2270918"/>
              <a:chExt cx="2766486" cy="693738"/>
            </a:xfrm>
            <a:grpFill/>
          </p:grpSpPr>
          <p:grpSp>
            <p:nvGrpSpPr>
              <p:cNvPr id="27" name="组合 26"/>
              <p:cNvGrpSpPr/>
              <p:nvPr/>
            </p:nvGrpSpPr>
            <p:grpSpPr>
              <a:xfrm>
                <a:off x="8180494" y="2355056"/>
                <a:ext cx="484188" cy="509588"/>
                <a:chOff x="6113463" y="3541713"/>
                <a:chExt cx="484188" cy="509588"/>
              </a:xfrm>
              <a:grpFill/>
            </p:grpSpPr>
            <p:sp>
              <p:nvSpPr>
                <p:cNvPr id="3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8" name="组合 27"/>
              <p:cNvGrpSpPr/>
              <p:nvPr/>
            </p:nvGrpSpPr>
            <p:grpSpPr>
              <a:xfrm>
                <a:off x="6738929" y="2270918"/>
                <a:ext cx="549275" cy="693738"/>
                <a:chOff x="6108700" y="2066926"/>
                <a:chExt cx="549275" cy="693738"/>
              </a:xfrm>
              <a:grpFill/>
            </p:grpSpPr>
            <p:sp>
              <p:nvSpPr>
                <p:cNvPr id="3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9" name="组合 28"/>
              <p:cNvGrpSpPr/>
              <p:nvPr/>
            </p:nvGrpSpPr>
            <p:grpSpPr>
              <a:xfrm>
                <a:off x="7532962" y="2451100"/>
                <a:ext cx="368300" cy="317500"/>
                <a:chOff x="6186488" y="2930526"/>
                <a:chExt cx="368300" cy="317500"/>
              </a:xfrm>
              <a:grpFill/>
            </p:grpSpPr>
            <p:sp>
              <p:nvSpPr>
                <p:cNvPr id="3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0"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PA-矩形 7"/>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stretch>
            <a:fillRect/>
          </a:stretch>
        </p:blipFill>
        <p:spPr>
          <a:xfrm>
            <a:off x="-2610651" y="161103"/>
            <a:ext cx="6791691" cy="6535792"/>
          </a:xfrm>
          <a:prstGeom prst="rect">
            <a:avLst/>
          </a:prstGeom>
        </p:spPr>
      </p:pic>
      <p:sp>
        <p:nvSpPr>
          <p:cNvPr id="3" name="矩形 2"/>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cs typeface="+mn-ea"/>
              <a:sym typeface="+mn-lt"/>
            </a:endParaRPr>
          </a:p>
        </p:txBody>
      </p:sp>
      <p:sp>
        <p:nvSpPr>
          <p:cNvPr id="31" name="任意多边形: 形状 30"/>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48" name="标题 47"/>
          <p:cNvSpPr>
            <a:spLocks noGrp="1"/>
          </p:cNvSpPr>
          <p:nvPr>
            <p:ph type="title" hasCustomPrompt="1"/>
          </p:nvPr>
        </p:nvSpPr>
        <p:spPr>
          <a:xfrm>
            <a:off x="5113420" y="2558484"/>
            <a:ext cx="6236023"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p:cNvSpPr>
            <a:spLocks noGrp="1"/>
          </p:cNvSpPr>
          <p:nvPr>
            <p:ph type="body" sz="quarter" idx="16" hasCustomPrompt="1"/>
          </p:nvPr>
        </p:nvSpPr>
        <p:spPr>
          <a:xfrm>
            <a:off x="5143364" y="4198880"/>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pic>
        <p:nvPicPr>
          <p:cNvPr id="8" name="图片 7"/>
          <p:cNvPicPr>
            <a:picLocks noChangeAspect="1"/>
          </p:cNvPicPr>
          <p:nvPr userDrawn="1"/>
        </p:nvPicPr>
        <p:blipFill>
          <a:blip r:embed="rId5" cstate="screen"/>
          <a:stretch>
            <a:fillRect/>
          </a:stretch>
        </p:blipFill>
        <p:spPr>
          <a:xfrm>
            <a:off x="1111261" y="2359437"/>
            <a:ext cx="2855386" cy="2169616"/>
          </a:xfrm>
          <a:prstGeom prst="rect">
            <a:avLst/>
          </a:prstGeom>
        </p:spPr>
      </p:pic>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任意多边形: 形状 118"/>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6" name="任意多边形: 形状 105"/>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8" name="任意多边形: 形状 117"/>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9" name="任意多边形: 形状 83"/>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50" name="任意多边形: 形状 83"/>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102" name="任意多边形: 形状 101"/>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4" name="任意多边形: 形状 83"/>
          <p:cNvSpPr/>
          <p:nvPr userDrawn="1"/>
        </p:nvSpPr>
        <p:spPr>
          <a:xfrm>
            <a:off x="0"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48" name="标题 47"/>
          <p:cNvSpPr>
            <a:spLocks noGrp="1"/>
          </p:cNvSpPr>
          <p:nvPr userDrawn="1">
            <p:ph type="title" hasCustomPrompt="1"/>
          </p:nvPr>
        </p:nvSpPr>
        <p:spPr>
          <a:xfrm>
            <a:off x="515939"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p:cNvSpPr>
            <a:spLocks noGrp="1"/>
          </p:cNvSpPr>
          <p:nvPr userDrawn="1">
            <p:ph type="body" sz="quarter" idx="16" hasCustomPrompt="1"/>
          </p:nvPr>
        </p:nvSpPr>
        <p:spPr>
          <a:xfrm>
            <a:off x="4063320" y="5540739"/>
            <a:ext cx="4065361" cy="3447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cxnSp>
        <p:nvCxnSpPr>
          <p:cNvPr id="18" name="直接连接符 17"/>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screen"/>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52" name="组合 51"/>
          <p:cNvGrpSpPr/>
          <p:nvPr userDrawn="1"/>
        </p:nvGrpSpPr>
        <p:grpSpPr>
          <a:xfrm>
            <a:off x="10083479" y="6315185"/>
            <a:ext cx="1765866" cy="192031"/>
            <a:chOff x="598941" y="6399999"/>
            <a:chExt cx="2542613" cy="276499"/>
          </a:xfrm>
          <a:solidFill>
            <a:schemeClr val="bg1">
              <a:lumMod val="65000"/>
            </a:schemeClr>
          </a:solidFill>
        </p:grpSpPr>
        <p:grpSp>
          <p:nvGrpSpPr>
            <p:cNvPr id="53" name="组合 52"/>
            <p:cNvGrpSpPr/>
            <p:nvPr/>
          </p:nvGrpSpPr>
          <p:grpSpPr>
            <a:xfrm>
              <a:off x="2055693" y="6402621"/>
              <a:ext cx="1085861" cy="270805"/>
              <a:chOff x="10340336" y="2247899"/>
              <a:chExt cx="2724438" cy="679451"/>
            </a:xfrm>
            <a:grpFill/>
          </p:grpSpPr>
          <p:sp>
            <p:nvSpPr>
              <p:cNvPr id="89"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90"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91" name="组合 90"/>
              <p:cNvGrpSpPr/>
              <p:nvPr/>
            </p:nvGrpSpPr>
            <p:grpSpPr>
              <a:xfrm>
                <a:off x="10340336" y="2247899"/>
                <a:ext cx="547688" cy="679451"/>
                <a:chOff x="5548313" y="2084388"/>
                <a:chExt cx="547688" cy="679451"/>
              </a:xfrm>
              <a:grpFill/>
            </p:grpSpPr>
            <p:sp>
              <p:nvSpPr>
                <p:cNvPr id="9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2" name="组合 91"/>
              <p:cNvGrpSpPr/>
              <p:nvPr/>
            </p:nvGrpSpPr>
            <p:grpSpPr>
              <a:xfrm>
                <a:off x="11192276" y="2400300"/>
                <a:ext cx="322175" cy="373063"/>
                <a:chOff x="3792874" y="3138488"/>
                <a:chExt cx="322175" cy="373063"/>
              </a:xfrm>
              <a:grpFill/>
            </p:grpSpPr>
            <p:sp>
              <p:nvSpPr>
                <p:cNvPr id="93"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54" name="组合 53"/>
            <p:cNvGrpSpPr/>
            <p:nvPr/>
          </p:nvGrpSpPr>
          <p:grpSpPr>
            <a:xfrm>
              <a:off x="598941" y="6399999"/>
              <a:ext cx="1102619" cy="276499"/>
              <a:chOff x="6738929" y="2270918"/>
              <a:chExt cx="2766486" cy="693738"/>
            </a:xfrm>
            <a:grpFill/>
          </p:grpSpPr>
          <p:grpSp>
            <p:nvGrpSpPr>
              <p:cNvPr id="55" name="组合 54"/>
              <p:cNvGrpSpPr/>
              <p:nvPr/>
            </p:nvGrpSpPr>
            <p:grpSpPr>
              <a:xfrm>
                <a:off x="8180494" y="2355056"/>
                <a:ext cx="484188" cy="509588"/>
                <a:chOff x="6113463" y="3541713"/>
                <a:chExt cx="484188" cy="509588"/>
              </a:xfrm>
              <a:grpFill/>
            </p:grpSpPr>
            <p:sp>
              <p:nvSpPr>
                <p:cNvPr id="8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6" name="组合 55"/>
              <p:cNvGrpSpPr/>
              <p:nvPr/>
            </p:nvGrpSpPr>
            <p:grpSpPr>
              <a:xfrm>
                <a:off x="6738929" y="2270918"/>
                <a:ext cx="549275" cy="693738"/>
                <a:chOff x="6108700" y="2066926"/>
                <a:chExt cx="549275" cy="693738"/>
              </a:xfrm>
              <a:grpFill/>
            </p:grpSpPr>
            <p:sp>
              <p:nvSpPr>
                <p:cNvPr id="8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7" name="组合 56"/>
              <p:cNvGrpSpPr/>
              <p:nvPr/>
            </p:nvGrpSpPr>
            <p:grpSpPr>
              <a:xfrm>
                <a:off x="7532962" y="2451100"/>
                <a:ext cx="368300" cy="317500"/>
                <a:chOff x="6186488" y="2930526"/>
                <a:chExt cx="368300" cy="317500"/>
              </a:xfrm>
              <a:grpFill/>
            </p:grpSpPr>
            <p:sp>
              <p:nvSpPr>
                <p:cNvPr id="6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封面样式2-尾页">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1" fmla="*/ 0 w 3162300"/>
              <a:gd name="connsiteY0-2" fmla="*/ 2147409 h 2238849"/>
              <a:gd name="connsiteX1-3" fmla="*/ 0 w 3162300"/>
              <a:gd name="connsiteY1-4" fmla="*/ 1565265 h 2238849"/>
              <a:gd name="connsiteX2-5" fmla="*/ 0 w 3162300"/>
              <a:gd name="connsiteY2-6" fmla="*/ 1544697 h 2238849"/>
              <a:gd name="connsiteX3-7" fmla="*/ 0 w 3162300"/>
              <a:gd name="connsiteY3-8" fmla="*/ 0 h 2238849"/>
              <a:gd name="connsiteX4-9" fmla="*/ 1585774 w 3162300"/>
              <a:gd name="connsiteY4-10" fmla="*/ 1112898 h 2238849"/>
              <a:gd name="connsiteX5-11" fmla="*/ 3162300 w 3162300"/>
              <a:gd name="connsiteY5-12" fmla="*/ 0 h 2238849"/>
              <a:gd name="connsiteX6-13" fmla="*/ 3162300 w 3162300"/>
              <a:gd name="connsiteY6-14" fmla="*/ 1544697 h 2238849"/>
              <a:gd name="connsiteX7-15" fmla="*/ 3162300 w 3162300"/>
              <a:gd name="connsiteY7-16" fmla="*/ 1565265 h 2238849"/>
              <a:gd name="connsiteX8-17" fmla="*/ 3162300 w 3162300"/>
              <a:gd name="connsiteY8-18" fmla="*/ 2147409 h 2238849"/>
              <a:gd name="connsiteX9" fmla="*/ 91440 w 3162300"/>
              <a:gd name="connsiteY9" fmla="*/ 2238849 h 2238849"/>
              <a:gd name="connsiteX0-19" fmla="*/ 0 w 3162300"/>
              <a:gd name="connsiteY0-20" fmla="*/ 2147409 h 2147409"/>
              <a:gd name="connsiteX1-21" fmla="*/ 0 w 3162300"/>
              <a:gd name="connsiteY1-22" fmla="*/ 1565265 h 2147409"/>
              <a:gd name="connsiteX2-23" fmla="*/ 0 w 3162300"/>
              <a:gd name="connsiteY2-24" fmla="*/ 1544697 h 2147409"/>
              <a:gd name="connsiteX3-25" fmla="*/ 0 w 3162300"/>
              <a:gd name="connsiteY3-26" fmla="*/ 0 h 2147409"/>
              <a:gd name="connsiteX4-27" fmla="*/ 1585774 w 3162300"/>
              <a:gd name="connsiteY4-28" fmla="*/ 1112898 h 2147409"/>
              <a:gd name="connsiteX5-29" fmla="*/ 3162300 w 3162300"/>
              <a:gd name="connsiteY5-30" fmla="*/ 0 h 2147409"/>
              <a:gd name="connsiteX6-31" fmla="*/ 3162300 w 3162300"/>
              <a:gd name="connsiteY6-32" fmla="*/ 1544697 h 2147409"/>
              <a:gd name="connsiteX7-33" fmla="*/ 3162300 w 3162300"/>
              <a:gd name="connsiteY7-34" fmla="*/ 1565265 h 2147409"/>
              <a:gd name="connsiteX8-35" fmla="*/ 3162300 w 3162300"/>
              <a:gd name="connsiteY8-36" fmla="*/ 2147409 h 21474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1" fmla="*/ 0 w 3162300"/>
              <a:gd name="connsiteY0-2" fmla="*/ 1871961 h 1963401"/>
              <a:gd name="connsiteX1-3" fmla="*/ 0 w 3162300"/>
              <a:gd name="connsiteY1-4" fmla="*/ 0 h 1963401"/>
              <a:gd name="connsiteX2-5" fmla="*/ 3162300 w 3162300"/>
              <a:gd name="connsiteY2-6" fmla="*/ 0 h 1963401"/>
              <a:gd name="connsiteX3-7" fmla="*/ 3162300 w 3162300"/>
              <a:gd name="connsiteY3-8" fmla="*/ 1871961 h 1963401"/>
              <a:gd name="connsiteX4-9" fmla="*/ 91440 w 3162300"/>
              <a:gd name="connsiteY4-10" fmla="*/ 1963401 h 1963401"/>
              <a:gd name="connsiteX0-11" fmla="*/ 0 w 3162300"/>
              <a:gd name="connsiteY0-12" fmla="*/ 1871961 h 1871961"/>
              <a:gd name="connsiteX1-13" fmla="*/ 0 w 3162300"/>
              <a:gd name="connsiteY1-14" fmla="*/ 0 h 1871961"/>
              <a:gd name="connsiteX2-15" fmla="*/ 3162300 w 3162300"/>
              <a:gd name="connsiteY2-16" fmla="*/ 0 h 1871961"/>
              <a:gd name="connsiteX3-17" fmla="*/ 3162300 w 3162300"/>
              <a:gd name="connsiteY3-18" fmla="*/ 1871961 h 1871961"/>
            </a:gdLst>
            <a:ahLst/>
            <a:cxnLst>
              <a:cxn ang="0">
                <a:pos x="connsiteX0-1" y="connsiteY0-2"/>
              </a:cxn>
              <a:cxn ang="0">
                <a:pos x="connsiteX1-3" y="connsiteY1-4"/>
              </a:cxn>
              <a:cxn ang="0">
                <a:pos x="connsiteX2-5" y="connsiteY2-6"/>
              </a:cxn>
              <a:cxn ang="0">
                <a:pos x="connsiteX3-7" y="connsiteY3-8"/>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cs typeface="+mn-ea"/>
              <a:sym typeface="+mn-lt"/>
            </a:endParaRPr>
          </a:p>
        </p:txBody>
      </p:sp>
      <p:sp>
        <p:nvSpPr>
          <p:cNvPr id="12" name="等腰三角形 11"/>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screen"/>
          <a:stretch>
            <a:fillRect/>
          </a:stretch>
        </p:blipFill>
        <p:spPr>
          <a:xfrm>
            <a:off x="4974749" y="1401223"/>
            <a:ext cx="2256308" cy="631546"/>
          </a:xfrm>
          <a:prstGeom prst="rect">
            <a:avLst/>
          </a:prstGeom>
        </p:spPr>
      </p:pic>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样式3-首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l="128" r="23340"/>
          <a:stretch>
            <a:fillRect/>
          </a:stretch>
        </p:blipFill>
        <p:spPr>
          <a:xfrm>
            <a:off x="4303956" y="0"/>
            <a:ext cx="7888043" cy="6858000"/>
          </a:xfrm>
          <a:prstGeom prst="rect">
            <a:avLst/>
          </a:prstGeom>
        </p:spPr>
      </p:pic>
      <p:sp>
        <p:nvSpPr>
          <p:cNvPr id="7" name="矩形 6"/>
          <p:cNvSpPr/>
          <p:nvPr userDrawn="1"/>
        </p:nvSpPr>
        <p:spPr>
          <a:xfrm>
            <a:off x="-1" y="0"/>
            <a:ext cx="12192000"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图片 12"/>
          <p:cNvPicPr>
            <a:picLocks noChangeAspect="1"/>
          </p:cNvPicPr>
          <p:nvPr userDrawn="1"/>
        </p:nvPicPr>
        <p:blipFill>
          <a:blip r:embed="rId3" cstate="screen"/>
          <a:stretch>
            <a:fillRect/>
          </a:stretch>
        </p:blipFill>
        <p:spPr>
          <a:xfrm>
            <a:off x="540452" y="479393"/>
            <a:ext cx="2203058" cy="616640"/>
          </a:xfrm>
          <a:prstGeom prst="rect">
            <a:avLst/>
          </a:prstGeom>
        </p:spPr>
      </p:pic>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封面样式3-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l="15573" r="198"/>
          <a:stretch>
            <a:fillRect/>
          </a:stretch>
        </p:blipFill>
        <p:spPr>
          <a:xfrm>
            <a:off x="0" y="0"/>
            <a:ext cx="8678174" cy="6858000"/>
          </a:xfrm>
          <a:prstGeom prst="rect">
            <a:avLst/>
          </a:prstGeom>
        </p:spPr>
      </p:pic>
      <p:sp>
        <p:nvSpPr>
          <p:cNvPr id="7" name="矩形 6"/>
          <p:cNvSpPr/>
          <p:nvPr userDrawn="1"/>
        </p:nvSpPr>
        <p:spPr>
          <a:xfrm>
            <a:off x="0" y="0"/>
            <a:ext cx="12191999" cy="6858000"/>
          </a:xfrm>
          <a:prstGeom prst="rect">
            <a:avLst/>
          </a:prstGeom>
          <a:gradFill flip="none" rotWithShape="1">
            <a:gsLst>
              <a:gs pos="0">
                <a:schemeClr val="accent1">
                  <a:lumMod val="100000"/>
                  <a:alpha val="0"/>
                </a:schemeClr>
              </a:gs>
              <a:gs pos="59000">
                <a:schemeClr val="accent1">
                  <a:lumMod val="100000"/>
                </a:schemeClr>
              </a:gs>
              <a:gs pos="100000">
                <a:schemeClr val="accent1">
                  <a:lumMod val="10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p:cNvPicPr>
            <a:picLocks noChangeAspect="1"/>
          </p:cNvPicPr>
          <p:nvPr userDrawn="1"/>
        </p:nvPicPr>
        <p:blipFill>
          <a:blip r:embed="rId3" cstate="screen"/>
          <a:stretch>
            <a:fillRect/>
          </a:stretch>
        </p:blipFill>
        <p:spPr>
          <a:xfrm>
            <a:off x="9403566" y="501046"/>
            <a:ext cx="2203058" cy="616640"/>
          </a:xfrm>
          <a:prstGeom prst="rect">
            <a:avLst/>
          </a:prstGeom>
        </p:spPr>
      </p:pic>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封面样式4-首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srcRect/>
          <a:stretch>
            <a:fillRect/>
          </a:stretch>
        </p:blipFill>
        <p:spPr>
          <a:xfrm>
            <a:off x="4768810" y="7452"/>
            <a:ext cx="7423189" cy="6850548"/>
          </a:xfrm>
          <a:prstGeom prst="rect">
            <a:avLst/>
          </a:prstGeom>
        </p:spPr>
      </p:pic>
      <p:sp>
        <p:nvSpPr>
          <p:cNvPr id="7" name="矩形 6"/>
          <p:cNvSpPr/>
          <p:nvPr userDrawn="1"/>
        </p:nvSpPr>
        <p:spPr>
          <a:xfrm>
            <a:off x="-2" y="0"/>
            <a:ext cx="12192001"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40" name="图片 39"/>
          <p:cNvPicPr>
            <a:picLocks noChangeAspect="1"/>
          </p:cNvPicPr>
          <p:nvPr userDrawn="1"/>
        </p:nvPicPr>
        <p:blipFill>
          <a:blip r:embed="rId3" cstate="screen"/>
          <a:stretch>
            <a:fillRect/>
          </a:stretch>
        </p:blipFill>
        <p:spPr>
          <a:xfrm>
            <a:off x="540452" y="479393"/>
            <a:ext cx="2203058" cy="616640"/>
          </a:xfrm>
          <a:prstGeom prst="rect">
            <a:avLst/>
          </a:prstGeom>
        </p:spPr>
      </p:pic>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封面样式4-尾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srcRect/>
          <a:stretch>
            <a:fillRect/>
          </a:stretch>
        </p:blipFill>
        <p:spPr>
          <a:xfrm>
            <a:off x="-10414" y="0"/>
            <a:ext cx="8336943" cy="6860043"/>
          </a:xfrm>
          <a:prstGeom prst="rect">
            <a:avLst/>
          </a:prstGeom>
        </p:spPr>
      </p:pic>
      <p:sp>
        <p:nvSpPr>
          <p:cNvPr id="7" name="矩形 6"/>
          <p:cNvSpPr/>
          <p:nvPr userDrawn="1"/>
        </p:nvSpPr>
        <p:spPr>
          <a:xfrm>
            <a:off x="-10414" y="0"/>
            <a:ext cx="12202413" cy="6858000"/>
          </a:xfrm>
          <a:prstGeom prst="rect">
            <a:avLst/>
          </a:prstGeom>
          <a:gradFill flip="none" rotWithShape="1">
            <a:gsLst>
              <a:gs pos="0">
                <a:schemeClr val="accent1">
                  <a:lumMod val="100000"/>
                  <a:alpha val="0"/>
                </a:schemeClr>
              </a:gs>
              <a:gs pos="50000">
                <a:schemeClr val="accent1">
                  <a:lumMod val="100000"/>
                </a:schemeClr>
              </a:gs>
              <a:gs pos="100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40" name="图片 39"/>
          <p:cNvPicPr>
            <a:picLocks noChangeAspect="1"/>
          </p:cNvPicPr>
          <p:nvPr userDrawn="1"/>
        </p:nvPicPr>
        <p:blipFill>
          <a:blip r:embed="rId3" cstate="screen"/>
          <a:stretch>
            <a:fillRect/>
          </a:stretch>
        </p:blipFill>
        <p:spPr>
          <a:xfrm>
            <a:off x="9403566" y="501046"/>
            <a:ext cx="2203058" cy="616640"/>
          </a:xfrm>
          <a:prstGeom prst="rect">
            <a:avLst/>
          </a:prstGeom>
        </p:spPr>
      </p:pic>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面样式5-首页">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screen"/>
          <a:stretch>
            <a:fillRect/>
          </a:stretch>
        </p:blipFill>
        <p:spPr>
          <a:xfrm>
            <a:off x="-6352" y="0"/>
            <a:ext cx="12198351" cy="5024521"/>
          </a:xfrm>
          <a:prstGeom prst="rect">
            <a:avLst/>
          </a:prstGeom>
        </p:spPr>
      </p:pic>
      <p:sp>
        <p:nvSpPr>
          <p:cNvPr id="7" name="矩形 6"/>
          <p:cNvSpPr/>
          <p:nvPr userDrawn="1"/>
        </p:nvSpPr>
        <p:spPr>
          <a:xfrm>
            <a:off x="-6351" y="0"/>
            <a:ext cx="12198349" cy="6858000"/>
          </a:xfrm>
          <a:prstGeom prst="rect">
            <a:avLst/>
          </a:prstGeom>
          <a:gradFill>
            <a:gsLst>
              <a:gs pos="0">
                <a:schemeClr val="accent1">
                  <a:lumMod val="100000"/>
                  <a:alpha val="0"/>
                </a:schemeClr>
              </a:gs>
              <a:gs pos="66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userDrawn="1"/>
        </p:nvCxnSpPr>
        <p:spPr>
          <a:xfrm>
            <a:off x="660400" y="4550546"/>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3" cstate="screen"/>
          <a:stretch>
            <a:fillRect/>
          </a:stretch>
        </p:blipFill>
        <p:spPr>
          <a:xfrm>
            <a:off x="7223405" y="2402693"/>
            <a:ext cx="4785100" cy="4774940"/>
          </a:xfrm>
          <a:prstGeom prst="rect">
            <a:avLst/>
          </a:prstGeom>
        </p:spPr>
      </p:pic>
      <p:pic>
        <p:nvPicPr>
          <p:cNvPr id="11" name="图片 10"/>
          <p:cNvPicPr>
            <a:picLocks noChangeAspect="1"/>
          </p:cNvPicPr>
          <p:nvPr userDrawn="1"/>
        </p:nvPicPr>
        <p:blipFill rotWithShape="1">
          <a:blip r:embed="rId4" cstate="screen"/>
          <a:srcRect l="6610" b="12305"/>
          <a:stretch>
            <a:fillRect/>
          </a:stretch>
        </p:blipFill>
        <p:spPr>
          <a:xfrm>
            <a:off x="14873" y="5340546"/>
            <a:ext cx="6018099" cy="1518363"/>
          </a:xfrm>
          <a:prstGeom prst="rect">
            <a:avLst/>
          </a:prstGeom>
        </p:spPr>
      </p:pic>
      <p:pic>
        <p:nvPicPr>
          <p:cNvPr id="12" name="图片 11"/>
          <p:cNvPicPr>
            <a:picLocks noChangeAspect="1"/>
          </p:cNvPicPr>
          <p:nvPr userDrawn="1"/>
        </p:nvPicPr>
        <p:blipFill rotWithShape="1">
          <a:blip r:embed="rId4" cstate="screen"/>
          <a:srcRect l="6610" b="12305"/>
          <a:stretch>
            <a:fillRect/>
          </a:stretch>
        </p:blipFill>
        <p:spPr>
          <a:xfrm flipH="1">
            <a:off x="6154789" y="5340546"/>
            <a:ext cx="6018099" cy="1518363"/>
          </a:xfrm>
          <a:prstGeom prst="rect">
            <a:avLst/>
          </a:prstGeom>
        </p:spPr>
      </p:pic>
      <p:pic>
        <p:nvPicPr>
          <p:cNvPr id="18" name="图片 17"/>
          <p:cNvPicPr>
            <a:picLocks noChangeAspect="1"/>
          </p:cNvPicPr>
          <p:nvPr userDrawn="1"/>
        </p:nvPicPr>
        <p:blipFill>
          <a:blip r:embed="rId5" cstate="screen"/>
          <a:stretch>
            <a:fillRect/>
          </a:stretch>
        </p:blipFill>
        <p:spPr>
          <a:xfrm>
            <a:off x="5018002" y="2568943"/>
            <a:ext cx="2143294" cy="599913"/>
          </a:xfrm>
          <a:prstGeom prst="rect">
            <a:avLst/>
          </a:prstGeom>
        </p:spPr>
      </p:pic>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样式5-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a:stretch>
            <a:fillRect/>
          </a:stretch>
        </p:blipFill>
        <p:spPr>
          <a:xfrm>
            <a:off x="0" y="0"/>
            <a:ext cx="12192000" cy="5902493"/>
          </a:xfrm>
          <a:prstGeom prst="rect">
            <a:avLst/>
          </a:prstGeom>
        </p:spPr>
      </p:pic>
      <p:sp>
        <p:nvSpPr>
          <p:cNvPr id="7" name="矩形 6"/>
          <p:cNvSpPr/>
          <p:nvPr userDrawn="1"/>
        </p:nvSpPr>
        <p:spPr>
          <a:xfrm>
            <a:off x="1" y="0"/>
            <a:ext cx="12191998" cy="6858000"/>
          </a:xfrm>
          <a:prstGeom prst="rect">
            <a:avLst/>
          </a:prstGeom>
          <a:gradFill>
            <a:gsLst>
              <a:gs pos="0">
                <a:schemeClr val="bg1">
                  <a:alpha val="30000"/>
                </a:schemeClr>
              </a:gs>
              <a:gs pos="60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userDrawn="1"/>
        </p:nvCxnSpPr>
        <p:spPr>
          <a:xfrm>
            <a:off x="660400" y="4626145"/>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userDrawn="1"/>
        </p:nvPicPr>
        <p:blipFill rotWithShape="1">
          <a:blip r:embed="rId3" cstate="screen"/>
          <a:srcRect l="6610" b="12305"/>
          <a:stretch>
            <a:fillRect/>
          </a:stretch>
        </p:blipFill>
        <p:spPr>
          <a:xfrm flipV="1">
            <a:off x="14873" y="-15231"/>
            <a:ext cx="6018099" cy="1518363"/>
          </a:xfrm>
          <a:prstGeom prst="rect">
            <a:avLst/>
          </a:prstGeom>
        </p:spPr>
      </p:pic>
      <p:pic>
        <p:nvPicPr>
          <p:cNvPr id="15" name="图片 14"/>
          <p:cNvPicPr>
            <a:picLocks noChangeAspect="1"/>
          </p:cNvPicPr>
          <p:nvPr userDrawn="1"/>
        </p:nvPicPr>
        <p:blipFill rotWithShape="1">
          <a:blip r:embed="rId3" cstate="screen"/>
          <a:srcRect l="6610" b="12305"/>
          <a:stretch>
            <a:fillRect/>
          </a:stretch>
        </p:blipFill>
        <p:spPr>
          <a:xfrm flipH="1" flipV="1">
            <a:off x="6154789" y="-15231"/>
            <a:ext cx="6018099" cy="1518363"/>
          </a:xfrm>
          <a:prstGeom prst="rect">
            <a:avLst/>
          </a:prstGeom>
        </p:spPr>
      </p:pic>
      <p:pic>
        <p:nvPicPr>
          <p:cNvPr id="16" name="图片 15"/>
          <p:cNvPicPr>
            <a:picLocks noChangeAspect="1"/>
          </p:cNvPicPr>
          <p:nvPr userDrawn="1"/>
        </p:nvPicPr>
        <p:blipFill>
          <a:blip r:embed="rId4" cstate="screen"/>
          <a:stretch>
            <a:fillRect/>
          </a:stretch>
        </p:blipFill>
        <p:spPr>
          <a:xfrm>
            <a:off x="5018002" y="2577573"/>
            <a:ext cx="2143294" cy="599913"/>
          </a:xfrm>
          <a:prstGeom prst="rect">
            <a:avLst/>
          </a:prstGeom>
        </p:spPr>
      </p:pic>
      <p:grpSp>
        <p:nvGrpSpPr>
          <p:cNvPr id="17" name="组合 16"/>
          <p:cNvGrpSpPr/>
          <p:nvPr userDrawn="1"/>
        </p:nvGrpSpPr>
        <p:grpSpPr>
          <a:xfrm>
            <a:off x="3040886" y="5719548"/>
            <a:ext cx="6136451" cy="681262"/>
            <a:chOff x="582366" y="5719539"/>
            <a:chExt cx="6136451" cy="681262"/>
          </a:xfrm>
          <a:gradFill flip="none" rotWithShape="1">
            <a:gsLst>
              <a:gs pos="100000">
                <a:schemeClr val="bg1">
                  <a:alpha val="9000"/>
                </a:schemeClr>
              </a:gs>
              <a:gs pos="0">
                <a:schemeClr val="bg1">
                  <a:alpha val="3000"/>
                </a:schemeClr>
              </a:gs>
            </a:gsLst>
            <a:lin ang="16200000" scaled="1"/>
            <a:tileRect/>
          </a:gradFill>
        </p:grpSpPr>
        <p:grpSp>
          <p:nvGrpSpPr>
            <p:cNvPr id="18" name="组合 17"/>
            <p:cNvGrpSpPr/>
            <p:nvPr/>
          </p:nvGrpSpPr>
          <p:grpSpPr>
            <a:xfrm>
              <a:off x="4043374" y="5725999"/>
              <a:ext cx="2675443" cy="667232"/>
              <a:chOff x="10340336" y="2247899"/>
              <a:chExt cx="2724438" cy="679451"/>
            </a:xfrm>
            <a:grpFill/>
          </p:grpSpPr>
          <p:sp>
            <p:nvSpPr>
              <p:cNvPr id="32"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4" name="组合 33"/>
              <p:cNvGrpSpPr/>
              <p:nvPr/>
            </p:nvGrpSpPr>
            <p:grpSpPr>
              <a:xfrm>
                <a:off x="10340336" y="2247899"/>
                <a:ext cx="547688" cy="679451"/>
                <a:chOff x="5548313" y="2084388"/>
                <a:chExt cx="547688" cy="679451"/>
              </a:xfrm>
              <a:grpFill/>
            </p:grpSpPr>
            <p:sp>
              <p:nvSpPr>
                <p:cNvPr id="39"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11192276" y="2400300"/>
                <a:ext cx="322175" cy="373063"/>
                <a:chOff x="3792874" y="3138488"/>
                <a:chExt cx="322175" cy="373063"/>
              </a:xfrm>
              <a:grpFill/>
            </p:grpSpPr>
            <p:sp>
              <p:nvSpPr>
                <p:cNvPr id="36"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9" name="组合 18"/>
            <p:cNvGrpSpPr/>
            <p:nvPr/>
          </p:nvGrpSpPr>
          <p:grpSpPr>
            <a:xfrm>
              <a:off x="582366" y="5719539"/>
              <a:ext cx="2716733" cy="681262"/>
              <a:chOff x="6738929" y="2270918"/>
              <a:chExt cx="2766486" cy="693738"/>
            </a:xfrm>
            <a:grpFill/>
          </p:grpSpPr>
          <p:grpSp>
            <p:nvGrpSpPr>
              <p:cNvPr id="20" name="组合 19"/>
              <p:cNvGrpSpPr/>
              <p:nvPr/>
            </p:nvGrpSpPr>
            <p:grpSpPr>
              <a:xfrm>
                <a:off x="8180494" y="2355056"/>
                <a:ext cx="484188" cy="509588"/>
                <a:chOff x="6113463" y="3541713"/>
                <a:chExt cx="484188" cy="509588"/>
              </a:xfrm>
              <a:grpFill/>
            </p:grpSpPr>
            <p:sp>
              <p:nvSpPr>
                <p:cNvPr id="30"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6738929" y="2270918"/>
                <a:ext cx="549275" cy="693738"/>
                <a:chOff x="6108700" y="2066926"/>
                <a:chExt cx="549275" cy="693738"/>
              </a:xfrm>
              <a:grpFill/>
            </p:grpSpPr>
            <p:sp>
              <p:nvSpPr>
                <p:cNvPr id="28"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7532962" y="2451100"/>
                <a:ext cx="368300" cy="317500"/>
                <a:chOff x="6186488" y="2930526"/>
                <a:chExt cx="368300" cy="317500"/>
              </a:xfrm>
              <a:grpFill/>
            </p:grpSpPr>
            <p:sp>
              <p:nvSpPr>
                <p:cNvPr id="25"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3"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封面样式6">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529" y="-2924"/>
            <a:ext cx="12193057" cy="3633531"/>
          </a:xfrm>
          <a:prstGeom prst="rect">
            <a:avLst/>
          </a:prstGeom>
        </p:spPr>
      </p:pic>
      <p:sp>
        <p:nvSpPr>
          <p:cNvPr id="37" name="任意形状 36"/>
          <p:cNvSpPr/>
          <p:nvPr userDrawn="1"/>
        </p:nvSpPr>
        <p:spPr>
          <a:xfrm>
            <a:off x="-134112" y="-106934"/>
            <a:ext cx="12468264" cy="3829332"/>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41" name="矩形 40"/>
          <p:cNvSpPr/>
          <p:nvPr userDrawn="1"/>
        </p:nvSpPr>
        <p:spPr>
          <a:xfrm>
            <a:off x="0" y="0"/>
            <a:ext cx="12192000" cy="16328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pic>
        <p:nvPicPr>
          <p:cNvPr id="42" name="图片 41"/>
          <p:cNvPicPr>
            <a:picLocks noChangeAspect="1"/>
          </p:cNvPicPr>
          <p:nvPr userDrawn="1"/>
        </p:nvPicPr>
        <p:blipFill>
          <a:blip r:embed="rId3" cstate="screen"/>
          <a:stretch>
            <a:fillRect/>
          </a:stretch>
        </p:blipFill>
        <p:spPr>
          <a:xfrm>
            <a:off x="5502191" y="3048198"/>
            <a:ext cx="1193467" cy="1192626"/>
          </a:xfrm>
          <a:prstGeom prst="rect">
            <a:avLst/>
          </a:prstGeom>
        </p:spPr>
      </p:pic>
      <p:sp>
        <p:nvSpPr>
          <p:cNvPr id="43" name="文本框 42"/>
          <p:cNvSpPr txBox="1"/>
          <p:nvPr userDrawn="1"/>
        </p:nvSpPr>
        <p:spPr>
          <a:xfrm>
            <a:off x="150844" y="617414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44" name="组合 43"/>
          <p:cNvGrpSpPr/>
          <p:nvPr userDrawn="1"/>
        </p:nvGrpSpPr>
        <p:grpSpPr>
          <a:xfrm>
            <a:off x="10083479" y="6400645"/>
            <a:ext cx="1765866" cy="192031"/>
            <a:chOff x="598941" y="6399999"/>
            <a:chExt cx="2542613" cy="276499"/>
          </a:xfrm>
          <a:solidFill>
            <a:schemeClr val="bg1">
              <a:lumMod val="65000"/>
            </a:schemeClr>
          </a:solidFill>
        </p:grpSpPr>
        <p:grpSp>
          <p:nvGrpSpPr>
            <p:cNvPr id="45" name="组合 44"/>
            <p:cNvGrpSpPr/>
            <p:nvPr/>
          </p:nvGrpSpPr>
          <p:grpSpPr>
            <a:xfrm>
              <a:off x="2055693" y="6402621"/>
              <a:ext cx="1085861" cy="270805"/>
              <a:chOff x="10340336" y="2247899"/>
              <a:chExt cx="2724438" cy="679451"/>
            </a:xfrm>
            <a:grpFill/>
          </p:grpSpPr>
          <p:sp>
            <p:nvSpPr>
              <p:cNvPr id="59"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61" name="组合 60"/>
              <p:cNvGrpSpPr/>
              <p:nvPr/>
            </p:nvGrpSpPr>
            <p:grpSpPr>
              <a:xfrm>
                <a:off x="10340336" y="2247899"/>
                <a:ext cx="547688" cy="679451"/>
                <a:chOff x="5548313" y="2084388"/>
                <a:chExt cx="547688" cy="679451"/>
              </a:xfrm>
              <a:grpFill/>
            </p:grpSpPr>
            <p:sp>
              <p:nvSpPr>
                <p:cNvPr id="6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62" name="组合 61"/>
              <p:cNvGrpSpPr/>
              <p:nvPr/>
            </p:nvGrpSpPr>
            <p:grpSpPr>
              <a:xfrm>
                <a:off x="11192276" y="2400300"/>
                <a:ext cx="322175" cy="373063"/>
                <a:chOff x="3792874" y="3138488"/>
                <a:chExt cx="322175" cy="373063"/>
              </a:xfrm>
              <a:grpFill/>
            </p:grpSpPr>
            <p:sp>
              <p:nvSpPr>
                <p:cNvPr id="63"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6" name="组合 45"/>
            <p:cNvGrpSpPr/>
            <p:nvPr/>
          </p:nvGrpSpPr>
          <p:grpSpPr>
            <a:xfrm>
              <a:off x="598941" y="6399999"/>
              <a:ext cx="1102619" cy="276499"/>
              <a:chOff x="6738929" y="2270918"/>
              <a:chExt cx="2766486" cy="693738"/>
            </a:xfrm>
            <a:grpFill/>
          </p:grpSpPr>
          <p:grpSp>
            <p:nvGrpSpPr>
              <p:cNvPr id="47" name="组合 46"/>
              <p:cNvGrpSpPr/>
              <p:nvPr/>
            </p:nvGrpSpPr>
            <p:grpSpPr>
              <a:xfrm>
                <a:off x="8180494" y="2355056"/>
                <a:ext cx="484188" cy="509588"/>
                <a:chOff x="6113463" y="3541713"/>
                <a:chExt cx="484188" cy="509588"/>
              </a:xfrm>
              <a:grpFill/>
            </p:grpSpPr>
            <p:sp>
              <p:nvSpPr>
                <p:cNvPr id="5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8" name="组合 47"/>
              <p:cNvGrpSpPr/>
              <p:nvPr/>
            </p:nvGrpSpPr>
            <p:grpSpPr>
              <a:xfrm>
                <a:off x="6738929" y="2270918"/>
                <a:ext cx="549275" cy="693738"/>
                <a:chOff x="6108700" y="2066926"/>
                <a:chExt cx="549275" cy="693738"/>
              </a:xfrm>
              <a:grpFill/>
            </p:grpSpPr>
            <p:sp>
              <p:nvSpPr>
                <p:cNvPr id="5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9" name="组合 48"/>
              <p:cNvGrpSpPr/>
              <p:nvPr/>
            </p:nvGrpSpPr>
            <p:grpSpPr>
              <a:xfrm>
                <a:off x="7532962" y="2451100"/>
                <a:ext cx="368300" cy="317500"/>
                <a:chOff x="6186488" y="2930526"/>
                <a:chExt cx="368300" cy="317500"/>
              </a:xfrm>
              <a:grpFill/>
            </p:grpSpPr>
            <p:sp>
              <p:nvSpPr>
                <p:cNvPr id="5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0"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面样式7-首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1" fmla="*/ 0 w 12208213"/>
              <a:gd name="connsiteY0-2" fmla="*/ 0 h 1605064"/>
              <a:gd name="connsiteX1-3" fmla="*/ 6099243 w 12208213"/>
              <a:gd name="connsiteY1-4" fmla="*/ 1498060 h 1605064"/>
              <a:gd name="connsiteX2-5" fmla="*/ 12198485 w 12208213"/>
              <a:gd name="connsiteY2-6" fmla="*/ 19456 h 1605064"/>
              <a:gd name="connsiteX3-7" fmla="*/ 12208213 w 12208213"/>
              <a:gd name="connsiteY3-8" fmla="*/ 282103 h 1605064"/>
              <a:gd name="connsiteX4-9" fmla="*/ 6108970 w 12208213"/>
              <a:gd name="connsiteY4-10" fmla="*/ 1605064 h 1605064"/>
              <a:gd name="connsiteX5-11" fmla="*/ 0 w 12208213"/>
              <a:gd name="connsiteY5-12" fmla="*/ 544749 h 1605064"/>
              <a:gd name="connsiteX6-13" fmla="*/ 0 w 12208213"/>
              <a:gd name="connsiteY6-14" fmla="*/ 0 h 1605064"/>
              <a:gd name="connsiteX0-15" fmla="*/ 0 w 12198485"/>
              <a:gd name="connsiteY0-16" fmla="*/ 0 h 1605064"/>
              <a:gd name="connsiteX1-17" fmla="*/ 6099243 w 12198485"/>
              <a:gd name="connsiteY1-18" fmla="*/ 1498060 h 1605064"/>
              <a:gd name="connsiteX2-19" fmla="*/ 12198485 w 12198485"/>
              <a:gd name="connsiteY2-20" fmla="*/ 19456 h 1605064"/>
              <a:gd name="connsiteX3-21" fmla="*/ 12198485 w 12198485"/>
              <a:gd name="connsiteY3-22" fmla="*/ 603115 h 1605064"/>
              <a:gd name="connsiteX4-23" fmla="*/ 6108970 w 12198485"/>
              <a:gd name="connsiteY4-24" fmla="*/ 1605064 h 1605064"/>
              <a:gd name="connsiteX5-25" fmla="*/ 0 w 12198485"/>
              <a:gd name="connsiteY5-26" fmla="*/ 544749 h 1605064"/>
              <a:gd name="connsiteX6-27" fmla="*/ 0 w 12198485"/>
              <a:gd name="connsiteY6-28" fmla="*/ 0 h 1605064"/>
              <a:gd name="connsiteX0-29" fmla="*/ 0 w 12198485"/>
              <a:gd name="connsiteY0-30" fmla="*/ 0 h 1605064"/>
              <a:gd name="connsiteX1-31" fmla="*/ 6108970 w 12198485"/>
              <a:gd name="connsiteY1-32" fmla="*/ 1507788 h 1605064"/>
              <a:gd name="connsiteX2-33" fmla="*/ 12198485 w 12198485"/>
              <a:gd name="connsiteY2-34" fmla="*/ 19456 h 1605064"/>
              <a:gd name="connsiteX3-35" fmla="*/ 12198485 w 12198485"/>
              <a:gd name="connsiteY3-36" fmla="*/ 603115 h 1605064"/>
              <a:gd name="connsiteX4-37" fmla="*/ 6108970 w 12198485"/>
              <a:gd name="connsiteY4-38" fmla="*/ 1605064 h 1605064"/>
              <a:gd name="connsiteX5-39" fmla="*/ 0 w 12198485"/>
              <a:gd name="connsiteY5-40" fmla="*/ 544749 h 1605064"/>
              <a:gd name="connsiteX6-41" fmla="*/ 0 w 12198485"/>
              <a:gd name="connsiteY6-42" fmla="*/ 0 h 1605064"/>
              <a:gd name="connsiteX0-43" fmla="*/ 632298 w 12830783"/>
              <a:gd name="connsiteY0-44" fmla="*/ 0 h 1605064"/>
              <a:gd name="connsiteX1-45" fmla="*/ 6741268 w 12830783"/>
              <a:gd name="connsiteY1-46" fmla="*/ 1507788 h 1605064"/>
              <a:gd name="connsiteX2-47" fmla="*/ 12830783 w 12830783"/>
              <a:gd name="connsiteY2-48" fmla="*/ 19456 h 1605064"/>
              <a:gd name="connsiteX3-49" fmla="*/ 12830783 w 12830783"/>
              <a:gd name="connsiteY3-50" fmla="*/ 603115 h 1605064"/>
              <a:gd name="connsiteX4-51" fmla="*/ 6741268 w 12830783"/>
              <a:gd name="connsiteY4-52" fmla="*/ 1605064 h 1605064"/>
              <a:gd name="connsiteX5-53" fmla="*/ 0 w 12830783"/>
              <a:gd name="connsiteY5-54" fmla="*/ 29183 h 1605064"/>
              <a:gd name="connsiteX6-55" fmla="*/ 632298 w 12830783"/>
              <a:gd name="connsiteY6-56" fmla="*/ 0 h 1605064"/>
              <a:gd name="connsiteX0-57" fmla="*/ 836579 w 12830783"/>
              <a:gd name="connsiteY0-58" fmla="*/ 0 h 1634247"/>
              <a:gd name="connsiteX1-59" fmla="*/ 6741268 w 12830783"/>
              <a:gd name="connsiteY1-60" fmla="*/ 1536971 h 1634247"/>
              <a:gd name="connsiteX2-61" fmla="*/ 12830783 w 12830783"/>
              <a:gd name="connsiteY2-62" fmla="*/ 48639 h 1634247"/>
              <a:gd name="connsiteX3-63" fmla="*/ 12830783 w 12830783"/>
              <a:gd name="connsiteY3-64" fmla="*/ 632298 h 1634247"/>
              <a:gd name="connsiteX4-65" fmla="*/ 6741268 w 12830783"/>
              <a:gd name="connsiteY4-66" fmla="*/ 1634247 h 1634247"/>
              <a:gd name="connsiteX5-67" fmla="*/ 0 w 12830783"/>
              <a:gd name="connsiteY5-68" fmla="*/ 58366 h 1634247"/>
              <a:gd name="connsiteX6-69" fmla="*/ 836579 w 12830783"/>
              <a:gd name="connsiteY6-70" fmla="*/ 0 h 1634247"/>
              <a:gd name="connsiteX0-71" fmla="*/ 836579 w 12830783"/>
              <a:gd name="connsiteY0-72" fmla="*/ 0 h 1702340"/>
              <a:gd name="connsiteX1-73" fmla="*/ 6741268 w 12830783"/>
              <a:gd name="connsiteY1-74" fmla="*/ 1536971 h 1702340"/>
              <a:gd name="connsiteX2-75" fmla="*/ 12830783 w 12830783"/>
              <a:gd name="connsiteY2-76" fmla="*/ 48639 h 1702340"/>
              <a:gd name="connsiteX3-77" fmla="*/ 12830783 w 12830783"/>
              <a:gd name="connsiteY3-78" fmla="*/ 632298 h 1702340"/>
              <a:gd name="connsiteX4-79" fmla="*/ 6750996 w 12830783"/>
              <a:gd name="connsiteY4-80" fmla="*/ 1702340 h 1702340"/>
              <a:gd name="connsiteX5-81" fmla="*/ 0 w 12830783"/>
              <a:gd name="connsiteY5-82" fmla="*/ 58366 h 1702340"/>
              <a:gd name="connsiteX6-83" fmla="*/ 836579 w 12830783"/>
              <a:gd name="connsiteY6-84" fmla="*/ 0 h 1702340"/>
              <a:gd name="connsiteX0-85" fmla="*/ 836579 w 12830783"/>
              <a:gd name="connsiteY0-86" fmla="*/ 0 h 1702340"/>
              <a:gd name="connsiteX1-87" fmla="*/ 6741268 w 12830783"/>
              <a:gd name="connsiteY1-88" fmla="*/ 1536971 h 1702340"/>
              <a:gd name="connsiteX2-89" fmla="*/ 12470860 w 12830783"/>
              <a:gd name="connsiteY2-90" fmla="*/ 19456 h 1702340"/>
              <a:gd name="connsiteX3-91" fmla="*/ 12830783 w 12830783"/>
              <a:gd name="connsiteY3-92" fmla="*/ 632298 h 1702340"/>
              <a:gd name="connsiteX4-93" fmla="*/ 6750996 w 12830783"/>
              <a:gd name="connsiteY4-94" fmla="*/ 1702340 h 1702340"/>
              <a:gd name="connsiteX5-95" fmla="*/ 0 w 12830783"/>
              <a:gd name="connsiteY5-96" fmla="*/ 58366 h 1702340"/>
              <a:gd name="connsiteX6-97" fmla="*/ 836579 w 12830783"/>
              <a:gd name="connsiteY6-98" fmla="*/ 0 h 1702340"/>
              <a:gd name="connsiteX0-99" fmla="*/ 836579 w 13239345"/>
              <a:gd name="connsiteY0-100" fmla="*/ 0 h 1702340"/>
              <a:gd name="connsiteX1-101" fmla="*/ 6741268 w 13239345"/>
              <a:gd name="connsiteY1-102" fmla="*/ 1536971 h 1702340"/>
              <a:gd name="connsiteX2-103" fmla="*/ 12470860 w 13239345"/>
              <a:gd name="connsiteY2-104" fmla="*/ 19456 h 1702340"/>
              <a:gd name="connsiteX3-105" fmla="*/ 13239345 w 13239345"/>
              <a:gd name="connsiteY3-106" fmla="*/ 107004 h 1702340"/>
              <a:gd name="connsiteX4-107" fmla="*/ 6750996 w 13239345"/>
              <a:gd name="connsiteY4-108" fmla="*/ 1702340 h 1702340"/>
              <a:gd name="connsiteX5-109" fmla="*/ 0 w 13239345"/>
              <a:gd name="connsiteY5-110" fmla="*/ 58366 h 1702340"/>
              <a:gd name="connsiteX6-111" fmla="*/ 836579 w 13239345"/>
              <a:gd name="connsiteY6-112" fmla="*/ 0 h 1702340"/>
              <a:gd name="connsiteX0-113" fmla="*/ 836579 w 13239345"/>
              <a:gd name="connsiteY0-114" fmla="*/ 107003 h 1809343"/>
              <a:gd name="connsiteX1-115" fmla="*/ 6741268 w 13239345"/>
              <a:gd name="connsiteY1-116" fmla="*/ 1643974 h 1809343"/>
              <a:gd name="connsiteX2-117" fmla="*/ 12169303 w 13239345"/>
              <a:gd name="connsiteY2-118" fmla="*/ 0 h 1809343"/>
              <a:gd name="connsiteX3-119" fmla="*/ 13239345 w 13239345"/>
              <a:gd name="connsiteY3-120" fmla="*/ 214007 h 1809343"/>
              <a:gd name="connsiteX4-121" fmla="*/ 6750996 w 13239345"/>
              <a:gd name="connsiteY4-122" fmla="*/ 1809343 h 1809343"/>
              <a:gd name="connsiteX5-123" fmla="*/ 0 w 13239345"/>
              <a:gd name="connsiteY5-124" fmla="*/ 165369 h 1809343"/>
              <a:gd name="connsiteX6-125" fmla="*/ 836579 w 13239345"/>
              <a:gd name="connsiteY6-126" fmla="*/ 107003 h 1809343"/>
              <a:gd name="connsiteX0-127" fmla="*/ 1342417 w 13239345"/>
              <a:gd name="connsiteY0-128" fmla="*/ 29182 h 1809343"/>
              <a:gd name="connsiteX1-129" fmla="*/ 6741268 w 13239345"/>
              <a:gd name="connsiteY1-130" fmla="*/ 1643974 h 1809343"/>
              <a:gd name="connsiteX2-131" fmla="*/ 12169303 w 13239345"/>
              <a:gd name="connsiteY2-132" fmla="*/ 0 h 1809343"/>
              <a:gd name="connsiteX3-133" fmla="*/ 13239345 w 13239345"/>
              <a:gd name="connsiteY3-134" fmla="*/ 214007 h 1809343"/>
              <a:gd name="connsiteX4-135" fmla="*/ 6750996 w 13239345"/>
              <a:gd name="connsiteY4-136" fmla="*/ 1809343 h 1809343"/>
              <a:gd name="connsiteX5-137" fmla="*/ 0 w 13239345"/>
              <a:gd name="connsiteY5-138" fmla="*/ 165369 h 1809343"/>
              <a:gd name="connsiteX6-139" fmla="*/ 1342417 w 13239345"/>
              <a:gd name="connsiteY6-140" fmla="*/ 29182 h 1809343"/>
              <a:gd name="connsiteX0-141" fmla="*/ 1294792 w 13239345"/>
              <a:gd name="connsiteY0-142" fmla="*/ 607 h 1809343"/>
              <a:gd name="connsiteX1-143" fmla="*/ 6741268 w 13239345"/>
              <a:gd name="connsiteY1-144" fmla="*/ 1643974 h 1809343"/>
              <a:gd name="connsiteX2-145" fmla="*/ 12169303 w 13239345"/>
              <a:gd name="connsiteY2-146" fmla="*/ 0 h 1809343"/>
              <a:gd name="connsiteX3-147" fmla="*/ 13239345 w 13239345"/>
              <a:gd name="connsiteY3-148" fmla="*/ 214007 h 1809343"/>
              <a:gd name="connsiteX4-149" fmla="*/ 6750996 w 13239345"/>
              <a:gd name="connsiteY4-150" fmla="*/ 1809343 h 1809343"/>
              <a:gd name="connsiteX5-151" fmla="*/ 0 w 13239345"/>
              <a:gd name="connsiteY5-152" fmla="*/ 165369 h 1809343"/>
              <a:gd name="connsiteX6-153" fmla="*/ 1294792 w 13239345"/>
              <a:gd name="connsiteY6-154" fmla="*/ 607 h 1809343"/>
              <a:gd name="connsiteX0-155" fmla="*/ 1294792 w 13239345"/>
              <a:gd name="connsiteY0-156" fmla="*/ 607 h 1809343"/>
              <a:gd name="connsiteX1-157" fmla="*/ 6741268 w 13239345"/>
              <a:gd name="connsiteY1-158" fmla="*/ 1643974 h 1809343"/>
              <a:gd name="connsiteX2-159" fmla="*/ 12169303 w 13239345"/>
              <a:gd name="connsiteY2-160" fmla="*/ 0 h 1809343"/>
              <a:gd name="connsiteX3-161" fmla="*/ 13239345 w 13239345"/>
              <a:gd name="connsiteY3-162" fmla="*/ 214007 h 1809343"/>
              <a:gd name="connsiteX4-163" fmla="*/ 6750996 w 13239345"/>
              <a:gd name="connsiteY4-164" fmla="*/ 1809343 h 1809343"/>
              <a:gd name="connsiteX5-165" fmla="*/ 0 w 13239345"/>
              <a:gd name="connsiteY5-166" fmla="*/ 165369 h 1809343"/>
              <a:gd name="connsiteX6-167" fmla="*/ 1294792 w 13239345"/>
              <a:gd name="connsiteY6-168" fmla="*/ 607 h 1809343"/>
              <a:gd name="connsiteX0-169" fmla="*/ 1294792 w 13239345"/>
              <a:gd name="connsiteY0-170" fmla="*/ 607 h 1809343"/>
              <a:gd name="connsiteX1-171" fmla="*/ 6741268 w 13239345"/>
              <a:gd name="connsiteY1-172" fmla="*/ 1643974 h 1809343"/>
              <a:gd name="connsiteX2-173" fmla="*/ 12169303 w 13239345"/>
              <a:gd name="connsiteY2-174" fmla="*/ 0 h 1809343"/>
              <a:gd name="connsiteX3-175" fmla="*/ 13239345 w 13239345"/>
              <a:gd name="connsiteY3-176" fmla="*/ 214007 h 1809343"/>
              <a:gd name="connsiteX4-177" fmla="*/ 6750996 w 13239345"/>
              <a:gd name="connsiteY4-178" fmla="*/ 1809343 h 1809343"/>
              <a:gd name="connsiteX5-179" fmla="*/ 0 w 13239345"/>
              <a:gd name="connsiteY5-180" fmla="*/ 165369 h 1809343"/>
              <a:gd name="connsiteX6-181" fmla="*/ 1294792 w 13239345"/>
              <a:gd name="connsiteY6-182" fmla="*/ 607 h 1809343"/>
              <a:gd name="connsiteX0-183" fmla="*/ 1294792 w 13239345"/>
              <a:gd name="connsiteY0-184" fmla="*/ 607 h 1809343"/>
              <a:gd name="connsiteX1-185" fmla="*/ 6741268 w 13239345"/>
              <a:gd name="connsiteY1-186" fmla="*/ 1643974 h 1809343"/>
              <a:gd name="connsiteX2-187" fmla="*/ 12169303 w 13239345"/>
              <a:gd name="connsiteY2-188" fmla="*/ 0 h 1809343"/>
              <a:gd name="connsiteX3-189" fmla="*/ 13239345 w 13239345"/>
              <a:gd name="connsiteY3-190" fmla="*/ 214007 h 1809343"/>
              <a:gd name="connsiteX4-191" fmla="*/ 6750996 w 13239345"/>
              <a:gd name="connsiteY4-192" fmla="*/ 1809343 h 1809343"/>
              <a:gd name="connsiteX5-193" fmla="*/ 0 w 13239345"/>
              <a:gd name="connsiteY5-194" fmla="*/ 165369 h 1809343"/>
              <a:gd name="connsiteX6-195" fmla="*/ 1294792 w 13239345"/>
              <a:gd name="connsiteY6-196" fmla="*/ 607 h 1809343"/>
              <a:gd name="connsiteX0-197" fmla="*/ 1294792 w 13239345"/>
              <a:gd name="connsiteY0-198" fmla="*/ 607 h 1809343"/>
              <a:gd name="connsiteX1-199" fmla="*/ 6741268 w 13239345"/>
              <a:gd name="connsiteY1-200" fmla="*/ 1643974 h 1809343"/>
              <a:gd name="connsiteX2-201" fmla="*/ 12169303 w 13239345"/>
              <a:gd name="connsiteY2-202" fmla="*/ 0 h 1809343"/>
              <a:gd name="connsiteX3-203" fmla="*/ 13239345 w 13239345"/>
              <a:gd name="connsiteY3-204" fmla="*/ 214007 h 1809343"/>
              <a:gd name="connsiteX4-205" fmla="*/ 6750996 w 13239345"/>
              <a:gd name="connsiteY4-206" fmla="*/ 1809343 h 1809343"/>
              <a:gd name="connsiteX5-207" fmla="*/ 0 w 13239345"/>
              <a:gd name="connsiteY5-208" fmla="*/ 165369 h 1809343"/>
              <a:gd name="connsiteX6-209" fmla="*/ 1294792 w 13239345"/>
              <a:gd name="connsiteY6-210" fmla="*/ 607 h 1809343"/>
              <a:gd name="connsiteX0-211" fmla="*/ 1294792 w 13239345"/>
              <a:gd name="connsiteY0-212" fmla="*/ 607 h 1809343"/>
              <a:gd name="connsiteX1-213" fmla="*/ 6741268 w 13239345"/>
              <a:gd name="connsiteY1-214" fmla="*/ 1643974 h 1809343"/>
              <a:gd name="connsiteX2-215" fmla="*/ 12169303 w 13239345"/>
              <a:gd name="connsiteY2-216" fmla="*/ 0 h 1809343"/>
              <a:gd name="connsiteX3-217" fmla="*/ 13239345 w 13239345"/>
              <a:gd name="connsiteY3-218" fmla="*/ 214007 h 1809343"/>
              <a:gd name="connsiteX4-219" fmla="*/ 6750996 w 13239345"/>
              <a:gd name="connsiteY4-220" fmla="*/ 1809343 h 1809343"/>
              <a:gd name="connsiteX5-221" fmla="*/ 0 w 13239345"/>
              <a:gd name="connsiteY5-222" fmla="*/ 165369 h 1809343"/>
              <a:gd name="connsiteX6-223" fmla="*/ 1294792 w 13239345"/>
              <a:gd name="connsiteY6-224" fmla="*/ 607 h 1809343"/>
              <a:gd name="connsiteX0-225" fmla="*/ 1294792 w 13239345"/>
              <a:gd name="connsiteY0-226" fmla="*/ 607 h 1809343"/>
              <a:gd name="connsiteX1-227" fmla="*/ 6741268 w 13239345"/>
              <a:gd name="connsiteY1-228" fmla="*/ 1643974 h 1809343"/>
              <a:gd name="connsiteX2-229" fmla="*/ 12169303 w 13239345"/>
              <a:gd name="connsiteY2-230" fmla="*/ 0 h 1809343"/>
              <a:gd name="connsiteX3-231" fmla="*/ 13239345 w 13239345"/>
              <a:gd name="connsiteY3-232" fmla="*/ 214007 h 1809343"/>
              <a:gd name="connsiteX4-233" fmla="*/ 6750996 w 13239345"/>
              <a:gd name="connsiteY4-234" fmla="*/ 1809343 h 1809343"/>
              <a:gd name="connsiteX5-235" fmla="*/ 0 w 13239345"/>
              <a:gd name="connsiteY5-236" fmla="*/ 165369 h 1809343"/>
              <a:gd name="connsiteX6-237" fmla="*/ 1294792 w 13239345"/>
              <a:gd name="connsiteY6-238" fmla="*/ 607 h 1809343"/>
              <a:gd name="connsiteX0-239" fmla="*/ 1294792 w 13239345"/>
              <a:gd name="connsiteY0-240" fmla="*/ 607 h 1809343"/>
              <a:gd name="connsiteX1-241" fmla="*/ 6741268 w 13239345"/>
              <a:gd name="connsiteY1-242" fmla="*/ 1643974 h 1809343"/>
              <a:gd name="connsiteX2-243" fmla="*/ 12169303 w 13239345"/>
              <a:gd name="connsiteY2-244" fmla="*/ 0 h 1809343"/>
              <a:gd name="connsiteX3-245" fmla="*/ 13239345 w 13239345"/>
              <a:gd name="connsiteY3-246" fmla="*/ 214007 h 1809343"/>
              <a:gd name="connsiteX4-247" fmla="*/ 6750996 w 13239345"/>
              <a:gd name="connsiteY4-248" fmla="*/ 1809343 h 1809343"/>
              <a:gd name="connsiteX5-249" fmla="*/ 0 w 13239345"/>
              <a:gd name="connsiteY5-250" fmla="*/ 165369 h 1809343"/>
              <a:gd name="connsiteX6-251" fmla="*/ 1294792 w 13239345"/>
              <a:gd name="connsiteY6-252" fmla="*/ 607 h 1809343"/>
              <a:gd name="connsiteX0-253" fmla="*/ 1294792 w 13239345"/>
              <a:gd name="connsiteY0-254" fmla="*/ 607 h 1809343"/>
              <a:gd name="connsiteX1-255" fmla="*/ 6741268 w 13239345"/>
              <a:gd name="connsiteY1-256" fmla="*/ 1643974 h 1809343"/>
              <a:gd name="connsiteX2-257" fmla="*/ 12169303 w 13239345"/>
              <a:gd name="connsiteY2-258" fmla="*/ 0 h 1809343"/>
              <a:gd name="connsiteX3-259" fmla="*/ 13239345 w 13239345"/>
              <a:gd name="connsiteY3-260" fmla="*/ 214007 h 1809343"/>
              <a:gd name="connsiteX4-261" fmla="*/ 6750996 w 13239345"/>
              <a:gd name="connsiteY4-262" fmla="*/ 1809343 h 1809343"/>
              <a:gd name="connsiteX5-263" fmla="*/ 0 w 13239345"/>
              <a:gd name="connsiteY5-264" fmla="*/ 165369 h 1809343"/>
              <a:gd name="connsiteX6-265" fmla="*/ 1294792 w 13239345"/>
              <a:gd name="connsiteY6-266" fmla="*/ 607 h 1809343"/>
              <a:gd name="connsiteX0-267" fmla="*/ 1294792 w 13239345"/>
              <a:gd name="connsiteY0-268" fmla="*/ 607 h 1809343"/>
              <a:gd name="connsiteX1-269" fmla="*/ 6741268 w 13239345"/>
              <a:gd name="connsiteY1-270" fmla="*/ 1643974 h 1809343"/>
              <a:gd name="connsiteX2-271" fmla="*/ 12169303 w 13239345"/>
              <a:gd name="connsiteY2-272" fmla="*/ 0 h 1809343"/>
              <a:gd name="connsiteX3-273" fmla="*/ 13239345 w 13239345"/>
              <a:gd name="connsiteY3-274" fmla="*/ 214007 h 1809343"/>
              <a:gd name="connsiteX4-275" fmla="*/ 6750996 w 13239345"/>
              <a:gd name="connsiteY4-276" fmla="*/ 1809343 h 1809343"/>
              <a:gd name="connsiteX5-277" fmla="*/ 0 w 13239345"/>
              <a:gd name="connsiteY5-278" fmla="*/ 165369 h 1809343"/>
              <a:gd name="connsiteX6-279" fmla="*/ 1294792 w 13239345"/>
              <a:gd name="connsiteY6-280" fmla="*/ 607 h 1809343"/>
              <a:gd name="connsiteX0-281" fmla="*/ 1294792 w 13239345"/>
              <a:gd name="connsiteY0-282" fmla="*/ 607 h 1809343"/>
              <a:gd name="connsiteX1-283" fmla="*/ 6741268 w 13239345"/>
              <a:gd name="connsiteY1-284" fmla="*/ 1643974 h 1809343"/>
              <a:gd name="connsiteX2-285" fmla="*/ 12169303 w 13239345"/>
              <a:gd name="connsiteY2-286" fmla="*/ 0 h 1809343"/>
              <a:gd name="connsiteX3-287" fmla="*/ 13239345 w 13239345"/>
              <a:gd name="connsiteY3-288" fmla="*/ 214007 h 1809343"/>
              <a:gd name="connsiteX4-289" fmla="*/ 6750996 w 13239345"/>
              <a:gd name="connsiteY4-290" fmla="*/ 1809343 h 1809343"/>
              <a:gd name="connsiteX5-291" fmla="*/ 0 w 13239345"/>
              <a:gd name="connsiteY5-292" fmla="*/ 165369 h 1809343"/>
              <a:gd name="connsiteX6-293" fmla="*/ 1294792 w 13239345"/>
              <a:gd name="connsiteY6-294" fmla="*/ 607 h 1809343"/>
              <a:gd name="connsiteX0-295" fmla="*/ 1294792 w 12651516"/>
              <a:gd name="connsiteY0-296" fmla="*/ 607 h 1809343"/>
              <a:gd name="connsiteX1-297" fmla="*/ 6741268 w 12651516"/>
              <a:gd name="connsiteY1-298" fmla="*/ 1643974 h 1809343"/>
              <a:gd name="connsiteX2-299" fmla="*/ 12169303 w 12651516"/>
              <a:gd name="connsiteY2-300" fmla="*/ 0 h 1809343"/>
              <a:gd name="connsiteX3-301" fmla="*/ 12651516 w 12651516"/>
              <a:gd name="connsiteY3-302" fmla="*/ 83379 h 1809343"/>
              <a:gd name="connsiteX4-303" fmla="*/ 6750996 w 12651516"/>
              <a:gd name="connsiteY4-304" fmla="*/ 1809343 h 1809343"/>
              <a:gd name="connsiteX5-305" fmla="*/ 0 w 12651516"/>
              <a:gd name="connsiteY5-306" fmla="*/ 165369 h 1809343"/>
              <a:gd name="connsiteX6-307" fmla="*/ 1294792 w 12651516"/>
              <a:gd name="connsiteY6-308" fmla="*/ 607 h 1809343"/>
              <a:gd name="connsiteX0-309" fmla="*/ 1294792 w 12564431"/>
              <a:gd name="connsiteY0-310" fmla="*/ 607 h 1809343"/>
              <a:gd name="connsiteX1-311" fmla="*/ 6741268 w 12564431"/>
              <a:gd name="connsiteY1-312" fmla="*/ 1643974 h 1809343"/>
              <a:gd name="connsiteX2-313" fmla="*/ 12169303 w 12564431"/>
              <a:gd name="connsiteY2-314" fmla="*/ 0 h 1809343"/>
              <a:gd name="connsiteX3-315" fmla="*/ 12564431 w 12564431"/>
              <a:gd name="connsiteY3-316" fmla="*/ 83379 h 1809343"/>
              <a:gd name="connsiteX4-317" fmla="*/ 6750996 w 12564431"/>
              <a:gd name="connsiteY4-318" fmla="*/ 1809343 h 1809343"/>
              <a:gd name="connsiteX5-319" fmla="*/ 0 w 12564431"/>
              <a:gd name="connsiteY5-320" fmla="*/ 165369 h 1809343"/>
              <a:gd name="connsiteX6-321" fmla="*/ 1294792 w 12564431"/>
              <a:gd name="connsiteY6-322" fmla="*/ 607 h 1809343"/>
              <a:gd name="connsiteX0-323" fmla="*/ 423935 w 11693574"/>
              <a:gd name="connsiteY0-324" fmla="*/ 607 h 1809343"/>
              <a:gd name="connsiteX1-325" fmla="*/ 5870411 w 11693574"/>
              <a:gd name="connsiteY1-326" fmla="*/ 1643974 h 1809343"/>
              <a:gd name="connsiteX2-327" fmla="*/ 11298446 w 11693574"/>
              <a:gd name="connsiteY2-328" fmla="*/ 0 h 1809343"/>
              <a:gd name="connsiteX3-329" fmla="*/ 11693574 w 11693574"/>
              <a:gd name="connsiteY3-330" fmla="*/ 83379 h 1809343"/>
              <a:gd name="connsiteX4-331" fmla="*/ 5880139 w 11693574"/>
              <a:gd name="connsiteY4-332" fmla="*/ 1809343 h 1809343"/>
              <a:gd name="connsiteX5-333" fmla="*/ 0 w 11693574"/>
              <a:gd name="connsiteY5-334" fmla="*/ 45626 h 1809343"/>
              <a:gd name="connsiteX6-335" fmla="*/ 423935 w 11693574"/>
              <a:gd name="connsiteY6-336" fmla="*/ 607 h 1809343"/>
              <a:gd name="connsiteX0-337" fmla="*/ 423935 w 11693574"/>
              <a:gd name="connsiteY0-338" fmla="*/ 607 h 1733143"/>
              <a:gd name="connsiteX1-339" fmla="*/ 5870411 w 11693574"/>
              <a:gd name="connsiteY1-340" fmla="*/ 1643974 h 1733143"/>
              <a:gd name="connsiteX2-341" fmla="*/ 11298446 w 11693574"/>
              <a:gd name="connsiteY2-342" fmla="*/ 0 h 1733143"/>
              <a:gd name="connsiteX3-343" fmla="*/ 11693574 w 11693574"/>
              <a:gd name="connsiteY3-344" fmla="*/ 83379 h 1733143"/>
              <a:gd name="connsiteX4-345" fmla="*/ 5880139 w 11693574"/>
              <a:gd name="connsiteY4-346" fmla="*/ 1733143 h 1733143"/>
              <a:gd name="connsiteX5-347" fmla="*/ 0 w 11693574"/>
              <a:gd name="connsiteY5-348" fmla="*/ 45626 h 1733143"/>
              <a:gd name="connsiteX6-349" fmla="*/ 423935 w 11693574"/>
              <a:gd name="connsiteY6-350" fmla="*/ 607 h 1733143"/>
              <a:gd name="connsiteX0-351" fmla="*/ 423935 w 11709902"/>
              <a:gd name="connsiteY0-352" fmla="*/ 607 h 1733143"/>
              <a:gd name="connsiteX1-353" fmla="*/ 5870411 w 11709902"/>
              <a:gd name="connsiteY1-354" fmla="*/ 1643974 h 1733143"/>
              <a:gd name="connsiteX2-355" fmla="*/ 11298446 w 11709902"/>
              <a:gd name="connsiteY2-356" fmla="*/ 0 h 1733143"/>
              <a:gd name="connsiteX3-357" fmla="*/ 11709902 w 11709902"/>
              <a:gd name="connsiteY3-358" fmla="*/ 83379 h 1733143"/>
              <a:gd name="connsiteX4-359" fmla="*/ 5880139 w 11709902"/>
              <a:gd name="connsiteY4-360" fmla="*/ 1733143 h 1733143"/>
              <a:gd name="connsiteX5-361" fmla="*/ 0 w 11709902"/>
              <a:gd name="connsiteY5-362" fmla="*/ 45626 h 1733143"/>
              <a:gd name="connsiteX6-363" fmla="*/ 423935 w 11709902"/>
              <a:gd name="connsiteY6-364" fmla="*/ 607 h 1733143"/>
              <a:gd name="connsiteX0-365" fmla="*/ 423935 w 11571109"/>
              <a:gd name="connsiteY0-366" fmla="*/ 607 h 1733143"/>
              <a:gd name="connsiteX1-367" fmla="*/ 5870411 w 11571109"/>
              <a:gd name="connsiteY1-368" fmla="*/ 1643974 h 1733143"/>
              <a:gd name="connsiteX2-369" fmla="*/ 11298446 w 11571109"/>
              <a:gd name="connsiteY2-370" fmla="*/ 0 h 1733143"/>
              <a:gd name="connsiteX3-371" fmla="*/ 11571109 w 11571109"/>
              <a:gd name="connsiteY3-372" fmla="*/ 116036 h 1733143"/>
              <a:gd name="connsiteX4-373" fmla="*/ 5880139 w 11571109"/>
              <a:gd name="connsiteY4-374" fmla="*/ 1733143 h 1733143"/>
              <a:gd name="connsiteX5-375" fmla="*/ 0 w 11571109"/>
              <a:gd name="connsiteY5-376" fmla="*/ 45626 h 1733143"/>
              <a:gd name="connsiteX6-377" fmla="*/ 423935 w 11571109"/>
              <a:gd name="connsiteY6-378" fmla="*/ 607 h 1733143"/>
              <a:gd name="connsiteX0-379" fmla="*/ 423935 w 11579274"/>
              <a:gd name="connsiteY0-380" fmla="*/ 607 h 1733143"/>
              <a:gd name="connsiteX1-381" fmla="*/ 5870411 w 11579274"/>
              <a:gd name="connsiteY1-382" fmla="*/ 1643974 h 1733143"/>
              <a:gd name="connsiteX2-383" fmla="*/ 11298446 w 11579274"/>
              <a:gd name="connsiteY2-384" fmla="*/ 0 h 1733143"/>
              <a:gd name="connsiteX3-385" fmla="*/ 11579274 w 11579274"/>
              <a:gd name="connsiteY3-386" fmla="*/ 116036 h 1733143"/>
              <a:gd name="connsiteX4-387" fmla="*/ 5880139 w 11579274"/>
              <a:gd name="connsiteY4-388" fmla="*/ 1733143 h 1733143"/>
              <a:gd name="connsiteX5-389" fmla="*/ 0 w 11579274"/>
              <a:gd name="connsiteY5-390" fmla="*/ 45626 h 1733143"/>
              <a:gd name="connsiteX6-391" fmla="*/ 423935 w 11579274"/>
              <a:gd name="connsiteY6-392" fmla="*/ 607 h 1733143"/>
              <a:gd name="connsiteX0-393" fmla="*/ 423935 w 11579274"/>
              <a:gd name="connsiteY0-394" fmla="*/ 0 h 1732536"/>
              <a:gd name="connsiteX1-395" fmla="*/ 5870411 w 11579274"/>
              <a:gd name="connsiteY1-396" fmla="*/ 1643367 h 1732536"/>
              <a:gd name="connsiteX2-397" fmla="*/ 11233132 w 11579274"/>
              <a:gd name="connsiteY2-398" fmla="*/ 48379 h 1732536"/>
              <a:gd name="connsiteX3-399" fmla="*/ 11579274 w 11579274"/>
              <a:gd name="connsiteY3-400" fmla="*/ 115429 h 1732536"/>
              <a:gd name="connsiteX4-401" fmla="*/ 5880139 w 11579274"/>
              <a:gd name="connsiteY4-402" fmla="*/ 1732536 h 1732536"/>
              <a:gd name="connsiteX5-403" fmla="*/ 0 w 11579274"/>
              <a:gd name="connsiteY5-404" fmla="*/ 45019 h 1732536"/>
              <a:gd name="connsiteX6-405" fmla="*/ 423935 w 11579274"/>
              <a:gd name="connsiteY6-406" fmla="*/ 0 h 1732536"/>
              <a:gd name="connsiteX0-407" fmla="*/ 423935 w 11579274"/>
              <a:gd name="connsiteY0-408" fmla="*/ 0 h 1732536"/>
              <a:gd name="connsiteX1-409" fmla="*/ 5870411 w 11579274"/>
              <a:gd name="connsiteY1-410" fmla="*/ 1643367 h 1732536"/>
              <a:gd name="connsiteX2-411" fmla="*/ 11241297 w 11579274"/>
              <a:gd name="connsiteY2-412" fmla="*/ 32050 h 1732536"/>
              <a:gd name="connsiteX3-413" fmla="*/ 11579274 w 11579274"/>
              <a:gd name="connsiteY3-414" fmla="*/ 115429 h 1732536"/>
              <a:gd name="connsiteX4-415" fmla="*/ 5880139 w 11579274"/>
              <a:gd name="connsiteY4-416" fmla="*/ 1732536 h 1732536"/>
              <a:gd name="connsiteX5-417" fmla="*/ 0 w 11579274"/>
              <a:gd name="connsiteY5-418" fmla="*/ 45019 h 1732536"/>
              <a:gd name="connsiteX6-419" fmla="*/ 423935 w 11579274"/>
              <a:gd name="connsiteY6-420" fmla="*/ 0 h 1732536"/>
              <a:gd name="connsiteX0-421" fmla="*/ 423935 w 11579274"/>
              <a:gd name="connsiteY0-422" fmla="*/ 0 h 1732536"/>
              <a:gd name="connsiteX1-423" fmla="*/ 5870411 w 11579274"/>
              <a:gd name="connsiteY1-424" fmla="*/ 1643367 h 1732536"/>
              <a:gd name="connsiteX2-425" fmla="*/ 11241297 w 11579274"/>
              <a:gd name="connsiteY2-426" fmla="*/ 32050 h 1732536"/>
              <a:gd name="connsiteX3-427" fmla="*/ 11579274 w 11579274"/>
              <a:gd name="connsiteY3-428" fmla="*/ 115429 h 1732536"/>
              <a:gd name="connsiteX4-429" fmla="*/ 5880139 w 11579274"/>
              <a:gd name="connsiteY4-430" fmla="*/ 1732536 h 1732536"/>
              <a:gd name="connsiteX5-431" fmla="*/ 0 w 11579274"/>
              <a:gd name="connsiteY5-432" fmla="*/ 45019 h 1732536"/>
              <a:gd name="connsiteX6-433" fmla="*/ 423935 w 11579274"/>
              <a:gd name="connsiteY6-434" fmla="*/ 0 h 1732536"/>
              <a:gd name="connsiteX0-435" fmla="*/ 423935 w 11579274"/>
              <a:gd name="connsiteY0-436" fmla="*/ 0 h 1732536"/>
              <a:gd name="connsiteX1-437" fmla="*/ 5870411 w 11579274"/>
              <a:gd name="connsiteY1-438" fmla="*/ 1643367 h 1732536"/>
              <a:gd name="connsiteX2-439" fmla="*/ 11224968 w 11579274"/>
              <a:gd name="connsiteY2-440" fmla="*/ 48379 h 1732536"/>
              <a:gd name="connsiteX3-441" fmla="*/ 11579274 w 11579274"/>
              <a:gd name="connsiteY3-442" fmla="*/ 115429 h 1732536"/>
              <a:gd name="connsiteX4-443" fmla="*/ 5880139 w 11579274"/>
              <a:gd name="connsiteY4-444" fmla="*/ 1732536 h 1732536"/>
              <a:gd name="connsiteX5-445" fmla="*/ 0 w 11579274"/>
              <a:gd name="connsiteY5-446" fmla="*/ 45019 h 1732536"/>
              <a:gd name="connsiteX6-447" fmla="*/ 423935 w 11579274"/>
              <a:gd name="connsiteY6-448" fmla="*/ 0 h 1732536"/>
              <a:gd name="connsiteX0-449" fmla="*/ 219828 w 11375167"/>
              <a:gd name="connsiteY0-450" fmla="*/ 0 h 1732536"/>
              <a:gd name="connsiteX1-451" fmla="*/ 5666304 w 11375167"/>
              <a:gd name="connsiteY1-452" fmla="*/ 1643367 h 1732536"/>
              <a:gd name="connsiteX2-453" fmla="*/ 11020861 w 11375167"/>
              <a:gd name="connsiteY2-454" fmla="*/ 48379 h 1732536"/>
              <a:gd name="connsiteX3-455" fmla="*/ 11375167 w 11375167"/>
              <a:gd name="connsiteY3-456" fmla="*/ 115429 h 1732536"/>
              <a:gd name="connsiteX4-457" fmla="*/ 5676032 w 11375167"/>
              <a:gd name="connsiteY4-458" fmla="*/ 1732536 h 1732536"/>
              <a:gd name="connsiteX5-459" fmla="*/ 0 w 11375167"/>
              <a:gd name="connsiteY5-460" fmla="*/ 77676 h 1732536"/>
              <a:gd name="connsiteX6-461" fmla="*/ 219828 w 11375167"/>
              <a:gd name="connsiteY6-462" fmla="*/ 0 h 1732536"/>
              <a:gd name="connsiteX0-463" fmla="*/ 293307 w 11375167"/>
              <a:gd name="connsiteY0-464" fmla="*/ 0 h 1708044"/>
              <a:gd name="connsiteX1-465" fmla="*/ 5666304 w 11375167"/>
              <a:gd name="connsiteY1-466" fmla="*/ 1618875 h 1708044"/>
              <a:gd name="connsiteX2-467" fmla="*/ 11020861 w 11375167"/>
              <a:gd name="connsiteY2-468" fmla="*/ 23887 h 1708044"/>
              <a:gd name="connsiteX3-469" fmla="*/ 11375167 w 11375167"/>
              <a:gd name="connsiteY3-470" fmla="*/ 90937 h 1708044"/>
              <a:gd name="connsiteX4-471" fmla="*/ 5676032 w 11375167"/>
              <a:gd name="connsiteY4-472" fmla="*/ 1708044 h 1708044"/>
              <a:gd name="connsiteX5-473" fmla="*/ 0 w 11375167"/>
              <a:gd name="connsiteY5-474" fmla="*/ 53184 h 1708044"/>
              <a:gd name="connsiteX6-475" fmla="*/ 293307 w 11375167"/>
              <a:gd name="connsiteY6-476" fmla="*/ 0 h 1708044"/>
              <a:gd name="connsiteX0-477" fmla="*/ 317800 w 11375167"/>
              <a:gd name="connsiteY0-478" fmla="*/ 606 h 1684157"/>
              <a:gd name="connsiteX1-479" fmla="*/ 5666304 w 11375167"/>
              <a:gd name="connsiteY1-480" fmla="*/ 1594988 h 1684157"/>
              <a:gd name="connsiteX2-481" fmla="*/ 11020861 w 11375167"/>
              <a:gd name="connsiteY2-482" fmla="*/ 0 h 1684157"/>
              <a:gd name="connsiteX3-483" fmla="*/ 11375167 w 11375167"/>
              <a:gd name="connsiteY3-484" fmla="*/ 67050 h 1684157"/>
              <a:gd name="connsiteX4-485" fmla="*/ 5676032 w 11375167"/>
              <a:gd name="connsiteY4-486" fmla="*/ 1684157 h 1684157"/>
              <a:gd name="connsiteX5-487" fmla="*/ 0 w 11375167"/>
              <a:gd name="connsiteY5-488" fmla="*/ 29297 h 1684157"/>
              <a:gd name="connsiteX6-489" fmla="*/ 317800 w 11375167"/>
              <a:gd name="connsiteY6-490" fmla="*/ 606 h 1684157"/>
              <a:gd name="connsiteX0-491" fmla="*/ 285142 w 11342509"/>
              <a:gd name="connsiteY0-492" fmla="*/ 606 h 1684157"/>
              <a:gd name="connsiteX1-493" fmla="*/ 5633646 w 11342509"/>
              <a:gd name="connsiteY1-494" fmla="*/ 1594988 h 1684157"/>
              <a:gd name="connsiteX2-495" fmla="*/ 10988203 w 11342509"/>
              <a:gd name="connsiteY2-496" fmla="*/ 0 h 1684157"/>
              <a:gd name="connsiteX3-497" fmla="*/ 11342509 w 11342509"/>
              <a:gd name="connsiteY3-498" fmla="*/ 67050 h 1684157"/>
              <a:gd name="connsiteX4-499" fmla="*/ 5643374 w 11342509"/>
              <a:gd name="connsiteY4-500" fmla="*/ 1684157 h 1684157"/>
              <a:gd name="connsiteX5-501" fmla="*/ 0 w 11342509"/>
              <a:gd name="connsiteY5-502" fmla="*/ 29297 h 1684157"/>
              <a:gd name="connsiteX6-503" fmla="*/ 285142 w 11342509"/>
              <a:gd name="connsiteY6-504" fmla="*/ 606 h 1684157"/>
              <a:gd name="connsiteX0-505" fmla="*/ 276977 w 11342509"/>
              <a:gd name="connsiteY0-506" fmla="*/ 0 h 1691715"/>
              <a:gd name="connsiteX1-507" fmla="*/ 5633646 w 11342509"/>
              <a:gd name="connsiteY1-508" fmla="*/ 1602546 h 1691715"/>
              <a:gd name="connsiteX2-509" fmla="*/ 10988203 w 11342509"/>
              <a:gd name="connsiteY2-510" fmla="*/ 7558 h 1691715"/>
              <a:gd name="connsiteX3-511" fmla="*/ 11342509 w 11342509"/>
              <a:gd name="connsiteY3-512" fmla="*/ 74608 h 1691715"/>
              <a:gd name="connsiteX4-513" fmla="*/ 5643374 w 11342509"/>
              <a:gd name="connsiteY4-514" fmla="*/ 1691715 h 1691715"/>
              <a:gd name="connsiteX5-515" fmla="*/ 0 w 11342509"/>
              <a:gd name="connsiteY5-516" fmla="*/ 36855 h 1691715"/>
              <a:gd name="connsiteX6-517" fmla="*/ 276977 w 11342509"/>
              <a:gd name="connsiteY6-518" fmla="*/ 0 h 1691715"/>
              <a:gd name="connsiteX0-519" fmla="*/ 276977 w 11342509"/>
              <a:gd name="connsiteY0-520" fmla="*/ 0 h 1691715"/>
              <a:gd name="connsiteX1-521" fmla="*/ 5633646 w 11342509"/>
              <a:gd name="connsiteY1-522" fmla="*/ 1602546 h 1691715"/>
              <a:gd name="connsiteX2-523" fmla="*/ 11018020 w 11342509"/>
              <a:gd name="connsiteY2-524" fmla="*/ 17498 h 1691715"/>
              <a:gd name="connsiteX3-525" fmla="*/ 11342509 w 11342509"/>
              <a:gd name="connsiteY3-526" fmla="*/ 74608 h 1691715"/>
              <a:gd name="connsiteX4-527" fmla="*/ 5643374 w 11342509"/>
              <a:gd name="connsiteY4-528" fmla="*/ 1691715 h 1691715"/>
              <a:gd name="connsiteX5-529" fmla="*/ 0 w 11342509"/>
              <a:gd name="connsiteY5-530" fmla="*/ 36855 h 1691715"/>
              <a:gd name="connsiteX6-531" fmla="*/ 276977 w 11342509"/>
              <a:gd name="connsiteY6-532" fmla="*/ 0 h 1691715"/>
              <a:gd name="connsiteX0-533" fmla="*/ 276977 w 11342509"/>
              <a:gd name="connsiteY0-534" fmla="*/ 0 h 1691715"/>
              <a:gd name="connsiteX1-535" fmla="*/ 5633646 w 11342509"/>
              <a:gd name="connsiteY1-536" fmla="*/ 1602546 h 1691715"/>
              <a:gd name="connsiteX2-537" fmla="*/ 11018020 w 11342509"/>
              <a:gd name="connsiteY2-538" fmla="*/ 17498 h 1691715"/>
              <a:gd name="connsiteX3-539" fmla="*/ 11342509 w 11342509"/>
              <a:gd name="connsiteY3-540" fmla="*/ 74608 h 1691715"/>
              <a:gd name="connsiteX4-541" fmla="*/ 5643374 w 11342509"/>
              <a:gd name="connsiteY4-542" fmla="*/ 1691715 h 1691715"/>
              <a:gd name="connsiteX5-543" fmla="*/ 0 w 11342509"/>
              <a:gd name="connsiteY5-544" fmla="*/ 36855 h 1691715"/>
              <a:gd name="connsiteX6-545" fmla="*/ 276977 w 11342509"/>
              <a:gd name="connsiteY6-546" fmla="*/ 0 h 1691715"/>
              <a:gd name="connsiteX0-547" fmla="*/ 276977 w 11342509"/>
              <a:gd name="connsiteY0-548" fmla="*/ 0 h 1691715"/>
              <a:gd name="connsiteX1-549" fmla="*/ 5633646 w 11342509"/>
              <a:gd name="connsiteY1-550" fmla="*/ 1602546 h 1691715"/>
              <a:gd name="connsiteX2-551" fmla="*/ 11047837 w 11342509"/>
              <a:gd name="connsiteY2-552" fmla="*/ 17498 h 1691715"/>
              <a:gd name="connsiteX3-553" fmla="*/ 11342509 w 11342509"/>
              <a:gd name="connsiteY3-554" fmla="*/ 74608 h 1691715"/>
              <a:gd name="connsiteX4-555" fmla="*/ 5643374 w 11342509"/>
              <a:gd name="connsiteY4-556" fmla="*/ 1691715 h 1691715"/>
              <a:gd name="connsiteX5-557" fmla="*/ 0 w 11342509"/>
              <a:gd name="connsiteY5-558" fmla="*/ 36855 h 1691715"/>
              <a:gd name="connsiteX6-559" fmla="*/ 276977 w 11342509"/>
              <a:gd name="connsiteY6-560" fmla="*/ 0 h 1691715"/>
              <a:gd name="connsiteX0-561" fmla="*/ 276977 w 11342509"/>
              <a:gd name="connsiteY0-562" fmla="*/ 0 h 1691715"/>
              <a:gd name="connsiteX1-563" fmla="*/ 5633646 w 11342509"/>
              <a:gd name="connsiteY1-564" fmla="*/ 1602546 h 1691715"/>
              <a:gd name="connsiteX2-565" fmla="*/ 11080494 w 11342509"/>
              <a:gd name="connsiteY2-566" fmla="*/ 17498 h 1691715"/>
              <a:gd name="connsiteX3-567" fmla="*/ 11342509 w 11342509"/>
              <a:gd name="connsiteY3-568" fmla="*/ 74608 h 1691715"/>
              <a:gd name="connsiteX4-569" fmla="*/ 5643374 w 11342509"/>
              <a:gd name="connsiteY4-570" fmla="*/ 1691715 h 1691715"/>
              <a:gd name="connsiteX5-571" fmla="*/ 0 w 11342509"/>
              <a:gd name="connsiteY5-572" fmla="*/ 36855 h 1691715"/>
              <a:gd name="connsiteX6-573" fmla="*/ 276977 w 11342509"/>
              <a:gd name="connsiteY6-574" fmla="*/ 0 h 1691715"/>
              <a:gd name="connsiteX0-575" fmla="*/ 276977 w 11342509"/>
              <a:gd name="connsiteY0-576" fmla="*/ 0 h 1691715"/>
              <a:gd name="connsiteX1-577" fmla="*/ 5633646 w 11342509"/>
              <a:gd name="connsiteY1-578" fmla="*/ 1602546 h 1691715"/>
              <a:gd name="connsiteX2-579" fmla="*/ 11080494 w 11342509"/>
              <a:gd name="connsiteY2-580" fmla="*/ 17498 h 1691715"/>
              <a:gd name="connsiteX3-581" fmla="*/ 11342509 w 11342509"/>
              <a:gd name="connsiteY3-582" fmla="*/ 74608 h 1691715"/>
              <a:gd name="connsiteX4-583" fmla="*/ 5643374 w 11342509"/>
              <a:gd name="connsiteY4-584" fmla="*/ 1691715 h 1691715"/>
              <a:gd name="connsiteX5-585" fmla="*/ 0 w 11342509"/>
              <a:gd name="connsiteY5-586" fmla="*/ 36855 h 1691715"/>
              <a:gd name="connsiteX6-587" fmla="*/ 276977 w 11342509"/>
              <a:gd name="connsiteY6-588" fmla="*/ 0 h 1691715"/>
              <a:gd name="connsiteX0-589" fmla="*/ 276977 w 11342509"/>
              <a:gd name="connsiteY0-590" fmla="*/ 0 h 1691715"/>
              <a:gd name="connsiteX1-591" fmla="*/ 5633646 w 11342509"/>
              <a:gd name="connsiteY1-592" fmla="*/ 1602546 h 1691715"/>
              <a:gd name="connsiteX2-593" fmla="*/ 11080494 w 11342509"/>
              <a:gd name="connsiteY2-594" fmla="*/ 17498 h 1691715"/>
              <a:gd name="connsiteX3-595" fmla="*/ 11342509 w 11342509"/>
              <a:gd name="connsiteY3-596" fmla="*/ 74608 h 1691715"/>
              <a:gd name="connsiteX4-597" fmla="*/ 5643374 w 11342509"/>
              <a:gd name="connsiteY4-598" fmla="*/ 1691715 h 1691715"/>
              <a:gd name="connsiteX5-599" fmla="*/ 0 w 11342509"/>
              <a:gd name="connsiteY5-600" fmla="*/ 36855 h 1691715"/>
              <a:gd name="connsiteX6-601" fmla="*/ 276977 w 11342509"/>
              <a:gd name="connsiteY6-602" fmla="*/ 0 h 1691715"/>
              <a:gd name="connsiteX0-603" fmla="*/ 276977 w 11342509"/>
              <a:gd name="connsiteY0-604" fmla="*/ 0 h 1691715"/>
              <a:gd name="connsiteX1-605" fmla="*/ 5643806 w 11342509"/>
              <a:gd name="connsiteY1-606" fmla="*/ 1602546 h 1691715"/>
              <a:gd name="connsiteX2-607" fmla="*/ 11080494 w 11342509"/>
              <a:gd name="connsiteY2-608" fmla="*/ 17498 h 1691715"/>
              <a:gd name="connsiteX3-609" fmla="*/ 11342509 w 11342509"/>
              <a:gd name="connsiteY3-610" fmla="*/ 74608 h 1691715"/>
              <a:gd name="connsiteX4-611" fmla="*/ 5643374 w 11342509"/>
              <a:gd name="connsiteY4-612" fmla="*/ 1691715 h 1691715"/>
              <a:gd name="connsiteX5-613" fmla="*/ 0 w 11342509"/>
              <a:gd name="connsiteY5-614" fmla="*/ 36855 h 1691715"/>
              <a:gd name="connsiteX6-615" fmla="*/ 276977 w 11342509"/>
              <a:gd name="connsiteY6-616" fmla="*/ 0 h 1691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3" cstate="screen"/>
          <a:stretch>
            <a:fillRect/>
          </a:stretch>
        </p:blipFill>
        <p:spPr>
          <a:xfrm>
            <a:off x="4222990" y="1401505"/>
            <a:ext cx="3746000" cy="1048514"/>
          </a:xfrm>
          <a:prstGeom prst="rect">
            <a:avLst/>
          </a:prstGeom>
        </p:spPr>
      </p:pic>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样式7-尾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1" fmla="*/ 0 w 12208213"/>
              <a:gd name="connsiteY0-2" fmla="*/ 0 h 1605064"/>
              <a:gd name="connsiteX1-3" fmla="*/ 6099243 w 12208213"/>
              <a:gd name="connsiteY1-4" fmla="*/ 1498060 h 1605064"/>
              <a:gd name="connsiteX2-5" fmla="*/ 12198485 w 12208213"/>
              <a:gd name="connsiteY2-6" fmla="*/ 19456 h 1605064"/>
              <a:gd name="connsiteX3-7" fmla="*/ 12208213 w 12208213"/>
              <a:gd name="connsiteY3-8" fmla="*/ 282103 h 1605064"/>
              <a:gd name="connsiteX4-9" fmla="*/ 6108970 w 12208213"/>
              <a:gd name="connsiteY4-10" fmla="*/ 1605064 h 1605064"/>
              <a:gd name="connsiteX5-11" fmla="*/ 0 w 12208213"/>
              <a:gd name="connsiteY5-12" fmla="*/ 544749 h 1605064"/>
              <a:gd name="connsiteX6-13" fmla="*/ 0 w 12208213"/>
              <a:gd name="connsiteY6-14" fmla="*/ 0 h 1605064"/>
              <a:gd name="connsiteX0-15" fmla="*/ 0 w 12198485"/>
              <a:gd name="connsiteY0-16" fmla="*/ 0 h 1605064"/>
              <a:gd name="connsiteX1-17" fmla="*/ 6099243 w 12198485"/>
              <a:gd name="connsiteY1-18" fmla="*/ 1498060 h 1605064"/>
              <a:gd name="connsiteX2-19" fmla="*/ 12198485 w 12198485"/>
              <a:gd name="connsiteY2-20" fmla="*/ 19456 h 1605064"/>
              <a:gd name="connsiteX3-21" fmla="*/ 12198485 w 12198485"/>
              <a:gd name="connsiteY3-22" fmla="*/ 603115 h 1605064"/>
              <a:gd name="connsiteX4-23" fmla="*/ 6108970 w 12198485"/>
              <a:gd name="connsiteY4-24" fmla="*/ 1605064 h 1605064"/>
              <a:gd name="connsiteX5-25" fmla="*/ 0 w 12198485"/>
              <a:gd name="connsiteY5-26" fmla="*/ 544749 h 1605064"/>
              <a:gd name="connsiteX6-27" fmla="*/ 0 w 12198485"/>
              <a:gd name="connsiteY6-28" fmla="*/ 0 h 1605064"/>
              <a:gd name="connsiteX0-29" fmla="*/ 0 w 12198485"/>
              <a:gd name="connsiteY0-30" fmla="*/ 0 h 1605064"/>
              <a:gd name="connsiteX1-31" fmla="*/ 6108970 w 12198485"/>
              <a:gd name="connsiteY1-32" fmla="*/ 1507788 h 1605064"/>
              <a:gd name="connsiteX2-33" fmla="*/ 12198485 w 12198485"/>
              <a:gd name="connsiteY2-34" fmla="*/ 19456 h 1605064"/>
              <a:gd name="connsiteX3-35" fmla="*/ 12198485 w 12198485"/>
              <a:gd name="connsiteY3-36" fmla="*/ 603115 h 1605064"/>
              <a:gd name="connsiteX4-37" fmla="*/ 6108970 w 12198485"/>
              <a:gd name="connsiteY4-38" fmla="*/ 1605064 h 1605064"/>
              <a:gd name="connsiteX5-39" fmla="*/ 0 w 12198485"/>
              <a:gd name="connsiteY5-40" fmla="*/ 544749 h 1605064"/>
              <a:gd name="connsiteX6-41" fmla="*/ 0 w 12198485"/>
              <a:gd name="connsiteY6-42" fmla="*/ 0 h 1605064"/>
              <a:gd name="connsiteX0-43" fmla="*/ 632298 w 12830783"/>
              <a:gd name="connsiteY0-44" fmla="*/ 0 h 1605064"/>
              <a:gd name="connsiteX1-45" fmla="*/ 6741268 w 12830783"/>
              <a:gd name="connsiteY1-46" fmla="*/ 1507788 h 1605064"/>
              <a:gd name="connsiteX2-47" fmla="*/ 12830783 w 12830783"/>
              <a:gd name="connsiteY2-48" fmla="*/ 19456 h 1605064"/>
              <a:gd name="connsiteX3-49" fmla="*/ 12830783 w 12830783"/>
              <a:gd name="connsiteY3-50" fmla="*/ 603115 h 1605064"/>
              <a:gd name="connsiteX4-51" fmla="*/ 6741268 w 12830783"/>
              <a:gd name="connsiteY4-52" fmla="*/ 1605064 h 1605064"/>
              <a:gd name="connsiteX5-53" fmla="*/ 0 w 12830783"/>
              <a:gd name="connsiteY5-54" fmla="*/ 29183 h 1605064"/>
              <a:gd name="connsiteX6-55" fmla="*/ 632298 w 12830783"/>
              <a:gd name="connsiteY6-56" fmla="*/ 0 h 1605064"/>
              <a:gd name="connsiteX0-57" fmla="*/ 836579 w 12830783"/>
              <a:gd name="connsiteY0-58" fmla="*/ 0 h 1634247"/>
              <a:gd name="connsiteX1-59" fmla="*/ 6741268 w 12830783"/>
              <a:gd name="connsiteY1-60" fmla="*/ 1536971 h 1634247"/>
              <a:gd name="connsiteX2-61" fmla="*/ 12830783 w 12830783"/>
              <a:gd name="connsiteY2-62" fmla="*/ 48639 h 1634247"/>
              <a:gd name="connsiteX3-63" fmla="*/ 12830783 w 12830783"/>
              <a:gd name="connsiteY3-64" fmla="*/ 632298 h 1634247"/>
              <a:gd name="connsiteX4-65" fmla="*/ 6741268 w 12830783"/>
              <a:gd name="connsiteY4-66" fmla="*/ 1634247 h 1634247"/>
              <a:gd name="connsiteX5-67" fmla="*/ 0 w 12830783"/>
              <a:gd name="connsiteY5-68" fmla="*/ 58366 h 1634247"/>
              <a:gd name="connsiteX6-69" fmla="*/ 836579 w 12830783"/>
              <a:gd name="connsiteY6-70" fmla="*/ 0 h 1634247"/>
              <a:gd name="connsiteX0-71" fmla="*/ 836579 w 12830783"/>
              <a:gd name="connsiteY0-72" fmla="*/ 0 h 1702340"/>
              <a:gd name="connsiteX1-73" fmla="*/ 6741268 w 12830783"/>
              <a:gd name="connsiteY1-74" fmla="*/ 1536971 h 1702340"/>
              <a:gd name="connsiteX2-75" fmla="*/ 12830783 w 12830783"/>
              <a:gd name="connsiteY2-76" fmla="*/ 48639 h 1702340"/>
              <a:gd name="connsiteX3-77" fmla="*/ 12830783 w 12830783"/>
              <a:gd name="connsiteY3-78" fmla="*/ 632298 h 1702340"/>
              <a:gd name="connsiteX4-79" fmla="*/ 6750996 w 12830783"/>
              <a:gd name="connsiteY4-80" fmla="*/ 1702340 h 1702340"/>
              <a:gd name="connsiteX5-81" fmla="*/ 0 w 12830783"/>
              <a:gd name="connsiteY5-82" fmla="*/ 58366 h 1702340"/>
              <a:gd name="connsiteX6-83" fmla="*/ 836579 w 12830783"/>
              <a:gd name="connsiteY6-84" fmla="*/ 0 h 1702340"/>
              <a:gd name="connsiteX0-85" fmla="*/ 836579 w 12830783"/>
              <a:gd name="connsiteY0-86" fmla="*/ 0 h 1702340"/>
              <a:gd name="connsiteX1-87" fmla="*/ 6741268 w 12830783"/>
              <a:gd name="connsiteY1-88" fmla="*/ 1536971 h 1702340"/>
              <a:gd name="connsiteX2-89" fmla="*/ 12470860 w 12830783"/>
              <a:gd name="connsiteY2-90" fmla="*/ 19456 h 1702340"/>
              <a:gd name="connsiteX3-91" fmla="*/ 12830783 w 12830783"/>
              <a:gd name="connsiteY3-92" fmla="*/ 632298 h 1702340"/>
              <a:gd name="connsiteX4-93" fmla="*/ 6750996 w 12830783"/>
              <a:gd name="connsiteY4-94" fmla="*/ 1702340 h 1702340"/>
              <a:gd name="connsiteX5-95" fmla="*/ 0 w 12830783"/>
              <a:gd name="connsiteY5-96" fmla="*/ 58366 h 1702340"/>
              <a:gd name="connsiteX6-97" fmla="*/ 836579 w 12830783"/>
              <a:gd name="connsiteY6-98" fmla="*/ 0 h 1702340"/>
              <a:gd name="connsiteX0-99" fmla="*/ 836579 w 13239345"/>
              <a:gd name="connsiteY0-100" fmla="*/ 0 h 1702340"/>
              <a:gd name="connsiteX1-101" fmla="*/ 6741268 w 13239345"/>
              <a:gd name="connsiteY1-102" fmla="*/ 1536971 h 1702340"/>
              <a:gd name="connsiteX2-103" fmla="*/ 12470860 w 13239345"/>
              <a:gd name="connsiteY2-104" fmla="*/ 19456 h 1702340"/>
              <a:gd name="connsiteX3-105" fmla="*/ 13239345 w 13239345"/>
              <a:gd name="connsiteY3-106" fmla="*/ 107004 h 1702340"/>
              <a:gd name="connsiteX4-107" fmla="*/ 6750996 w 13239345"/>
              <a:gd name="connsiteY4-108" fmla="*/ 1702340 h 1702340"/>
              <a:gd name="connsiteX5-109" fmla="*/ 0 w 13239345"/>
              <a:gd name="connsiteY5-110" fmla="*/ 58366 h 1702340"/>
              <a:gd name="connsiteX6-111" fmla="*/ 836579 w 13239345"/>
              <a:gd name="connsiteY6-112" fmla="*/ 0 h 1702340"/>
              <a:gd name="connsiteX0-113" fmla="*/ 836579 w 13239345"/>
              <a:gd name="connsiteY0-114" fmla="*/ 107003 h 1809343"/>
              <a:gd name="connsiteX1-115" fmla="*/ 6741268 w 13239345"/>
              <a:gd name="connsiteY1-116" fmla="*/ 1643974 h 1809343"/>
              <a:gd name="connsiteX2-117" fmla="*/ 12169303 w 13239345"/>
              <a:gd name="connsiteY2-118" fmla="*/ 0 h 1809343"/>
              <a:gd name="connsiteX3-119" fmla="*/ 13239345 w 13239345"/>
              <a:gd name="connsiteY3-120" fmla="*/ 214007 h 1809343"/>
              <a:gd name="connsiteX4-121" fmla="*/ 6750996 w 13239345"/>
              <a:gd name="connsiteY4-122" fmla="*/ 1809343 h 1809343"/>
              <a:gd name="connsiteX5-123" fmla="*/ 0 w 13239345"/>
              <a:gd name="connsiteY5-124" fmla="*/ 165369 h 1809343"/>
              <a:gd name="connsiteX6-125" fmla="*/ 836579 w 13239345"/>
              <a:gd name="connsiteY6-126" fmla="*/ 107003 h 1809343"/>
              <a:gd name="connsiteX0-127" fmla="*/ 1342417 w 13239345"/>
              <a:gd name="connsiteY0-128" fmla="*/ 29182 h 1809343"/>
              <a:gd name="connsiteX1-129" fmla="*/ 6741268 w 13239345"/>
              <a:gd name="connsiteY1-130" fmla="*/ 1643974 h 1809343"/>
              <a:gd name="connsiteX2-131" fmla="*/ 12169303 w 13239345"/>
              <a:gd name="connsiteY2-132" fmla="*/ 0 h 1809343"/>
              <a:gd name="connsiteX3-133" fmla="*/ 13239345 w 13239345"/>
              <a:gd name="connsiteY3-134" fmla="*/ 214007 h 1809343"/>
              <a:gd name="connsiteX4-135" fmla="*/ 6750996 w 13239345"/>
              <a:gd name="connsiteY4-136" fmla="*/ 1809343 h 1809343"/>
              <a:gd name="connsiteX5-137" fmla="*/ 0 w 13239345"/>
              <a:gd name="connsiteY5-138" fmla="*/ 165369 h 1809343"/>
              <a:gd name="connsiteX6-139" fmla="*/ 1342417 w 13239345"/>
              <a:gd name="connsiteY6-140" fmla="*/ 29182 h 1809343"/>
              <a:gd name="connsiteX0-141" fmla="*/ 1294792 w 13239345"/>
              <a:gd name="connsiteY0-142" fmla="*/ 607 h 1809343"/>
              <a:gd name="connsiteX1-143" fmla="*/ 6741268 w 13239345"/>
              <a:gd name="connsiteY1-144" fmla="*/ 1643974 h 1809343"/>
              <a:gd name="connsiteX2-145" fmla="*/ 12169303 w 13239345"/>
              <a:gd name="connsiteY2-146" fmla="*/ 0 h 1809343"/>
              <a:gd name="connsiteX3-147" fmla="*/ 13239345 w 13239345"/>
              <a:gd name="connsiteY3-148" fmla="*/ 214007 h 1809343"/>
              <a:gd name="connsiteX4-149" fmla="*/ 6750996 w 13239345"/>
              <a:gd name="connsiteY4-150" fmla="*/ 1809343 h 1809343"/>
              <a:gd name="connsiteX5-151" fmla="*/ 0 w 13239345"/>
              <a:gd name="connsiteY5-152" fmla="*/ 165369 h 1809343"/>
              <a:gd name="connsiteX6-153" fmla="*/ 1294792 w 13239345"/>
              <a:gd name="connsiteY6-154" fmla="*/ 607 h 1809343"/>
              <a:gd name="connsiteX0-155" fmla="*/ 1294792 w 13239345"/>
              <a:gd name="connsiteY0-156" fmla="*/ 607 h 1809343"/>
              <a:gd name="connsiteX1-157" fmla="*/ 6741268 w 13239345"/>
              <a:gd name="connsiteY1-158" fmla="*/ 1643974 h 1809343"/>
              <a:gd name="connsiteX2-159" fmla="*/ 12169303 w 13239345"/>
              <a:gd name="connsiteY2-160" fmla="*/ 0 h 1809343"/>
              <a:gd name="connsiteX3-161" fmla="*/ 13239345 w 13239345"/>
              <a:gd name="connsiteY3-162" fmla="*/ 214007 h 1809343"/>
              <a:gd name="connsiteX4-163" fmla="*/ 6750996 w 13239345"/>
              <a:gd name="connsiteY4-164" fmla="*/ 1809343 h 1809343"/>
              <a:gd name="connsiteX5-165" fmla="*/ 0 w 13239345"/>
              <a:gd name="connsiteY5-166" fmla="*/ 165369 h 1809343"/>
              <a:gd name="connsiteX6-167" fmla="*/ 1294792 w 13239345"/>
              <a:gd name="connsiteY6-168" fmla="*/ 607 h 1809343"/>
              <a:gd name="connsiteX0-169" fmla="*/ 1294792 w 13239345"/>
              <a:gd name="connsiteY0-170" fmla="*/ 607 h 1809343"/>
              <a:gd name="connsiteX1-171" fmla="*/ 6741268 w 13239345"/>
              <a:gd name="connsiteY1-172" fmla="*/ 1643974 h 1809343"/>
              <a:gd name="connsiteX2-173" fmla="*/ 12169303 w 13239345"/>
              <a:gd name="connsiteY2-174" fmla="*/ 0 h 1809343"/>
              <a:gd name="connsiteX3-175" fmla="*/ 13239345 w 13239345"/>
              <a:gd name="connsiteY3-176" fmla="*/ 214007 h 1809343"/>
              <a:gd name="connsiteX4-177" fmla="*/ 6750996 w 13239345"/>
              <a:gd name="connsiteY4-178" fmla="*/ 1809343 h 1809343"/>
              <a:gd name="connsiteX5-179" fmla="*/ 0 w 13239345"/>
              <a:gd name="connsiteY5-180" fmla="*/ 165369 h 1809343"/>
              <a:gd name="connsiteX6-181" fmla="*/ 1294792 w 13239345"/>
              <a:gd name="connsiteY6-182" fmla="*/ 607 h 1809343"/>
              <a:gd name="connsiteX0-183" fmla="*/ 1294792 w 13239345"/>
              <a:gd name="connsiteY0-184" fmla="*/ 607 h 1809343"/>
              <a:gd name="connsiteX1-185" fmla="*/ 6741268 w 13239345"/>
              <a:gd name="connsiteY1-186" fmla="*/ 1643974 h 1809343"/>
              <a:gd name="connsiteX2-187" fmla="*/ 12169303 w 13239345"/>
              <a:gd name="connsiteY2-188" fmla="*/ 0 h 1809343"/>
              <a:gd name="connsiteX3-189" fmla="*/ 13239345 w 13239345"/>
              <a:gd name="connsiteY3-190" fmla="*/ 214007 h 1809343"/>
              <a:gd name="connsiteX4-191" fmla="*/ 6750996 w 13239345"/>
              <a:gd name="connsiteY4-192" fmla="*/ 1809343 h 1809343"/>
              <a:gd name="connsiteX5-193" fmla="*/ 0 w 13239345"/>
              <a:gd name="connsiteY5-194" fmla="*/ 165369 h 1809343"/>
              <a:gd name="connsiteX6-195" fmla="*/ 1294792 w 13239345"/>
              <a:gd name="connsiteY6-196" fmla="*/ 607 h 1809343"/>
              <a:gd name="connsiteX0-197" fmla="*/ 1294792 w 13239345"/>
              <a:gd name="connsiteY0-198" fmla="*/ 607 h 1809343"/>
              <a:gd name="connsiteX1-199" fmla="*/ 6741268 w 13239345"/>
              <a:gd name="connsiteY1-200" fmla="*/ 1643974 h 1809343"/>
              <a:gd name="connsiteX2-201" fmla="*/ 12169303 w 13239345"/>
              <a:gd name="connsiteY2-202" fmla="*/ 0 h 1809343"/>
              <a:gd name="connsiteX3-203" fmla="*/ 13239345 w 13239345"/>
              <a:gd name="connsiteY3-204" fmla="*/ 214007 h 1809343"/>
              <a:gd name="connsiteX4-205" fmla="*/ 6750996 w 13239345"/>
              <a:gd name="connsiteY4-206" fmla="*/ 1809343 h 1809343"/>
              <a:gd name="connsiteX5-207" fmla="*/ 0 w 13239345"/>
              <a:gd name="connsiteY5-208" fmla="*/ 165369 h 1809343"/>
              <a:gd name="connsiteX6-209" fmla="*/ 1294792 w 13239345"/>
              <a:gd name="connsiteY6-210" fmla="*/ 607 h 1809343"/>
              <a:gd name="connsiteX0-211" fmla="*/ 1294792 w 13239345"/>
              <a:gd name="connsiteY0-212" fmla="*/ 607 h 1809343"/>
              <a:gd name="connsiteX1-213" fmla="*/ 6741268 w 13239345"/>
              <a:gd name="connsiteY1-214" fmla="*/ 1643974 h 1809343"/>
              <a:gd name="connsiteX2-215" fmla="*/ 12169303 w 13239345"/>
              <a:gd name="connsiteY2-216" fmla="*/ 0 h 1809343"/>
              <a:gd name="connsiteX3-217" fmla="*/ 13239345 w 13239345"/>
              <a:gd name="connsiteY3-218" fmla="*/ 214007 h 1809343"/>
              <a:gd name="connsiteX4-219" fmla="*/ 6750996 w 13239345"/>
              <a:gd name="connsiteY4-220" fmla="*/ 1809343 h 1809343"/>
              <a:gd name="connsiteX5-221" fmla="*/ 0 w 13239345"/>
              <a:gd name="connsiteY5-222" fmla="*/ 165369 h 1809343"/>
              <a:gd name="connsiteX6-223" fmla="*/ 1294792 w 13239345"/>
              <a:gd name="connsiteY6-224" fmla="*/ 607 h 1809343"/>
              <a:gd name="connsiteX0-225" fmla="*/ 1294792 w 13239345"/>
              <a:gd name="connsiteY0-226" fmla="*/ 607 h 1809343"/>
              <a:gd name="connsiteX1-227" fmla="*/ 6741268 w 13239345"/>
              <a:gd name="connsiteY1-228" fmla="*/ 1643974 h 1809343"/>
              <a:gd name="connsiteX2-229" fmla="*/ 12169303 w 13239345"/>
              <a:gd name="connsiteY2-230" fmla="*/ 0 h 1809343"/>
              <a:gd name="connsiteX3-231" fmla="*/ 13239345 w 13239345"/>
              <a:gd name="connsiteY3-232" fmla="*/ 214007 h 1809343"/>
              <a:gd name="connsiteX4-233" fmla="*/ 6750996 w 13239345"/>
              <a:gd name="connsiteY4-234" fmla="*/ 1809343 h 1809343"/>
              <a:gd name="connsiteX5-235" fmla="*/ 0 w 13239345"/>
              <a:gd name="connsiteY5-236" fmla="*/ 165369 h 1809343"/>
              <a:gd name="connsiteX6-237" fmla="*/ 1294792 w 13239345"/>
              <a:gd name="connsiteY6-238" fmla="*/ 607 h 1809343"/>
              <a:gd name="connsiteX0-239" fmla="*/ 1294792 w 13239345"/>
              <a:gd name="connsiteY0-240" fmla="*/ 607 h 1809343"/>
              <a:gd name="connsiteX1-241" fmla="*/ 6741268 w 13239345"/>
              <a:gd name="connsiteY1-242" fmla="*/ 1643974 h 1809343"/>
              <a:gd name="connsiteX2-243" fmla="*/ 12169303 w 13239345"/>
              <a:gd name="connsiteY2-244" fmla="*/ 0 h 1809343"/>
              <a:gd name="connsiteX3-245" fmla="*/ 13239345 w 13239345"/>
              <a:gd name="connsiteY3-246" fmla="*/ 214007 h 1809343"/>
              <a:gd name="connsiteX4-247" fmla="*/ 6750996 w 13239345"/>
              <a:gd name="connsiteY4-248" fmla="*/ 1809343 h 1809343"/>
              <a:gd name="connsiteX5-249" fmla="*/ 0 w 13239345"/>
              <a:gd name="connsiteY5-250" fmla="*/ 165369 h 1809343"/>
              <a:gd name="connsiteX6-251" fmla="*/ 1294792 w 13239345"/>
              <a:gd name="connsiteY6-252" fmla="*/ 607 h 1809343"/>
              <a:gd name="connsiteX0-253" fmla="*/ 1294792 w 13239345"/>
              <a:gd name="connsiteY0-254" fmla="*/ 607 h 1809343"/>
              <a:gd name="connsiteX1-255" fmla="*/ 6741268 w 13239345"/>
              <a:gd name="connsiteY1-256" fmla="*/ 1643974 h 1809343"/>
              <a:gd name="connsiteX2-257" fmla="*/ 12169303 w 13239345"/>
              <a:gd name="connsiteY2-258" fmla="*/ 0 h 1809343"/>
              <a:gd name="connsiteX3-259" fmla="*/ 13239345 w 13239345"/>
              <a:gd name="connsiteY3-260" fmla="*/ 214007 h 1809343"/>
              <a:gd name="connsiteX4-261" fmla="*/ 6750996 w 13239345"/>
              <a:gd name="connsiteY4-262" fmla="*/ 1809343 h 1809343"/>
              <a:gd name="connsiteX5-263" fmla="*/ 0 w 13239345"/>
              <a:gd name="connsiteY5-264" fmla="*/ 165369 h 1809343"/>
              <a:gd name="connsiteX6-265" fmla="*/ 1294792 w 13239345"/>
              <a:gd name="connsiteY6-266" fmla="*/ 607 h 1809343"/>
              <a:gd name="connsiteX0-267" fmla="*/ 1294792 w 13239345"/>
              <a:gd name="connsiteY0-268" fmla="*/ 607 h 1809343"/>
              <a:gd name="connsiteX1-269" fmla="*/ 6741268 w 13239345"/>
              <a:gd name="connsiteY1-270" fmla="*/ 1643974 h 1809343"/>
              <a:gd name="connsiteX2-271" fmla="*/ 12169303 w 13239345"/>
              <a:gd name="connsiteY2-272" fmla="*/ 0 h 1809343"/>
              <a:gd name="connsiteX3-273" fmla="*/ 13239345 w 13239345"/>
              <a:gd name="connsiteY3-274" fmla="*/ 214007 h 1809343"/>
              <a:gd name="connsiteX4-275" fmla="*/ 6750996 w 13239345"/>
              <a:gd name="connsiteY4-276" fmla="*/ 1809343 h 1809343"/>
              <a:gd name="connsiteX5-277" fmla="*/ 0 w 13239345"/>
              <a:gd name="connsiteY5-278" fmla="*/ 165369 h 1809343"/>
              <a:gd name="connsiteX6-279" fmla="*/ 1294792 w 13239345"/>
              <a:gd name="connsiteY6-280" fmla="*/ 607 h 1809343"/>
              <a:gd name="connsiteX0-281" fmla="*/ 1294792 w 13239345"/>
              <a:gd name="connsiteY0-282" fmla="*/ 607 h 1809343"/>
              <a:gd name="connsiteX1-283" fmla="*/ 6741268 w 13239345"/>
              <a:gd name="connsiteY1-284" fmla="*/ 1643974 h 1809343"/>
              <a:gd name="connsiteX2-285" fmla="*/ 12169303 w 13239345"/>
              <a:gd name="connsiteY2-286" fmla="*/ 0 h 1809343"/>
              <a:gd name="connsiteX3-287" fmla="*/ 13239345 w 13239345"/>
              <a:gd name="connsiteY3-288" fmla="*/ 214007 h 1809343"/>
              <a:gd name="connsiteX4-289" fmla="*/ 6750996 w 13239345"/>
              <a:gd name="connsiteY4-290" fmla="*/ 1809343 h 1809343"/>
              <a:gd name="connsiteX5-291" fmla="*/ 0 w 13239345"/>
              <a:gd name="connsiteY5-292" fmla="*/ 165369 h 1809343"/>
              <a:gd name="connsiteX6-293" fmla="*/ 1294792 w 13239345"/>
              <a:gd name="connsiteY6-294" fmla="*/ 607 h 1809343"/>
              <a:gd name="connsiteX0-295" fmla="*/ 1294792 w 12651516"/>
              <a:gd name="connsiteY0-296" fmla="*/ 607 h 1809343"/>
              <a:gd name="connsiteX1-297" fmla="*/ 6741268 w 12651516"/>
              <a:gd name="connsiteY1-298" fmla="*/ 1643974 h 1809343"/>
              <a:gd name="connsiteX2-299" fmla="*/ 12169303 w 12651516"/>
              <a:gd name="connsiteY2-300" fmla="*/ 0 h 1809343"/>
              <a:gd name="connsiteX3-301" fmla="*/ 12651516 w 12651516"/>
              <a:gd name="connsiteY3-302" fmla="*/ 83379 h 1809343"/>
              <a:gd name="connsiteX4-303" fmla="*/ 6750996 w 12651516"/>
              <a:gd name="connsiteY4-304" fmla="*/ 1809343 h 1809343"/>
              <a:gd name="connsiteX5-305" fmla="*/ 0 w 12651516"/>
              <a:gd name="connsiteY5-306" fmla="*/ 165369 h 1809343"/>
              <a:gd name="connsiteX6-307" fmla="*/ 1294792 w 12651516"/>
              <a:gd name="connsiteY6-308" fmla="*/ 607 h 1809343"/>
              <a:gd name="connsiteX0-309" fmla="*/ 1294792 w 12564431"/>
              <a:gd name="connsiteY0-310" fmla="*/ 607 h 1809343"/>
              <a:gd name="connsiteX1-311" fmla="*/ 6741268 w 12564431"/>
              <a:gd name="connsiteY1-312" fmla="*/ 1643974 h 1809343"/>
              <a:gd name="connsiteX2-313" fmla="*/ 12169303 w 12564431"/>
              <a:gd name="connsiteY2-314" fmla="*/ 0 h 1809343"/>
              <a:gd name="connsiteX3-315" fmla="*/ 12564431 w 12564431"/>
              <a:gd name="connsiteY3-316" fmla="*/ 83379 h 1809343"/>
              <a:gd name="connsiteX4-317" fmla="*/ 6750996 w 12564431"/>
              <a:gd name="connsiteY4-318" fmla="*/ 1809343 h 1809343"/>
              <a:gd name="connsiteX5-319" fmla="*/ 0 w 12564431"/>
              <a:gd name="connsiteY5-320" fmla="*/ 165369 h 1809343"/>
              <a:gd name="connsiteX6-321" fmla="*/ 1294792 w 12564431"/>
              <a:gd name="connsiteY6-322" fmla="*/ 607 h 1809343"/>
              <a:gd name="connsiteX0-323" fmla="*/ 423935 w 11693574"/>
              <a:gd name="connsiteY0-324" fmla="*/ 607 h 1809343"/>
              <a:gd name="connsiteX1-325" fmla="*/ 5870411 w 11693574"/>
              <a:gd name="connsiteY1-326" fmla="*/ 1643974 h 1809343"/>
              <a:gd name="connsiteX2-327" fmla="*/ 11298446 w 11693574"/>
              <a:gd name="connsiteY2-328" fmla="*/ 0 h 1809343"/>
              <a:gd name="connsiteX3-329" fmla="*/ 11693574 w 11693574"/>
              <a:gd name="connsiteY3-330" fmla="*/ 83379 h 1809343"/>
              <a:gd name="connsiteX4-331" fmla="*/ 5880139 w 11693574"/>
              <a:gd name="connsiteY4-332" fmla="*/ 1809343 h 1809343"/>
              <a:gd name="connsiteX5-333" fmla="*/ 0 w 11693574"/>
              <a:gd name="connsiteY5-334" fmla="*/ 45626 h 1809343"/>
              <a:gd name="connsiteX6-335" fmla="*/ 423935 w 11693574"/>
              <a:gd name="connsiteY6-336" fmla="*/ 607 h 1809343"/>
              <a:gd name="connsiteX0-337" fmla="*/ 423935 w 11693574"/>
              <a:gd name="connsiteY0-338" fmla="*/ 607 h 1733143"/>
              <a:gd name="connsiteX1-339" fmla="*/ 5870411 w 11693574"/>
              <a:gd name="connsiteY1-340" fmla="*/ 1643974 h 1733143"/>
              <a:gd name="connsiteX2-341" fmla="*/ 11298446 w 11693574"/>
              <a:gd name="connsiteY2-342" fmla="*/ 0 h 1733143"/>
              <a:gd name="connsiteX3-343" fmla="*/ 11693574 w 11693574"/>
              <a:gd name="connsiteY3-344" fmla="*/ 83379 h 1733143"/>
              <a:gd name="connsiteX4-345" fmla="*/ 5880139 w 11693574"/>
              <a:gd name="connsiteY4-346" fmla="*/ 1733143 h 1733143"/>
              <a:gd name="connsiteX5-347" fmla="*/ 0 w 11693574"/>
              <a:gd name="connsiteY5-348" fmla="*/ 45626 h 1733143"/>
              <a:gd name="connsiteX6-349" fmla="*/ 423935 w 11693574"/>
              <a:gd name="connsiteY6-350" fmla="*/ 607 h 1733143"/>
              <a:gd name="connsiteX0-351" fmla="*/ 423935 w 11709902"/>
              <a:gd name="connsiteY0-352" fmla="*/ 607 h 1733143"/>
              <a:gd name="connsiteX1-353" fmla="*/ 5870411 w 11709902"/>
              <a:gd name="connsiteY1-354" fmla="*/ 1643974 h 1733143"/>
              <a:gd name="connsiteX2-355" fmla="*/ 11298446 w 11709902"/>
              <a:gd name="connsiteY2-356" fmla="*/ 0 h 1733143"/>
              <a:gd name="connsiteX3-357" fmla="*/ 11709902 w 11709902"/>
              <a:gd name="connsiteY3-358" fmla="*/ 83379 h 1733143"/>
              <a:gd name="connsiteX4-359" fmla="*/ 5880139 w 11709902"/>
              <a:gd name="connsiteY4-360" fmla="*/ 1733143 h 1733143"/>
              <a:gd name="connsiteX5-361" fmla="*/ 0 w 11709902"/>
              <a:gd name="connsiteY5-362" fmla="*/ 45626 h 1733143"/>
              <a:gd name="connsiteX6-363" fmla="*/ 423935 w 11709902"/>
              <a:gd name="connsiteY6-364" fmla="*/ 607 h 1733143"/>
              <a:gd name="connsiteX0-365" fmla="*/ 423935 w 11571109"/>
              <a:gd name="connsiteY0-366" fmla="*/ 607 h 1733143"/>
              <a:gd name="connsiteX1-367" fmla="*/ 5870411 w 11571109"/>
              <a:gd name="connsiteY1-368" fmla="*/ 1643974 h 1733143"/>
              <a:gd name="connsiteX2-369" fmla="*/ 11298446 w 11571109"/>
              <a:gd name="connsiteY2-370" fmla="*/ 0 h 1733143"/>
              <a:gd name="connsiteX3-371" fmla="*/ 11571109 w 11571109"/>
              <a:gd name="connsiteY3-372" fmla="*/ 116036 h 1733143"/>
              <a:gd name="connsiteX4-373" fmla="*/ 5880139 w 11571109"/>
              <a:gd name="connsiteY4-374" fmla="*/ 1733143 h 1733143"/>
              <a:gd name="connsiteX5-375" fmla="*/ 0 w 11571109"/>
              <a:gd name="connsiteY5-376" fmla="*/ 45626 h 1733143"/>
              <a:gd name="connsiteX6-377" fmla="*/ 423935 w 11571109"/>
              <a:gd name="connsiteY6-378" fmla="*/ 607 h 1733143"/>
              <a:gd name="connsiteX0-379" fmla="*/ 423935 w 11579274"/>
              <a:gd name="connsiteY0-380" fmla="*/ 607 h 1733143"/>
              <a:gd name="connsiteX1-381" fmla="*/ 5870411 w 11579274"/>
              <a:gd name="connsiteY1-382" fmla="*/ 1643974 h 1733143"/>
              <a:gd name="connsiteX2-383" fmla="*/ 11298446 w 11579274"/>
              <a:gd name="connsiteY2-384" fmla="*/ 0 h 1733143"/>
              <a:gd name="connsiteX3-385" fmla="*/ 11579274 w 11579274"/>
              <a:gd name="connsiteY3-386" fmla="*/ 116036 h 1733143"/>
              <a:gd name="connsiteX4-387" fmla="*/ 5880139 w 11579274"/>
              <a:gd name="connsiteY4-388" fmla="*/ 1733143 h 1733143"/>
              <a:gd name="connsiteX5-389" fmla="*/ 0 w 11579274"/>
              <a:gd name="connsiteY5-390" fmla="*/ 45626 h 1733143"/>
              <a:gd name="connsiteX6-391" fmla="*/ 423935 w 11579274"/>
              <a:gd name="connsiteY6-392" fmla="*/ 607 h 1733143"/>
              <a:gd name="connsiteX0-393" fmla="*/ 423935 w 11579274"/>
              <a:gd name="connsiteY0-394" fmla="*/ 0 h 1732536"/>
              <a:gd name="connsiteX1-395" fmla="*/ 5870411 w 11579274"/>
              <a:gd name="connsiteY1-396" fmla="*/ 1643367 h 1732536"/>
              <a:gd name="connsiteX2-397" fmla="*/ 11233132 w 11579274"/>
              <a:gd name="connsiteY2-398" fmla="*/ 48379 h 1732536"/>
              <a:gd name="connsiteX3-399" fmla="*/ 11579274 w 11579274"/>
              <a:gd name="connsiteY3-400" fmla="*/ 115429 h 1732536"/>
              <a:gd name="connsiteX4-401" fmla="*/ 5880139 w 11579274"/>
              <a:gd name="connsiteY4-402" fmla="*/ 1732536 h 1732536"/>
              <a:gd name="connsiteX5-403" fmla="*/ 0 w 11579274"/>
              <a:gd name="connsiteY5-404" fmla="*/ 45019 h 1732536"/>
              <a:gd name="connsiteX6-405" fmla="*/ 423935 w 11579274"/>
              <a:gd name="connsiteY6-406" fmla="*/ 0 h 1732536"/>
              <a:gd name="connsiteX0-407" fmla="*/ 423935 w 11579274"/>
              <a:gd name="connsiteY0-408" fmla="*/ 0 h 1732536"/>
              <a:gd name="connsiteX1-409" fmla="*/ 5870411 w 11579274"/>
              <a:gd name="connsiteY1-410" fmla="*/ 1643367 h 1732536"/>
              <a:gd name="connsiteX2-411" fmla="*/ 11241297 w 11579274"/>
              <a:gd name="connsiteY2-412" fmla="*/ 32050 h 1732536"/>
              <a:gd name="connsiteX3-413" fmla="*/ 11579274 w 11579274"/>
              <a:gd name="connsiteY3-414" fmla="*/ 115429 h 1732536"/>
              <a:gd name="connsiteX4-415" fmla="*/ 5880139 w 11579274"/>
              <a:gd name="connsiteY4-416" fmla="*/ 1732536 h 1732536"/>
              <a:gd name="connsiteX5-417" fmla="*/ 0 w 11579274"/>
              <a:gd name="connsiteY5-418" fmla="*/ 45019 h 1732536"/>
              <a:gd name="connsiteX6-419" fmla="*/ 423935 w 11579274"/>
              <a:gd name="connsiteY6-420" fmla="*/ 0 h 1732536"/>
              <a:gd name="connsiteX0-421" fmla="*/ 423935 w 11579274"/>
              <a:gd name="connsiteY0-422" fmla="*/ 0 h 1732536"/>
              <a:gd name="connsiteX1-423" fmla="*/ 5870411 w 11579274"/>
              <a:gd name="connsiteY1-424" fmla="*/ 1643367 h 1732536"/>
              <a:gd name="connsiteX2-425" fmla="*/ 11241297 w 11579274"/>
              <a:gd name="connsiteY2-426" fmla="*/ 32050 h 1732536"/>
              <a:gd name="connsiteX3-427" fmla="*/ 11579274 w 11579274"/>
              <a:gd name="connsiteY3-428" fmla="*/ 115429 h 1732536"/>
              <a:gd name="connsiteX4-429" fmla="*/ 5880139 w 11579274"/>
              <a:gd name="connsiteY4-430" fmla="*/ 1732536 h 1732536"/>
              <a:gd name="connsiteX5-431" fmla="*/ 0 w 11579274"/>
              <a:gd name="connsiteY5-432" fmla="*/ 45019 h 1732536"/>
              <a:gd name="connsiteX6-433" fmla="*/ 423935 w 11579274"/>
              <a:gd name="connsiteY6-434" fmla="*/ 0 h 1732536"/>
              <a:gd name="connsiteX0-435" fmla="*/ 423935 w 11579274"/>
              <a:gd name="connsiteY0-436" fmla="*/ 0 h 1732536"/>
              <a:gd name="connsiteX1-437" fmla="*/ 5870411 w 11579274"/>
              <a:gd name="connsiteY1-438" fmla="*/ 1643367 h 1732536"/>
              <a:gd name="connsiteX2-439" fmla="*/ 11224968 w 11579274"/>
              <a:gd name="connsiteY2-440" fmla="*/ 48379 h 1732536"/>
              <a:gd name="connsiteX3-441" fmla="*/ 11579274 w 11579274"/>
              <a:gd name="connsiteY3-442" fmla="*/ 115429 h 1732536"/>
              <a:gd name="connsiteX4-443" fmla="*/ 5880139 w 11579274"/>
              <a:gd name="connsiteY4-444" fmla="*/ 1732536 h 1732536"/>
              <a:gd name="connsiteX5-445" fmla="*/ 0 w 11579274"/>
              <a:gd name="connsiteY5-446" fmla="*/ 45019 h 1732536"/>
              <a:gd name="connsiteX6-447" fmla="*/ 423935 w 11579274"/>
              <a:gd name="connsiteY6-448" fmla="*/ 0 h 1732536"/>
              <a:gd name="connsiteX0-449" fmla="*/ 219828 w 11375167"/>
              <a:gd name="connsiteY0-450" fmla="*/ 0 h 1732536"/>
              <a:gd name="connsiteX1-451" fmla="*/ 5666304 w 11375167"/>
              <a:gd name="connsiteY1-452" fmla="*/ 1643367 h 1732536"/>
              <a:gd name="connsiteX2-453" fmla="*/ 11020861 w 11375167"/>
              <a:gd name="connsiteY2-454" fmla="*/ 48379 h 1732536"/>
              <a:gd name="connsiteX3-455" fmla="*/ 11375167 w 11375167"/>
              <a:gd name="connsiteY3-456" fmla="*/ 115429 h 1732536"/>
              <a:gd name="connsiteX4-457" fmla="*/ 5676032 w 11375167"/>
              <a:gd name="connsiteY4-458" fmla="*/ 1732536 h 1732536"/>
              <a:gd name="connsiteX5-459" fmla="*/ 0 w 11375167"/>
              <a:gd name="connsiteY5-460" fmla="*/ 77676 h 1732536"/>
              <a:gd name="connsiteX6-461" fmla="*/ 219828 w 11375167"/>
              <a:gd name="connsiteY6-462" fmla="*/ 0 h 1732536"/>
              <a:gd name="connsiteX0-463" fmla="*/ 293307 w 11375167"/>
              <a:gd name="connsiteY0-464" fmla="*/ 0 h 1708044"/>
              <a:gd name="connsiteX1-465" fmla="*/ 5666304 w 11375167"/>
              <a:gd name="connsiteY1-466" fmla="*/ 1618875 h 1708044"/>
              <a:gd name="connsiteX2-467" fmla="*/ 11020861 w 11375167"/>
              <a:gd name="connsiteY2-468" fmla="*/ 23887 h 1708044"/>
              <a:gd name="connsiteX3-469" fmla="*/ 11375167 w 11375167"/>
              <a:gd name="connsiteY3-470" fmla="*/ 90937 h 1708044"/>
              <a:gd name="connsiteX4-471" fmla="*/ 5676032 w 11375167"/>
              <a:gd name="connsiteY4-472" fmla="*/ 1708044 h 1708044"/>
              <a:gd name="connsiteX5-473" fmla="*/ 0 w 11375167"/>
              <a:gd name="connsiteY5-474" fmla="*/ 53184 h 1708044"/>
              <a:gd name="connsiteX6-475" fmla="*/ 293307 w 11375167"/>
              <a:gd name="connsiteY6-476" fmla="*/ 0 h 1708044"/>
              <a:gd name="connsiteX0-477" fmla="*/ 317800 w 11375167"/>
              <a:gd name="connsiteY0-478" fmla="*/ 606 h 1684157"/>
              <a:gd name="connsiteX1-479" fmla="*/ 5666304 w 11375167"/>
              <a:gd name="connsiteY1-480" fmla="*/ 1594988 h 1684157"/>
              <a:gd name="connsiteX2-481" fmla="*/ 11020861 w 11375167"/>
              <a:gd name="connsiteY2-482" fmla="*/ 0 h 1684157"/>
              <a:gd name="connsiteX3-483" fmla="*/ 11375167 w 11375167"/>
              <a:gd name="connsiteY3-484" fmla="*/ 67050 h 1684157"/>
              <a:gd name="connsiteX4-485" fmla="*/ 5676032 w 11375167"/>
              <a:gd name="connsiteY4-486" fmla="*/ 1684157 h 1684157"/>
              <a:gd name="connsiteX5-487" fmla="*/ 0 w 11375167"/>
              <a:gd name="connsiteY5-488" fmla="*/ 29297 h 1684157"/>
              <a:gd name="connsiteX6-489" fmla="*/ 317800 w 11375167"/>
              <a:gd name="connsiteY6-490" fmla="*/ 606 h 1684157"/>
              <a:gd name="connsiteX0-491" fmla="*/ 285142 w 11342509"/>
              <a:gd name="connsiteY0-492" fmla="*/ 606 h 1684157"/>
              <a:gd name="connsiteX1-493" fmla="*/ 5633646 w 11342509"/>
              <a:gd name="connsiteY1-494" fmla="*/ 1594988 h 1684157"/>
              <a:gd name="connsiteX2-495" fmla="*/ 10988203 w 11342509"/>
              <a:gd name="connsiteY2-496" fmla="*/ 0 h 1684157"/>
              <a:gd name="connsiteX3-497" fmla="*/ 11342509 w 11342509"/>
              <a:gd name="connsiteY3-498" fmla="*/ 67050 h 1684157"/>
              <a:gd name="connsiteX4-499" fmla="*/ 5643374 w 11342509"/>
              <a:gd name="connsiteY4-500" fmla="*/ 1684157 h 1684157"/>
              <a:gd name="connsiteX5-501" fmla="*/ 0 w 11342509"/>
              <a:gd name="connsiteY5-502" fmla="*/ 29297 h 1684157"/>
              <a:gd name="connsiteX6-503" fmla="*/ 285142 w 11342509"/>
              <a:gd name="connsiteY6-504" fmla="*/ 606 h 1684157"/>
              <a:gd name="connsiteX0-505" fmla="*/ 276977 w 11342509"/>
              <a:gd name="connsiteY0-506" fmla="*/ 0 h 1691715"/>
              <a:gd name="connsiteX1-507" fmla="*/ 5633646 w 11342509"/>
              <a:gd name="connsiteY1-508" fmla="*/ 1602546 h 1691715"/>
              <a:gd name="connsiteX2-509" fmla="*/ 10988203 w 11342509"/>
              <a:gd name="connsiteY2-510" fmla="*/ 7558 h 1691715"/>
              <a:gd name="connsiteX3-511" fmla="*/ 11342509 w 11342509"/>
              <a:gd name="connsiteY3-512" fmla="*/ 74608 h 1691715"/>
              <a:gd name="connsiteX4-513" fmla="*/ 5643374 w 11342509"/>
              <a:gd name="connsiteY4-514" fmla="*/ 1691715 h 1691715"/>
              <a:gd name="connsiteX5-515" fmla="*/ 0 w 11342509"/>
              <a:gd name="connsiteY5-516" fmla="*/ 36855 h 1691715"/>
              <a:gd name="connsiteX6-517" fmla="*/ 276977 w 11342509"/>
              <a:gd name="connsiteY6-518" fmla="*/ 0 h 1691715"/>
              <a:gd name="connsiteX0-519" fmla="*/ 276977 w 11342509"/>
              <a:gd name="connsiteY0-520" fmla="*/ 0 h 1691715"/>
              <a:gd name="connsiteX1-521" fmla="*/ 5633646 w 11342509"/>
              <a:gd name="connsiteY1-522" fmla="*/ 1602546 h 1691715"/>
              <a:gd name="connsiteX2-523" fmla="*/ 11018020 w 11342509"/>
              <a:gd name="connsiteY2-524" fmla="*/ 17498 h 1691715"/>
              <a:gd name="connsiteX3-525" fmla="*/ 11342509 w 11342509"/>
              <a:gd name="connsiteY3-526" fmla="*/ 74608 h 1691715"/>
              <a:gd name="connsiteX4-527" fmla="*/ 5643374 w 11342509"/>
              <a:gd name="connsiteY4-528" fmla="*/ 1691715 h 1691715"/>
              <a:gd name="connsiteX5-529" fmla="*/ 0 w 11342509"/>
              <a:gd name="connsiteY5-530" fmla="*/ 36855 h 1691715"/>
              <a:gd name="connsiteX6-531" fmla="*/ 276977 w 11342509"/>
              <a:gd name="connsiteY6-532" fmla="*/ 0 h 1691715"/>
              <a:gd name="connsiteX0-533" fmla="*/ 276977 w 11342509"/>
              <a:gd name="connsiteY0-534" fmla="*/ 0 h 1691715"/>
              <a:gd name="connsiteX1-535" fmla="*/ 5633646 w 11342509"/>
              <a:gd name="connsiteY1-536" fmla="*/ 1602546 h 1691715"/>
              <a:gd name="connsiteX2-537" fmla="*/ 11018020 w 11342509"/>
              <a:gd name="connsiteY2-538" fmla="*/ 17498 h 1691715"/>
              <a:gd name="connsiteX3-539" fmla="*/ 11342509 w 11342509"/>
              <a:gd name="connsiteY3-540" fmla="*/ 74608 h 1691715"/>
              <a:gd name="connsiteX4-541" fmla="*/ 5643374 w 11342509"/>
              <a:gd name="connsiteY4-542" fmla="*/ 1691715 h 1691715"/>
              <a:gd name="connsiteX5-543" fmla="*/ 0 w 11342509"/>
              <a:gd name="connsiteY5-544" fmla="*/ 36855 h 1691715"/>
              <a:gd name="connsiteX6-545" fmla="*/ 276977 w 11342509"/>
              <a:gd name="connsiteY6-546" fmla="*/ 0 h 1691715"/>
              <a:gd name="connsiteX0-547" fmla="*/ 276977 w 11342509"/>
              <a:gd name="connsiteY0-548" fmla="*/ 0 h 1691715"/>
              <a:gd name="connsiteX1-549" fmla="*/ 5633646 w 11342509"/>
              <a:gd name="connsiteY1-550" fmla="*/ 1602546 h 1691715"/>
              <a:gd name="connsiteX2-551" fmla="*/ 11047837 w 11342509"/>
              <a:gd name="connsiteY2-552" fmla="*/ 17498 h 1691715"/>
              <a:gd name="connsiteX3-553" fmla="*/ 11342509 w 11342509"/>
              <a:gd name="connsiteY3-554" fmla="*/ 74608 h 1691715"/>
              <a:gd name="connsiteX4-555" fmla="*/ 5643374 w 11342509"/>
              <a:gd name="connsiteY4-556" fmla="*/ 1691715 h 1691715"/>
              <a:gd name="connsiteX5-557" fmla="*/ 0 w 11342509"/>
              <a:gd name="connsiteY5-558" fmla="*/ 36855 h 1691715"/>
              <a:gd name="connsiteX6-559" fmla="*/ 276977 w 11342509"/>
              <a:gd name="connsiteY6-560" fmla="*/ 0 h 1691715"/>
              <a:gd name="connsiteX0-561" fmla="*/ 276977 w 11342509"/>
              <a:gd name="connsiteY0-562" fmla="*/ 0 h 1691715"/>
              <a:gd name="connsiteX1-563" fmla="*/ 5633646 w 11342509"/>
              <a:gd name="connsiteY1-564" fmla="*/ 1602546 h 1691715"/>
              <a:gd name="connsiteX2-565" fmla="*/ 11080494 w 11342509"/>
              <a:gd name="connsiteY2-566" fmla="*/ 17498 h 1691715"/>
              <a:gd name="connsiteX3-567" fmla="*/ 11342509 w 11342509"/>
              <a:gd name="connsiteY3-568" fmla="*/ 74608 h 1691715"/>
              <a:gd name="connsiteX4-569" fmla="*/ 5643374 w 11342509"/>
              <a:gd name="connsiteY4-570" fmla="*/ 1691715 h 1691715"/>
              <a:gd name="connsiteX5-571" fmla="*/ 0 w 11342509"/>
              <a:gd name="connsiteY5-572" fmla="*/ 36855 h 1691715"/>
              <a:gd name="connsiteX6-573" fmla="*/ 276977 w 11342509"/>
              <a:gd name="connsiteY6-574" fmla="*/ 0 h 1691715"/>
              <a:gd name="connsiteX0-575" fmla="*/ 276977 w 11342509"/>
              <a:gd name="connsiteY0-576" fmla="*/ 0 h 1691715"/>
              <a:gd name="connsiteX1-577" fmla="*/ 5633646 w 11342509"/>
              <a:gd name="connsiteY1-578" fmla="*/ 1602546 h 1691715"/>
              <a:gd name="connsiteX2-579" fmla="*/ 11080494 w 11342509"/>
              <a:gd name="connsiteY2-580" fmla="*/ 17498 h 1691715"/>
              <a:gd name="connsiteX3-581" fmla="*/ 11342509 w 11342509"/>
              <a:gd name="connsiteY3-582" fmla="*/ 74608 h 1691715"/>
              <a:gd name="connsiteX4-583" fmla="*/ 5643374 w 11342509"/>
              <a:gd name="connsiteY4-584" fmla="*/ 1691715 h 1691715"/>
              <a:gd name="connsiteX5-585" fmla="*/ 0 w 11342509"/>
              <a:gd name="connsiteY5-586" fmla="*/ 36855 h 1691715"/>
              <a:gd name="connsiteX6-587" fmla="*/ 276977 w 11342509"/>
              <a:gd name="connsiteY6-588" fmla="*/ 0 h 1691715"/>
              <a:gd name="connsiteX0-589" fmla="*/ 276977 w 11342509"/>
              <a:gd name="connsiteY0-590" fmla="*/ 0 h 1691715"/>
              <a:gd name="connsiteX1-591" fmla="*/ 5633646 w 11342509"/>
              <a:gd name="connsiteY1-592" fmla="*/ 1602546 h 1691715"/>
              <a:gd name="connsiteX2-593" fmla="*/ 11080494 w 11342509"/>
              <a:gd name="connsiteY2-594" fmla="*/ 17498 h 1691715"/>
              <a:gd name="connsiteX3-595" fmla="*/ 11342509 w 11342509"/>
              <a:gd name="connsiteY3-596" fmla="*/ 74608 h 1691715"/>
              <a:gd name="connsiteX4-597" fmla="*/ 5643374 w 11342509"/>
              <a:gd name="connsiteY4-598" fmla="*/ 1691715 h 1691715"/>
              <a:gd name="connsiteX5-599" fmla="*/ 0 w 11342509"/>
              <a:gd name="connsiteY5-600" fmla="*/ 36855 h 1691715"/>
              <a:gd name="connsiteX6-601" fmla="*/ 276977 w 11342509"/>
              <a:gd name="connsiteY6-602" fmla="*/ 0 h 1691715"/>
              <a:gd name="connsiteX0-603" fmla="*/ 276977 w 11342509"/>
              <a:gd name="connsiteY0-604" fmla="*/ 0 h 1691715"/>
              <a:gd name="connsiteX1-605" fmla="*/ 5643806 w 11342509"/>
              <a:gd name="connsiteY1-606" fmla="*/ 1602546 h 1691715"/>
              <a:gd name="connsiteX2-607" fmla="*/ 11080494 w 11342509"/>
              <a:gd name="connsiteY2-608" fmla="*/ 17498 h 1691715"/>
              <a:gd name="connsiteX3-609" fmla="*/ 11342509 w 11342509"/>
              <a:gd name="connsiteY3-610" fmla="*/ 74608 h 1691715"/>
              <a:gd name="connsiteX4-611" fmla="*/ 5643374 w 11342509"/>
              <a:gd name="connsiteY4-612" fmla="*/ 1691715 h 1691715"/>
              <a:gd name="connsiteX5-613" fmla="*/ 0 w 11342509"/>
              <a:gd name="connsiteY5-614" fmla="*/ 36855 h 1691715"/>
              <a:gd name="connsiteX6-615" fmla="*/ 276977 w 11342509"/>
              <a:gd name="connsiteY6-616" fmla="*/ 0 h 1691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3" cstate="screen"/>
          <a:stretch>
            <a:fillRect/>
          </a:stretch>
        </p:blipFill>
        <p:spPr>
          <a:xfrm>
            <a:off x="4453730" y="4619682"/>
            <a:ext cx="3284503" cy="722193"/>
          </a:xfrm>
          <a:prstGeom prst="rect">
            <a:avLst/>
          </a:prstGeom>
        </p:spPr>
      </p:pic>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封面样式8">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b="7394"/>
          <a:stretch>
            <a:fillRect/>
          </a:stretch>
        </p:blipFill>
        <p:spPr>
          <a:xfrm>
            <a:off x="-3165" y="0"/>
            <a:ext cx="12191980" cy="6858000"/>
          </a:xfrm>
          <a:prstGeom prst="rect">
            <a:avLst/>
          </a:prstGeom>
        </p:spPr>
      </p:pic>
      <p:sp>
        <p:nvSpPr>
          <p:cNvPr id="5" name="矩形 4"/>
          <p:cNvSpPr/>
          <p:nvPr userDrawn="1"/>
        </p:nvSpPr>
        <p:spPr>
          <a:xfrm>
            <a:off x="10" y="1"/>
            <a:ext cx="12191980" cy="6857994"/>
          </a:xfrm>
          <a:prstGeom prst="rect">
            <a:avLst/>
          </a:prstGeom>
          <a:gradFill>
            <a:gsLst>
              <a:gs pos="0">
                <a:schemeClr val="accent1">
                  <a:alpha val="90000"/>
                  <a:lumMod val="85000"/>
                </a:schemeClr>
              </a:gs>
              <a:gs pos="50000">
                <a:schemeClr val="accent1">
                  <a:alpha val="90000"/>
                  <a:lumMod val="85000"/>
                </a:schemeClr>
              </a:gs>
              <a:gs pos="100000">
                <a:schemeClr val="accent1">
                  <a:alpha val="90000"/>
                  <a:lumMod val="8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buFontTx/>
              <a:buNone/>
            </a:pPr>
            <a:endParaRPr lang="zh-CN" altLang="en-US"/>
          </a:p>
        </p:txBody>
      </p:sp>
      <p:sp>
        <p:nvSpPr>
          <p:cNvPr id="6" name="文本占位符 10"/>
          <p:cNvSpPr>
            <a:spLocks noGrp="1"/>
          </p:cNvSpPr>
          <p:nvPr>
            <p:ph type="body" sz="quarter" idx="11" hasCustomPrompt="1"/>
          </p:nvPr>
        </p:nvSpPr>
        <p:spPr>
          <a:xfrm>
            <a:off x="1572100" y="3028371"/>
            <a:ext cx="9041450" cy="911074"/>
          </a:xfrm>
        </p:spPr>
        <p:txBody>
          <a:bodyPr/>
          <a:lstStyle>
            <a:lvl1pPr marL="0" indent="0" algn="ctr">
              <a:buFontTx/>
              <a:buNone/>
              <a:defRPr sz="4800" b="1">
                <a:solidFill>
                  <a:schemeClr val="bg1"/>
                </a:solidFill>
                <a:latin typeface="+mn-ea"/>
                <a:ea typeface="+mn-ea"/>
              </a:defRPr>
            </a:lvl1pPr>
          </a:lstStyle>
          <a:p>
            <a:r>
              <a:rPr lang="zh-CN" altLang="en-US" dirty="0"/>
              <a:t>北京理工大学毕业答辩</a:t>
            </a:r>
            <a:r>
              <a:rPr lang="en-US" altLang="zh-CN" dirty="0"/>
              <a:t>PPT</a:t>
            </a:r>
            <a:r>
              <a:rPr lang="zh-CN" altLang="en-US" dirty="0"/>
              <a:t>模板</a:t>
            </a:r>
          </a:p>
        </p:txBody>
      </p:sp>
      <p:pic>
        <p:nvPicPr>
          <p:cNvPr id="11" name="图片 10"/>
          <p:cNvPicPr>
            <a:picLocks noChangeAspect="1"/>
          </p:cNvPicPr>
          <p:nvPr userDrawn="1"/>
        </p:nvPicPr>
        <p:blipFill>
          <a:blip r:embed="rId3" cstate="screen"/>
          <a:stretch>
            <a:fillRect/>
          </a:stretch>
        </p:blipFill>
        <p:spPr>
          <a:xfrm>
            <a:off x="3767417" y="1018488"/>
            <a:ext cx="4650816" cy="130177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封面样式9-首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screen"/>
          <a:stretch>
            <a:fillRect/>
          </a:stretch>
        </p:blipFill>
        <p:spPr>
          <a:xfrm>
            <a:off x="0" y="81566"/>
            <a:ext cx="12192000" cy="3244934"/>
          </a:xfrm>
          <a:prstGeom prst="rect">
            <a:avLst/>
          </a:prstGeom>
        </p:spPr>
      </p:pic>
      <p:sp>
        <p:nvSpPr>
          <p:cNvPr id="3" name="矩形 2"/>
          <p:cNvSpPr/>
          <p:nvPr userDrawn="1"/>
        </p:nvSpPr>
        <p:spPr>
          <a:xfrm>
            <a:off x="0" y="3317875"/>
            <a:ext cx="12192000" cy="3540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66"/>
          <p:cNvPicPr>
            <a:picLocks noChangeAspect="1"/>
          </p:cNvPicPr>
          <p:nvPr userDrawn="1"/>
        </p:nvPicPr>
        <p:blipFill>
          <a:blip r:embed="rId3" cstate="screen"/>
          <a:stretch>
            <a:fillRect/>
          </a:stretch>
        </p:blipFill>
        <p:spPr bwMode="auto">
          <a:xfrm>
            <a:off x="9790632" y="109143"/>
            <a:ext cx="2286546" cy="297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userDrawn="1"/>
        </p:nvPicPr>
        <p:blipFill>
          <a:blip r:embed="rId4" cstate="screen"/>
          <a:stretch>
            <a:fillRect/>
          </a:stretch>
        </p:blipFill>
        <p:spPr>
          <a:xfrm>
            <a:off x="224285" y="-494144"/>
            <a:ext cx="3165893" cy="4124368"/>
          </a:xfrm>
          <a:prstGeom prst="rect">
            <a:avLst/>
          </a:prstGeom>
        </p:spPr>
      </p:pic>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封面样式9-尾页">
    <p:spTree>
      <p:nvGrpSpPr>
        <p:cNvPr id="1" name=""/>
        <p:cNvGrpSpPr/>
        <p:nvPr/>
      </p:nvGrpSpPr>
      <p:grpSpPr>
        <a:xfrm>
          <a:off x="0" y="0"/>
          <a:ext cx="0" cy="0"/>
          <a:chOff x="0" y="0"/>
          <a:chExt cx="0" cy="0"/>
        </a:xfrm>
      </p:grpSpPr>
      <p:grpSp>
        <p:nvGrpSpPr>
          <p:cNvPr id="2" name="组合 1"/>
          <p:cNvGrpSpPr/>
          <p:nvPr userDrawn="1"/>
        </p:nvGrpSpPr>
        <p:grpSpPr>
          <a:xfrm>
            <a:off x="0" y="0"/>
            <a:ext cx="12192000" cy="5089582"/>
            <a:chOff x="0" y="0"/>
            <a:chExt cx="12192000" cy="5089582"/>
          </a:xfrm>
          <a:solidFill>
            <a:schemeClr val="accent1"/>
          </a:solidFill>
        </p:grpSpPr>
        <p:sp>
          <p:nvSpPr>
            <p:cNvPr id="3" name="等腰三角形 2"/>
            <p:cNvSpPr/>
            <p:nvPr/>
          </p:nvSpPr>
          <p:spPr>
            <a:xfrm flipV="1">
              <a:off x="0" y="4123423"/>
              <a:ext cx="12192000" cy="966159"/>
            </a:xfrm>
            <a:prstGeom prst="triangle">
              <a:avLst/>
            </a:prstGeom>
            <a:grpFill/>
            <a:ln>
              <a:noFill/>
            </a:ln>
            <a:effectLst>
              <a:outerShdw blurRad="76200" dist="12700" dir="5400000" sx="103000" sy="103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192000" cy="412342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userDrawn="1"/>
        </p:nvGrpSpPr>
        <p:grpSpPr>
          <a:xfrm>
            <a:off x="1866428" y="1872369"/>
            <a:ext cx="8481919" cy="863927"/>
            <a:chOff x="1797415" y="1328902"/>
            <a:chExt cx="8481919" cy="863927"/>
          </a:xfrm>
        </p:grpSpPr>
        <p:grpSp>
          <p:nvGrpSpPr>
            <p:cNvPr id="6" name="组合 5"/>
            <p:cNvGrpSpPr/>
            <p:nvPr/>
          </p:nvGrpSpPr>
          <p:grpSpPr>
            <a:xfrm>
              <a:off x="6886532" y="1337094"/>
              <a:ext cx="3392802" cy="846135"/>
              <a:chOff x="10340336" y="2247899"/>
              <a:chExt cx="2724438" cy="679451"/>
            </a:xfrm>
          </p:grpSpPr>
          <p:sp>
            <p:nvSpPr>
              <p:cNvPr id="2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2" name="组合 21"/>
              <p:cNvGrpSpPr/>
              <p:nvPr/>
            </p:nvGrpSpPr>
            <p:grpSpPr>
              <a:xfrm>
                <a:off x="10340336" y="2247899"/>
                <a:ext cx="547688" cy="679451"/>
                <a:chOff x="5548313" y="2084388"/>
                <a:chExt cx="547688" cy="679451"/>
              </a:xfrm>
              <a:solidFill>
                <a:schemeClr val="bg1"/>
              </a:solidFill>
            </p:grpSpPr>
            <p:sp>
              <p:nvSpPr>
                <p:cNvPr id="2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3" name="组合 22"/>
              <p:cNvGrpSpPr/>
              <p:nvPr/>
            </p:nvGrpSpPr>
            <p:grpSpPr>
              <a:xfrm>
                <a:off x="11192276" y="2400300"/>
                <a:ext cx="322175" cy="373063"/>
                <a:chOff x="3792874" y="3138488"/>
                <a:chExt cx="322175" cy="373063"/>
              </a:xfrm>
              <a:solidFill>
                <a:schemeClr val="bg1"/>
              </a:solidFill>
            </p:grpSpPr>
            <p:sp>
              <p:nvSpPr>
                <p:cNvPr id="2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 name="组合 6"/>
            <p:cNvGrpSpPr/>
            <p:nvPr/>
          </p:nvGrpSpPr>
          <p:grpSpPr>
            <a:xfrm>
              <a:off x="1797415" y="1328902"/>
              <a:ext cx="3445163" cy="863927"/>
              <a:chOff x="6738929" y="2270918"/>
              <a:chExt cx="2766486" cy="693738"/>
            </a:xfrm>
          </p:grpSpPr>
          <p:grpSp>
            <p:nvGrpSpPr>
              <p:cNvPr id="8" name="组合 7"/>
              <p:cNvGrpSpPr/>
              <p:nvPr/>
            </p:nvGrpSpPr>
            <p:grpSpPr>
              <a:xfrm>
                <a:off x="8180494" y="2355056"/>
                <a:ext cx="484188" cy="509588"/>
                <a:chOff x="6113463" y="3541713"/>
                <a:chExt cx="484188" cy="509588"/>
              </a:xfrm>
              <a:solidFill>
                <a:schemeClr val="bg1"/>
              </a:solidFill>
            </p:grpSpPr>
            <p:sp>
              <p:nvSpPr>
                <p:cNvPr id="1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 name="组合 8"/>
              <p:cNvGrpSpPr/>
              <p:nvPr/>
            </p:nvGrpSpPr>
            <p:grpSpPr>
              <a:xfrm>
                <a:off x="6738929" y="2270918"/>
                <a:ext cx="549275" cy="693738"/>
                <a:chOff x="6108700" y="2066926"/>
                <a:chExt cx="549275" cy="693738"/>
              </a:xfrm>
              <a:solidFill>
                <a:schemeClr val="bg1"/>
              </a:solidFill>
            </p:grpSpPr>
            <p:sp>
              <p:nvSpPr>
                <p:cNvPr id="1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 name="组合 9"/>
              <p:cNvGrpSpPr/>
              <p:nvPr/>
            </p:nvGrpSpPr>
            <p:grpSpPr>
              <a:xfrm>
                <a:off x="7532962" y="2451100"/>
                <a:ext cx="368300" cy="317500"/>
                <a:chOff x="6186488" y="2930526"/>
                <a:chExt cx="368300" cy="317500"/>
              </a:xfrm>
              <a:solidFill>
                <a:schemeClr val="bg1"/>
              </a:solidFill>
            </p:grpSpPr>
            <p:sp>
              <p:nvSpPr>
                <p:cNvPr id="1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目录样式1">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567"/>
            <a:ext cx="5022689" cy="6857433"/>
          </a:xfrm>
          <a:prstGeom prst="rect">
            <a:avLst/>
          </a:prstGeom>
        </p:spPr>
      </p:pic>
      <p:sp>
        <p:nvSpPr>
          <p:cNvPr id="3" name="矩形 白1"/>
          <p:cNvSpPr/>
          <p:nvPr userDrawn="1"/>
        </p:nvSpPr>
        <p:spPr>
          <a:xfrm rot="5400000">
            <a:off x="-917658" y="918223"/>
            <a:ext cx="6858002" cy="5022690"/>
          </a:xfrm>
          <a:prstGeom prst="rect">
            <a:avLst/>
          </a:prstGeom>
          <a:gradFill flip="none" rotWithShape="1">
            <a:gsLst>
              <a:gs pos="50000">
                <a:schemeClr val="bg1">
                  <a:alpha val="50000"/>
                </a:schemeClr>
              </a:gs>
              <a:gs pos="0">
                <a:schemeClr val="bg1"/>
              </a:gs>
              <a:gs pos="100000">
                <a:srgbClr val="FFFFFF">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cs typeface="+mn-ea"/>
              <a:sym typeface="+mn-lt"/>
            </a:endParaRP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目录样式2-1">
    <p:spTree>
      <p:nvGrpSpPr>
        <p:cNvPr id="1" name=""/>
        <p:cNvGrpSpPr/>
        <p:nvPr/>
      </p:nvGrpSpPr>
      <p:grpSpPr>
        <a:xfrm>
          <a:off x="0" y="0"/>
          <a:ext cx="0" cy="0"/>
          <a:chOff x="0" y="0"/>
          <a:chExt cx="0" cy="0"/>
        </a:xfrm>
      </p:grpSpPr>
      <p:sp>
        <p:nvSpPr>
          <p:cNvPr id="5" name="矩形 4"/>
          <p:cNvSpPr/>
          <p:nvPr userDrawn="1"/>
        </p:nvSpPr>
        <p:spPr>
          <a:xfrm>
            <a:off x="0" y="2289050"/>
            <a:ext cx="12192001" cy="196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rotWithShape="1">
          <a:blip r:embed="rId2" cstate="screen"/>
          <a:srcRect t="15558" b="38705"/>
          <a:stretch>
            <a:fillRect/>
          </a:stretch>
        </p:blipFill>
        <p:spPr>
          <a:xfrm>
            <a:off x="1" y="0"/>
            <a:ext cx="12192000" cy="2290219"/>
          </a:xfrm>
          <a:prstGeom prst="rect">
            <a:avLst/>
          </a:prstGeom>
        </p:spPr>
      </p:pic>
      <p:sp>
        <p:nvSpPr>
          <p:cNvPr id="10" name="矩形 9"/>
          <p:cNvSpPr/>
          <p:nvPr userDrawn="1"/>
        </p:nvSpPr>
        <p:spPr>
          <a:xfrm>
            <a:off x="-1" y="-7884"/>
            <a:ext cx="12192001" cy="229810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cstate="screen"/>
          <a:stretch>
            <a:fillRect/>
          </a:stretch>
        </p:blipFill>
        <p:spPr>
          <a:xfrm>
            <a:off x="5024353" y="841210"/>
            <a:ext cx="2143294" cy="599913"/>
          </a:xfrm>
          <a:prstGeom prst="rect">
            <a:avLst/>
          </a:prstGeom>
        </p:spPr>
      </p:pic>
      <p:cxnSp>
        <p:nvCxnSpPr>
          <p:cNvPr id="4" name="直接连接符 3"/>
          <p:cNvCxnSpPr/>
          <p:nvPr userDrawn="1"/>
        </p:nvCxnSpPr>
        <p:spPr>
          <a:xfrm>
            <a:off x="-81481" y="2289050"/>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样式2-2">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p:cNvCxnSpPr/>
          <p:nvPr userDrawn="1"/>
        </p:nvCxnSpPr>
        <p:spPr>
          <a:xfrm>
            <a:off x="5723340" y="1294827"/>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723340" y="5613415"/>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rotWithShape="1">
          <a:blip r:embed="rId4" cstate="screen"/>
          <a:srcRect l="49471"/>
          <a:stretch>
            <a:fillRect/>
          </a:stretch>
        </p:blipFill>
        <p:spPr>
          <a:xfrm>
            <a:off x="-34506" y="163259"/>
            <a:ext cx="3298317" cy="6531481"/>
          </a:xfrm>
          <a:prstGeom prst="rect">
            <a:avLst/>
          </a:prstGeom>
        </p:spPr>
      </p:pic>
      <p:pic>
        <p:nvPicPr>
          <p:cNvPr id="14" name="图片 13"/>
          <p:cNvPicPr>
            <a:picLocks noChangeAspect="1"/>
          </p:cNvPicPr>
          <p:nvPr userDrawn="1"/>
        </p:nvPicPr>
        <p:blipFill rotWithShape="1">
          <a:blip r:embed="rId4" cstate="screen"/>
          <a:srcRect r="49912"/>
          <a:stretch>
            <a:fillRect/>
          </a:stretch>
        </p:blipFill>
        <p:spPr>
          <a:xfrm>
            <a:off x="8928190" y="163258"/>
            <a:ext cx="3269562" cy="6531481"/>
          </a:xfrm>
          <a:prstGeom prst="rect">
            <a:avLst/>
          </a:prstGeom>
        </p:spPr>
      </p:pic>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目录样式3-1">
    <p:spTree>
      <p:nvGrpSpPr>
        <p:cNvPr id="1" name=""/>
        <p:cNvGrpSpPr/>
        <p:nvPr/>
      </p:nvGrpSpPr>
      <p:grpSpPr>
        <a:xfrm>
          <a:off x="0" y="0"/>
          <a:ext cx="0" cy="0"/>
          <a:chOff x="0" y="0"/>
          <a:chExt cx="0" cy="0"/>
        </a:xfrm>
      </p:grpSpPr>
      <p:sp>
        <p:nvSpPr>
          <p:cNvPr id="8" name="文本框 7"/>
          <p:cNvSpPr txBox="1"/>
          <p:nvPr userDrawn="1"/>
        </p:nvSpPr>
        <p:spPr>
          <a:xfrm rot="16200000">
            <a:off x="-1538864" y="2653429"/>
            <a:ext cx="5229637" cy="1323439"/>
          </a:xfrm>
          <a:prstGeom prst="rect">
            <a:avLst/>
          </a:prstGeom>
          <a:noFill/>
        </p:spPr>
        <p:txBody>
          <a:bodyPr wrap="none" rtlCol="0">
            <a:spAutoFit/>
          </a:bodyPr>
          <a:lstStyle/>
          <a:p>
            <a:r>
              <a:rPr lang="en-US" altLang="zh-CN" sz="8000" b="1" spc="50" dirty="0">
                <a:solidFill>
                  <a:schemeClr val="bg1">
                    <a:lumMod val="85000"/>
                  </a:schemeClr>
                </a:solidFill>
                <a:latin typeface="+mj-lt"/>
              </a:rPr>
              <a:t>Contents</a:t>
            </a:r>
            <a:r>
              <a:rPr lang="en-US" altLang="zh-CN" sz="4400" b="1" spc="50" dirty="0">
                <a:solidFill>
                  <a:schemeClr val="accent4"/>
                </a:solidFill>
                <a:latin typeface="+mj-lt"/>
              </a:rPr>
              <a:t>■</a:t>
            </a:r>
            <a:endParaRPr lang="zh-CN" altLang="en-US" sz="4400" b="1" spc="50" dirty="0">
              <a:solidFill>
                <a:schemeClr val="accent4"/>
              </a:solidFill>
              <a:latin typeface="+mj-lt"/>
            </a:endParaRPr>
          </a:p>
        </p:txBody>
      </p:sp>
      <p:sp>
        <p:nvSpPr>
          <p:cNvPr id="9" name="文本框 8"/>
          <p:cNvSpPr txBox="1"/>
          <p:nvPr userDrawn="1"/>
        </p:nvSpPr>
        <p:spPr>
          <a:xfrm>
            <a:off x="1116549" y="3752395"/>
            <a:ext cx="738664" cy="2246769"/>
          </a:xfrm>
          <a:prstGeom prst="rect">
            <a:avLst/>
          </a:prstGeom>
          <a:noFill/>
        </p:spPr>
        <p:txBody>
          <a:bodyPr vert="eaVert" wrap="none" rtlCol="0">
            <a:spAutoFit/>
          </a:bodyPr>
          <a:lstStyle/>
          <a:p>
            <a:r>
              <a:rPr lang="zh-CN" altLang="en-US" sz="3600" b="1" spc="600" dirty="0">
                <a:solidFill>
                  <a:schemeClr val="accent1"/>
                </a:solidFill>
              </a:rPr>
              <a:t>结构大纲</a:t>
            </a:r>
          </a:p>
        </p:txBody>
      </p:sp>
      <p:sp>
        <p:nvSpPr>
          <p:cNvPr id="12" name="文本框 11"/>
          <p:cNvSpPr txBox="1"/>
          <p:nvPr userDrawn="1"/>
        </p:nvSpPr>
        <p:spPr>
          <a:xfrm>
            <a:off x="9519824" y="6600901"/>
            <a:ext cx="2523448" cy="246221"/>
          </a:xfrm>
          <a:prstGeom prst="rect">
            <a:avLst/>
          </a:prstGeom>
          <a:noFill/>
        </p:spPr>
        <p:txBody>
          <a:bodyPr wrap="none" rtlCol="0">
            <a:spAutoFit/>
          </a:bodyPr>
          <a:lstStyle/>
          <a:p>
            <a:pPr algn="r"/>
            <a:r>
              <a:rPr lang="en-US" altLang="zh-CN" sz="1000" spc="0" dirty="0">
                <a:solidFill>
                  <a:schemeClr val="bg1"/>
                </a:solidFill>
                <a:latin typeface="Arial" panose="020B0604020202020204" pitchFamily="34" charset="0"/>
                <a:ea typeface="微软雅黑" panose="020B0503020204020204" pitchFamily="34" charset="-122"/>
                <a:cs typeface="Arial" panose="020B0604020202020204" pitchFamily="34" charset="0"/>
              </a:rPr>
              <a:t>BEIJING</a:t>
            </a:r>
            <a:r>
              <a:rPr lang="en-US" altLang="zh-CN" sz="1000" spc="0" baseline="0" dirty="0">
                <a:solidFill>
                  <a:schemeClr val="bg1"/>
                </a:solidFill>
                <a:latin typeface="Arial" panose="020B0604020202020204" pitchFamily="34" charset="0"/>
                <a:ea typeface="微软雅黑" panose="020B0503020204020204" pitchFamily="34" charset="-122"/>
                <a:cs typeface="Arial" panose="020B0604020202020204" pitchFamily="34" charset="0"/>
              </a:rPr>
              <a:t> INSTITUTE OF TECHNOLOGY</a:t>
            </a:r>
            <a:endParaRPr lang="zh-CN" altLang="en-US" sz="1000" spc="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57" name="图片 56"/>
          <p:cNvPicPr>
            <a:picLocks noChangeAspect="1"/>
          </p:cNvPicPr>
          <p:nvPr userDrawn="1"/>
        </p:nvPicPr>
        <p:blipFill>
          <a:blip r:embed="rId2" cstate="screen"/>
          <a:stretch>
            <a:fillRect/>
          </a:stretch>
        </p:blipFill>
        <p:spPr>
          <a:xfrm>
            <a:off x="10041148" y="78493"/>
            <a:ext cx="2025400" cy="566914"/>
          </a:xfrm>
          <a:prstGeom prst="rect">
            <a:avLst/>
          </a:prstGeom>
        </p:spPr>
      </p:pic>
      <p:sp>
        <p:nvSpPr>
          <p:cNvPr id="82" name="任意多边形: 形状 59"/>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83" name="图片 82"/>
          <p:cNvPicPr>
            <a:picLocks noChangeAspect="1"/>
          </p:cNvPicPr>
          <p:nvPr userDrawn="1"/>
        </p:nvPicPr>
        <p:blipFill>
          <a:blip r:embed="rId2" cstate="screen"/>
          <a:stretch>
            <a:fillRect/>
          </a:stretch>
        </p:blipFill>
        <p:spPr>
          <a:xfrm>
            <a:off x="9793498" y="249943"/>
            <a:ext cx="2025400" cy="566914"/>
          </a:xfrm>
          <a:prstGeom prst="rect">
            <a:avLst/>
          </a:prstGeom>
        </p:spPr>
      </p:pic>
      <p:sp>
        <p:nvSpPr>
          <p:cNvPr id="84" name="矩形 83"/>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userDrawn="1"/>
        </p:nvGrpSpPr>
        <p:grpSpPr>
          <a:xfrm>
            <a:off x="598941" y="6399999"/>
            <a:ext cx="2542613" cy="276499"/>
            <a:chOff x="598941" y="6399999"/>
            <a:chExt cx="2542613" cy="276499"/>
          </a:xfrm>
          <a:solidFill>
            <a:schemeClr val="bg1"/>
          </a:solidFill>
        </p:grpSpPr>
        <p:grpSp>
          <p:nvGrpSpPr>
            <p:cNvPr id="86" name="组合 85"/>
            <p:cNvGrpSpPr/>
            <p:nvPr/>
          </p:nvGrpSpPr>
          <p:grpSpPr>
            <a:xfrm>
              <a:off x="2055693" y="6402621"/>
              <a:ext cx="1085861" cy="270805"/>
              <a:chOff x="10340336" y="2247899"/>
              <a:chExt cx="2724438" cy="679451"/>
            </a:xfrm>
            <a:grpFill/>
          </p:grpSpPr>
          <p:sp>
            <p:nvSpPr>
              <p:cNvPr id="10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10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02" name="组合 101"/>
              <p:cNvGrpSpPr/>
              <p:nvPr/>
            </p:nvGrpSpPr>
            <p:grpSpPr>
              <a:xfrm>
                <a:off x="10340336" y="2247899"/>
                <a:ext cx="547688" cy="679451"/>
                <a:chOff x="5548313" y="2084388"/>
                <a:chExt cx="547688" cy="679451"/>
              </a:xfrm>
              <a:grpFill/>
            </p:grpSpPr>
            <p:sp>
              <p:nvSpPr>
                <p:cNvPr id="10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3" name="组合 102"/>
              <p:cNvGrpSpPr/>
              <p:nvPr/>
            </p:nvGrpSpPr>
            <p:grpSpPr>
              <a:xfrm>
                <a:off x="11192276" y="2400300"/>
                <a:ext cx="322175" cy="373063"/>
                <a:chOff x="3792874" y="3138488"/>
                <a:chExt cx="322175" cy="373063"/>
              </a:xfrm>
              <a:grpFill/>
            </p:grpSpPr>
            <p:sp>
              <p:nvSpPr>
                <p:cNvPr id="10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87" name="组合 86"/>
            <p:cNvGrpSpPr/>
            <p:nvPr/>
          </p:nvGrpSpPr>
          <p:grpSpPr>
            <a:xfrm>
              <a:off x="598941" y="6399999"/>
              <a:ext cx="1102619" cy="276499"/>
              <a:chOff x="6738929" y="2270918"/>
              <a:chExt cx="2766486" cy="693738"/>
            </a:xfrm>
            <a:grpFill/>
          </p:grpSpPr>
          <p:grpSp>
            <p:nvGrpSpPr>
              <p:cNvPr id="88" name="组合 87"/>
              <p:cNvGrpSpPr/>
              <p:nvPr/>
            </p:nvGrpSpPr>
            <p:grpSpPr>
              <a:xfrm>
                <a:off x="8180494" y="2355056"/>
                <a:ext cx="484188" cy="509588"/>
                <a:chOff x="6113463" y="3541713"/>
                <a:chExt cx="484188" cy="509588"/>
              </a:xfrm>
              <a:grpFill/>
            </p:grpSpPr>
            <p:sp>
              <p:nvSpPr>
                <p:cNvPr id="9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9" name="组合 88"/>
              <p:cNvGrpSpPr/>
              <p:nvPr/>
            </p:nvGrpSpPr>
            <p:grpSpPr>
              <a:xfrm>
                <a:off x="6738929" y="2270918"/>
                <a:ext cx="549275" cy="693738"/>
                <a:chOff x="6108700" y="2066926"/>
                <a:chExt cx="549275" cy="693738"/>
              </a:xfrm>
              <a:grpFill/>
            </p:grpSpPr>
            <p:sp>
              <p:nvSpPr>
                <p:cNvPr id="9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0" name="组合 89"/>
              <p:cNvGrpSpPr/>
              <p:nvPr/>
            </p:nvGrpSpPr>
            <p:grpSpPr>
              <a:xfrm>
                <a:off x="7532962" y="2451100"/>
                <a:ext cx="368300" cy="317500"/>
                <a:chOff x="6186488" y="2930526"/>
                <a:chExt cx="368300" cy="317500"/>
              </a:xfrm>
              <a:grpFill/>
            </p:grpSpPr>
            <p:sp>
              <p:nvSpPr>
                <p:cNvPr id="9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9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9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目录样式3-2">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r="20215"/>
          <a:stretch>
            <a:fillRect/>
          </a:stretch>
        </p:blipFill>
        <p:spPr>
          <a:xfrm>
            <a:off x="6592525" y="0"/>
            <a:ext cx="5609371" cy="6765696"/>
          </a:xfrm>
          <a:prstGeom prst="rect">
            <a:avLst/>
          </a:prstGeom>
        </p:spPr>
      </p:pic>
      <p:sp>
        <p:nvSpPr>
          <p:cNvPr id="63" name="任意多边形: 形状 59"/>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4" name="图片 63"/>
          <p:cNvPicPr>
            <a:picLocks noChangeAspect="1"/>
          </p:cNvPicPr>
          <p:nvPr userDrawn="1"/>
        </p:nvPicPr>
        <p:blipFill>
          <a:blip r:embed="rId3" cstate="screen"/>
          <a:stretch>
            <a:fillRect/>
          </a:stretch>
        </p:blipFill>
        <p:spPr>
          <a:xfrm>
            <a:off x="9793498" y="249943"/>
            <a:ext cx="2025400" cy="566914"/>
          </a:xfrm>
          <a:prstGeom prst="rect">
            <a:avLst/>
          </a:prstGeom>
        </p:spPr>
      </p:pic>
      <p:sp>
        <p:nvSpPr>
          <p:cNvPr id="65" name="矩形 64"/>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userDrawn="1"/>
        </p:nvGrpSpPr>
        <p:grpSpPr>
          <a:xfrm>
            <a:off x="598941" y="6399999"/>
            <a:ext cx="2542613" cy="276499"/>
            <a:chOff x="598941" y="6399999"/>
            <a:chExt cx="2542613" cy="276499"/>
          </a:xfrm>
          <a:solidFill>
            <a:schemeClr val="bg1"/>
          </a:solidFill>
        </p:grpSpPr>
        <p:grpSp>
          <p:nvGrpSpPr>
            <p:cNvPr id="67" name="组合 66"/>
            <p:cNvGrpSpPr/>
            <p:nvPr/>
          </p:nvGrpSpPr>
          <p:grpSpPr>
            <a:xfrm>
              <a:off x="2055693" y="6402621"/>
              <a:ext cx="1085861" cy="270805"/>
              <a:chOff x="10340336" y="2247899"/>
              <a:chExt cx="2724438" cy="679451"/>
            </a:xfrm>
            <a:grpFill/>
          </p:grpSpPr>
          <p:sp>
            <p:nvSpPr>
              <p:cNvPr id="81"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82"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83" name="组合 82"/>
              <p:cNvGrpSpPr/>
              <p:nvPr/>
            </p:nvGrpSpPr>
            <p:grpSpPr>
              <a:xfrm>
                <a:off x="10340336" y="2247899"/>
                <a:ext cx="547688" cy="679451"/>
                <a:chOff x="5548313" y="2084388"/>
                <a:chExt cx="547688" cy="679451"/>
              </a:xfrm>
              <a:grpFill/>
            </p:grpSpPr>
            <p:sp>
              <p:nvSpPr>
                <p:cNvPr id="88"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4" name="组合 83"/>
              <p:cNvGrpSpPr/>
              <p:nvPr/>
            </p:nvGrpSpPr>
            <p:grpSpPr>
              <a:xfrm>
                <a:off x="11192276" y="2400300"/>
                <a:ext cx="322175" cy="373063"/>
                <a:chOff x="3792874" y="3138488"/>
                <a:chExt cx="322175" cy="373063"/>
              </a:xfrm>
              <a:grpFill/>
            </p:grpSpPr>
            <p:sp>
              <p:nvSpPr>
                <p:cNvPr id="85"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68" name="组合 67"/>
            <p:cNvGrpSpPr/>
            <p:nvPr/>
          </p:nvGrpSpPr>
          <p:grpSpPr>
            <a:xfrm>
              <a:off x="598941" y="6399999"/>
              <a:ext cx="1102619" cy="276499"/>
              <a:chOff x="6738929" y="2270918"/>
              <a:chExt cx="2766486" cy="693738"/>
            </a:xfrm>
            <a:grpFill/>
          </p:grpSpPr>
          <p:grpSp>
            <p:nvGrpSpPr>
              <p:cNvPr id="69" name="组合 68"/>
              <p:cNvGrpSpPr/>
              <p:nvPr/>
            </p:nvGrpSpPr>
            <p:grpSpPr>
              <a:xfrm>
                <a:off x="8180494" y="2355056"/>
                <a:ext cx="484188" cy="509588"/>
                <a:chOff x="6113463" y="3541713"/>
                <a:chExt cx="484188" cy="509588"/>
              </a:xfrm>
              <a:grpFill/>
            </p:grpSpPr>
            <p:sp>
              <p:nvSpPr>
                <p:cNvPr id="79"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0" name="组合 69"/>
              <p:cNvGrpSpPr/>
              <p:nvPr/>
            </p:nvGrpSpPr>
            <p:grpSpPr>
              <a:xfrm>
                <a:off x="6738929" y="2270918"/>
                <a:ext cx="549275" cy="693738"/>
                <a:chOff x="6108700" y="2066926"/>
                <a:chExt cx="549275" cy="693738"/>
              </a:xfrm>
              <a:grpFill/>
            </p:grpSpPr>
            <p:sp>
              <p:nvSpPr>
                <p:cNvPr id="77"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1" name="组合 70"/>
              <p:cNvGrpSpPr/>
              <p:nvPr/>
            </p:nvGrpSpPr>
            <p:grpSpPr>
              <a:xfrm>
                <a:off x="7532962" y="2451100"/>
                <a:ext cx="368300" cy="317500"/>
                <a:chOff x="6186488" y="2930526"/>
                <a:chExt cx="368300" cy="317500"/>
              </a:xfrm>
              <a:grpFill/>
            </p:grpSpPr>
            <p:sp>
              <p:nvSpPr>
                <p:cNvPr id="74"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2"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73"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样式5">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r="30571" b="46397"/>
          <a:stretch>
            <a:fillRect/>
          </a:stretch>
        </p:blipFill>
        <p:spPr>
          <a:xfrm>
            <a:off x="9019185" y="4400550"/>
            <a:ext cx="3194586" cy="2469325"/>
          </a:xfrm>
          <a:prstGeom prst="rect">
            <a:avLst/>
          </a:prstGeom>
        </p:spPr>
      </p:pic>
      <p:pic>
        <p:nvPicPr>
          <p:cNvPr id="8" name="图片 7"/>
          <p:cNvPicPr>
            <a:picLocks noChangeAspect="1"/>
          </p:cNvPicPr>
          <p:nvPr userDrawn="1"/>
        </p:nvPicPr>
        <p:blipFill rotWithShape="1">
          <a:blip r:embed="rId3" cstate="screen"/>
          <a:srcRect t="-74" b="12515"/>
          <a:stretch>
            <a:fillRect/>
          </a:stretch>
        </p:blipFill>
        <p:spPr>
          <a:xfrm>
            <a:off x="0" y="0"/>
            <a:ext cx="12191999" cy="4400550"/>
          </a:xfrm>
          <a:prstGeom prst="rect">
            <a:avLst/>
          </a:prstGeom>
        </p:spPr>
      </p:pic>
      <p:sp>
        <p:nvSpPr>
          <p:cNvPr id="9" name="矩形 8"/>
          <p:cNvSpPr/>
          <p:nvPr userDrawn="1"/>
        </p:nvSpPr>
        <p:spPr>
          <a:xfrm>
            <a:off x="0" y="4398806"/>
            <a:ext cx="12192001" cy="196858"/>
          </a:xfrm>
          <a:prstGeom prst="rect">
            <a:avLst/>
          </a:prstGeom>
          <a:solidFill>
            <a:schemeClr val="accent4"/>
          </a:solidFill>
          <a:ln>
            <a:noFill/>
          </a:ln>
          <a:effectLst>
            <a:outerShdw blurRad="127000" dist="63500" dir="540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0"/>
            <a:ext cx="12192001" cy="440055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4" cstate="screen"/>
          <a:stretch>
            <a:fillRect/>
          </a:stretch>
        </p:blipFill>
        <p:spPr>
          <a:xfrm>
            <a:off x="9701847" y="142154"/>
            <a:ext cx="2242503" cy="627682"/>
          </a:xfrm>
          <a:prstGeom prst="rect">
            <a:avLst/>
          </a:prstGeom>
        </p:spPr>
      </p:pic>
      <p:pic>
        <p:nvPicPr>
          <p:cNvPr id="14" name="图片 13"/>
          <p:cNvPicPr>
            <a:picLocks noChangeAspect="1"/>
          </p:cNvPicPr>
          <p:nvPr userDrawn="1"/>
        </p:nvPicPr>
        <p:blipFill rotWithShape="1">
          <a:blip r:embed="rId3" cstate="screen"/>
          <a:srcRect t="-74" b="12515"/>
          <a:stretch>
            <a:fillRect/>
          </a:stretch>
        </p:blipFill>
        <p:spPr>
          <a:xfrm>
            <a:off x="0" y="0"/>
            <a:ext cx="12191999" cy="4400550"/>
          </a:xfrm>
          <a:prstGeom prst="rect">
            <a:avLst/>
          </a:prstGeom>
        </p:spPr>
      </p:pic>
      <p:sp>
        <p:nvSpPr>
          <p:cNvPr id="15" name="矩形 14"/>
          <p:cNvSpPr/>
          <p:nvPr userDrawn="1"/>
        </p:nvSpPr>
        <p:spPr>
          <a:xfrm>
            <a:off x="0" y="0"/>
            <a:ext cx="12192001" cy="440055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71956" y="4398806"/>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4" cstate="screen"/>
          <a:stretch>
            <a:fillRect/>
          </a:stretch>
        </p:blipFill>
        <p:spPr>
          <a:xfrm>
            <a:off x="9701847" y="142154"/>
            <a:ext cx="2242503" cy="627682"/>
          </a:xfrm>
          <a:prstGeom prst="rect">
            <a:avLst/>
          </a:prstGeom>
        </p:spPr>
      </p:pic>
      <p:sp>
        <p:nvSpPr>
          <p:cNvPr id="18" name="矩形: 圆角 162"/>
          <p:cNvSpPr/>
          <p:nvPr userDrawn="1"/>
        </p:nvSpPr>
        <p:spPr>
          <a:xfrm>
            <a:off x="1664486" y="3107981"/>
            <a:ext cx="8945408" cy="3014890"/>
          </a:xfrm>
          <a:prstGeom prst="roundRect">
            <a:avLst>
              <a:gd name="adj" fmla="val 3205"/>
            </a:avLst>
          </a:prstGeom>
          <a:solidFill>
            <a:sysClr val="window" lastClr="FFFFFF">
              <a:alpha val="8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19" name="矩形: 圆角 163"/>
          <p:cNvSpPr/>
          <p:nvPr userDrawn="1"/>
        </p:nvSpPr>
        <p:spPr>
          <a:xfrm>
            <a:off x="1463942" y="3222979"/>
            <a:ext cx="9346497" cy="2899892"/>
          </a:xfrm>
          <a:prstGeom prst="roundRect">
            <a:avLst>
              <a:gd name="adj" fmla="val 3205"/>
            </a:avLst>
          </a:prstGeom>
          <a:solidFill>
            <a:sysClr val="window" lastClr="FFFFFF">
              <a:alpha val="94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20" name="矩形: 圆角 164"/>
          <p:cNvSpPr/>
          <p:nvPr userDrawn="1"/>
        </p:nvSpPr>
        <p:spPr>
          <a:xfrm>
            <a:off x="1200150" y="3365257"/>
            <a:ext cx="9791700" cy="2757614"/>
          </a:xfrm>
          <a:prstGeom prst="roundRect">
            <a:avLst>
              <a:gd name="adj" fmla="val 3205"/>
            </a:avLst>
          </a:prstGeom>
          <a:gradFill flip="none" rotWithShape="1">
            <a:gsLst>
              <a:gs pos="0">
                <a:sysClr val="window" lastClr="FFFFFF"/>
              </a:gs>
              <a:gs pos="100000">
                <a:srgbClr val="F8F8F8"/>
              </a:gs>
            </a:gsLst>
            <a:lin ang="5400000" scaled="1"/>
            <a:tileRect/>
          </a:gradFill>
          <a:ln w="12700" cap="flat" cmpd="sng" algn="ctr">
            <a:noFill/>
            <a:prstDash val="solid"/>
            <a:miter lim="800000"/>
          </a:ln>
          <a:effectLst>
            <a:outerShdw blurRad="317500" sx="102000" sy="102000" algn="ctr" rotWithShape="0">
              <a:sysClr val="window" lastClr="FFFFFF">
                <a:lumMod val="75000"/>
                <a:alpha val="40000"/>
              </a:sysClr>
            </a:outerShdw>
          </a:effectLst>
        </p:spPr>
        <p:txBody>
          <a:bodyPr rot="0" spcFirstLastPara="0" vertOverflow="overflow" horzOverflow="overflow" vert="horz" wrap="square" lIns="540000" tIns="72000" rIns="540000" bIns="72000" numCol="1" spcCol="0" rtlCol="0" fromWordArt="0" anchor="ctr" anchorCtr="0" forceAA="0" compatLnSpc="1">
            <a:noAutofit/>
          </a:bodyPr>
          <a:lstStyle/>
          <a:p>
            <a:pPr marL="0" marR="0" lvl="0" indent="457200" defTabSz="914400" eaLnBrk="1" fontAlgn="auto" latinLnBrk="0" hangingPunct="1">
              <a:lnSpc>
                <a:spcPct val="12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ea"/>
              <a:sym typeface="+mn-lt"/>
            </a:endParaRPr>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目录样式6-1">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l="29063" r="32938"/>
          <a:stretch>
            <a:fillRect/>
          </a:stretch>
        </p:blipFill>
        <p:spPr>
          <a:xfrm>
            <a:off x="0" y="0"/>
            <a:ext cx="3914775" cy="6857999"/>
          </a:xfrm>
          <a:prstGeom prst="rect">
            <a:avLst/>
          </a:prstGeom>
        </p:spPr>
      </p:pic>
      <p:sp>
        <p:nvSpPr>
          <p:cNvPr id="13" name="矩形 12"/>
          <p:cNvSpPr/>
          <p:nvPr userDrawn="1"/>
        </p:nvSpPr>
        <p:spPr>
          <a:xfrm>
            <a:off x="0" y="1"/>
            <a:ext cx="3914775" cy="6857999"/>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0" y="0"/>
            <a:ext cx="3914774" cy="6858000"/>
          </a:xfrm>
          <a:prstGeom prst="rect">
            <a:avLst/>
          </a:prstGeom>
          <a:gradFill flip="none" rotWithShape="1">
            <a:gsLst>
              <a:gs pos="25000">
                <a:schemeClr val="accent1">
                  <a:alpha val="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3960456" y="0"/>
            <a:ext cx="0" cy="6858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userDrawn="1"/>
        </p:nvGrpSpPr>
        <p:grpSpPr>
          <a:xfrm>
            <a:off x="3961505" y="2797003"/>
            <a:ext cx="122686" cy="1263995"/>
            <a:chOff x="4630742" y="2258287"/>
            <a:chExt cx="122686" cy="1263995"/>
          </a:xfrm>
          <a:solidFill>
            <a:schemeClr val="accent4"/>
          </a:solidFill>
        </p:grpSpPr>
        <p:sp>
          <p:nvSpPr>
            <p:cNvPr id="22" name="等腰三角形 21"/>
            <p:cNvSpPr/>
            <p:nvPr/>
          </p:nvSpPr>
          <p:spPr>
            <a:xfrm rot="5400000">
              <a:off x="4620926" y="2839164"/>
              <a:ext cx="142318" cy="122686"/>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4630742" y="2258287"/>
              <a:ext cx="0" cy="1263995"/>
            </a:xfrm>
            <a:prstGeom prst="line">
              <a:avLst/>
            </a:prstGeom>
            <a:grpFill/>
            <a:ln w="38100">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userDrawn="1"/>
        </p:nvCxnSpPr>
        <p:spPr>
          <a:xfrm>
            <a:off x="1053541" y="2793542"/>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矩形 42"/>
          <p:cNvSpPr/>
          <p:nvPr userDrawn="1"/>
        </p:nvSpPr>
        <p:spPr>
          <a:xfrm>
            <a:off x="846867" y="2752385"/>
            <a:ext cx="2197100" cy="923330"/>
          </a:xfrm>
          <a:prstGeom prst="rect">
            <a:avLst/>
          </a:prstGeom>
        </p:spPr>
        <p:txBody>
          <a:bodyPr wrap="square">
            <a:spAutoFit/>
          </a:bodyPr>
          <a:lstStyle/>
          <a:p>
            <a:pPr lvl="0" algn="dist"/>
            <a:r>
              <a:rPr lang="zh-CN" altLang="en-US" sz="5400" spc="600" dirty="0">
                <a:solidFill>
                  <a:schemeClr val="bg1"/>
                </a:solidFill>
                <a:latin typeface="+mn-ea"/>
                <a:ea typeface="+mn-ea"/>
              </a:rPr>
              <a:t>目录</a:t>
            </a:r>
          </a:p>
        </p:txBody>
      </p:sp>
      <p:sp>
        <p:nvSpPr>
          <p:cNvPr id="44" name="矩形 43"/>
          <p:cNvSpPr/>
          <p:nvPr userDrawn="1"/>
        </p:nvSpPr>
        <p:spPr>
          <a:xfrm>
            <a:off x="963806" y="3595872"/>
            <a:ext cx="1906502" cy="461665"/>
          </a:xfrm>
          <a:prstGeom prst="rect">
            <a:avLst/>
          </a:prstGeom>
        </p:spPr>
        <p:txBody>
          <a:bodyPr wrap="square">
            <a:spAutoFit/>
          </a:bodyPr>
          <a:lstStyle/>
          <a:p>
            <a:pPr lvl="0" algn="dist"/>
            <a:r>
              <a:rPr lang="en-US" altLang="zh-CN" sz="2400" dirty="0">
                <a:solidFill>
                  <a:schemeClr val="bg1"/>
                </a:solidFill>
              </a:rPr>
              <a:t>CONTENTS</a:t>
            </a:r>
          </a:p>
        </p:txBody>
      </p:sp>
      <p:cxnSp>
        <p:nvCxnSpPr>
          <p:cNvPr id="45" name="直接连接符 44"/>
          <p:cNvCxnSpPr/>
          <p:nvPr userDrawn="1"/>
        </p:nvCxnSpPr>
        <p:spPr>
          <a:xfrm>
            <a:off x="1053541" y="4060998"/>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screen"/>
          <a:stretch>
            <a:fillRect/>
          </a:stretch>
        </p:blipFill>
        <p:spPr>
          <a:xfrm>
            <a:off x="1064854" y="2218510"/>
            <a:ext cx="1715719" cy="480234"/>
          </a:xfrm>
          <a:prstGeom prst="rect">
            <a:avLst/>
          </a:prstGeom>
        </p:spPr>
      </p:pic>
      <p:pic>
        <p:nvPicPr>
          <p:cNvPr id="6" name="图片 5"/>
          <p:cNvPicPr>
            <a:picLocks noChangeAspect="1"/>
          </p:cNvPicPr>
          <p:nvPr userDrawn="1"/>
        </p:nvPicPr>
        <p:blipFill rotWithShape="1">
          <a:blip r:embed="rId4" cstate="screen"/>
          <a:srcRect r="15912" b="16285"/>
          <a:stretch>
            <a:fillRect/>
          </a:stretch>
        </p:blipFill>
        <p:spPr>
          <a:xfrm>
            <a:off x="7258050" y="1942165"/>
            <a:ext cx="4949784" cy="4933648"/>
          </a:xfrm>
          <a:prstGeom prst="rect">
            <a:avLst/>
          </a:prstGeom>
        </p:spPr>
      </p:pic>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目录样式6-2">
    <p:bg>
      <p:bgPr>
        <a:gradFill>
          <a:gsLst>
            <a:gs pos="25000">
              <a:schemeClr val="accent1">
                <a:alpha val="0"/>
              </a:schemeClr>
            </a:gs>
            <a:gs pos="100000">
              <a:schemeClr val="accent1"/>
            </a:gs>
          </a:gsLst>
          <a:lin ang="0" scaled="1"/>
        </a:gradFill>
        <a:effectLst/>
      </p:bgPr>
    </p:bg>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p:cNvPicPr>
            <a:picLocks noChangeAspect="1"/>
          </p:cNvPicPr>
          <p:nvPr userDrawn="1"/>
        </p:nvPicPr>
        <p:blipFill>
          <a:blip r:embed="rId2" cstate="screen"/>
          <a:stretch>
            <a:fillRect/>
          </a:stretch>
        </p:blipFill>
        <p:spPr>
          <a:xfrm>
            <a:off x="6943725" y="493231"/>
            <a:ext cx="5251028" cy="5254131"/>
          </a:xfrm>
          <a:prstGeom prst="rect">
            <a:avLst/>
          </a:prstGeom>
        </p:spPr>
      </p:pic>
      <p:sp>
        <p:nvSpPr>
          <p:cNvPr id="10" name="矩形 9"/>
          <p:cNvSpPr/>
          <p:nvPr userDrawn="1"/>
        </p:nvSpPr>
        <p:spPr>
          <a:xfrm>
            <a:off x="6943725" y="0"/>
            <a:ext cx="5248273"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userDrawn="1"/>
        </p:nvSpPr>
        <p:spPr>
          <a:xfrm>
            <a:off x="660400" y="6054314"/>
            <a:ext cx="2014538" cy="1438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2" hasCustomPrompt="1"/>
          </p:nvPr>
        </p:nvSpPr>
        <p:spPr>
          <a:xfrm>
            <a:off x="510342" y="982400"/>
            <a:ext cx="3551237" cy="606922"/>
          </a:xfrm>
          <a:prstGeom prst="rect">
            <a:avLst/>
          </a:prstGeom>
        </p:spPr>
        <p:txBody>
          <a:bodyPr/>
          <a:lstStyle>
            <a:lvl1pPr marL="0" indent="0">
              <a:buNone/>
              <a:defRPr sz="3200" spc="100">
                <a:solidFill>
                  <a:schemeClr val="bg1"/>
                </a:solidFill>
                <a:latin typeface="微软雅黑" panose="020B0503020204020204" pitchFamily="34" charset="-122"/>
                <a:ea typeface="微软雅黑" panose="020B0503020204020204" pitchFamily="34" charset="-122"/>
              </a:defRPr>
            </a:lvl1pPr>
          </a:lstStyle>
          <a:p>
            <a:pPr lvl="0"/>
            <a:r>
              <a:rPr lang="zh-CN" altLang="en-US" dirty="0"/>
              <a:t>第几部分 ▶</a:t>
            </a:r>
          </a:p>
        </p:txBody>
      </p:sp>
      <p:sp>
        <p:nvSpPr>
          <p:cNvPr id="122" name="文本占位符 15"/>
          <p:cNvSpPr>
            <a:spLocks noGrp="1"/>
          </p:cNvSpPr>
          <p:nvPr>
            <p:ph type="body" sz="quarter" idx="13" hasCustomPrompt="1"/>
          </p:nvPr>
        </p:nvSpPr>
        <p:spPr>
          <a:xfrm>
            <a:off x="510342" y="2742089"/>
            <a:ext cx="7197752" cy="606922"/>
          </a:xfrm>
          <a:prstGeom prst="rect">
            <a:avLst/>
          </a:prstGeom>
        </p:spPr>
        <p:txBody>
          <a:bodyPr/>
          <a:lstStyle>
            <a:lvl1pPr marL="0" indent="0">
              <a:buNone/>
              <a:defRPr sz="4400" spc="100" baseline="0">
                <a:solidFill>
                  <a:schemeClr val="bg1"/>
                </a:solidFill>
                <a:latin typeface="微软雅黑" panose="020B0503020204020204" pitchFamily="34" charset="-122"/>
                <a:ea typeface="微软雅黑" panose="020B0503020204020204" pitchFamily="34" charset="-122"/>
              </a:defRPr>
            </a:lvl1pPr>
          </a:lstStyle>
          <a:p>
            <a:pPr lvl="0"/>
            <a:r>
              <a:rPr lang="zh-CN" altLang="en-US" dirty="0"/>
              <a:t>请在此处添加你的标题</a:t>
            </a:r>
          </a:p>
        </p:txBody>
      </p:sp>
      <p:sp>
        <p:nvSpPr>
          <p:cNvPr id="123" name="文本占位符 15"/>
          <p:cNvSpPr>
            <a:spLocks noGrp="1"/>
          </p:cNvSpPr>
          <p:nvPr>
            <p:ph type="body" sz="quarter" idx="14" hasCustomPrompt="1"/>
          </p:nvPr>
        </p:nvSpPr>
        <p:spPr>
          <a:xfrm>
            <a:off x="561172" y="3837713"/>
            <a:ext cx="7146922" cy="1522912"/>
          </a:xfrm>
          <a:prstGeom prst="rect">
            <a:avLst/>
          </a:prstGeom>
        </p:spPr>
        <p:txBody>
          <a:bodyPr/>
          <a:lstStyle>
            <a:lvl1pPr marL="285750" indent="-285750">
              <a:lnSpc>
                <a:spcPct val="120000"/>
              </a:lnSpc>
              <a:buFont typeface="Arial" panose="020B0604020202020204" pitchFamily="34" charset="0"/>
              <a:buChar char="•"/>
              <a:defRPr sz="1400" spc="100" baseline="0">
                <a:solidFill>
                  <a:schemeClr val="bg1"/>
                </a:solidFill>
                <a:latin typeface="+mn-ea"/>
                <a:ea typeface="+mn-ea"/>
              </a:defRPr>
            </a:lvl1pPr>
          </a:lstStyle>
          <a:p>
            <a:pPr lvl="0"/>
            <a:r>
              <a:rPr lang="zh-CN" altLang="en-US" dirty="0"/>
              <a:t>这里可以写一点点文字，介绍此章节主要内容</a:t>
            </a:r>
            <a:endParaRPr lang="en-US" altLang="zh-CN" dirty="0"/>
          </a:p>
          <a:p>
            <a:pPr lvl="0"/>
            <a:r>
              <a:rPr lang="zh-CN" altLang="en-US" dirty="0"/>
              <a:t>国外现状</a:t>
            </a:r>
            <a:endParaRPr lang="en-US" altLang="zh-CN" dirty="0"/>
          </a:p>
          <a:p>
            <a:pPr lvl="0"/>
            <a:r>
              <a:rPr lang="zh-CN" altLang="en-US" dirty="0"/>
              <a:t>国内现状</a:t>
            </a:r>
            <a:endParaRPr lang="en-US" altLang="zh-CN" dirty="0"/>
          </a:p>
          <a:p>
            <a:pPr lvl="0"/>
            <a:r>
              <a:rPr lang="en-US" altLang="zh-CN" dirty="0"/>
              <a:t>…</a:t>
            </a:r>
          </a:p>
          <a:p>
            <a:pPr lvl="0"/>
            <a:endParaRPr lang="zh-CN" altLang="en-US" dirty="0"/>
          </a:p>
        </p:txBody>
      </p:sp>
      <p:sp>
        <p:nvSpPr>
          <p:cNvPr id="2" name="矩形 1"/>
          <p:cNvSpPr/>
          <p:nvPr userDrawn="1"/>
        </p:nvSpPr>
        <p:spPr>
          <a:xfrm>
            <a:off x="0" y="6167300"/>
            <a:ext cx="12192000" cy="690700"/>
          </a:xfrm>
          <a:prstGeom prst="rect">
            <a:avLst/>
          </a:prstGeom>
          <a:solidFill>
            <a:schemeClr val="bg1"/>
          </a:solidFill>
          <a:ln>
            <a:noFill/>
          </a:ln>
          <a:effectLst>
            <a:outerShdw blurRad="3810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30000"/>
              </a:lnSpc>
            </a:pPr>
            <a:endParaRPr lang="zh-CN" altLang="en-US">
              <a:cs typeface="+mn-ea"/>
            </a:endParaRPr>
          </a:p>
        </p:txBody>
      </p:sp>
      <p:grpSp>
        <p:nvGrpSpPr>
          <p:cNvPr id="115" name="组合 114"/>
          <p:cNvGrpSpPr/>
          <p:nvPr userDrawn="1"/>
        </p:nvGrpSpPr>
        <p:grpSpPr>
          <a:xfrm>
            <a:off x="684666" y="6423435"/>
            <a:ext cx="1915659" cy="208321"/>
            <a:chOff x="598941" y="6399999"/>
            <a:chExt cx="2542613" cy="276499"/>
          </a:xfrm>
          <a:solidFill>
            <a:schemeClr val="accent3"/>
          </a:solidFill>
        </p:grpSpPr>
        <p:grpSp>
          <p:nvGrpSpPr>
            <p:cNvPr id="117" name="组合 116"/>
            <p:cNvGrpSpPr/>
            <p:nvPr/>
          </p:nvGrpSpPr>
          <p:grpSpPr>
            <a:xfrm>
              <a:off x="2055693" y="6402621"/>
              <a:ext cx="1085861" cy="270805"/>
              <a:chOff x="10340336" y="2247899"/>
              <a:chExt cx="2724438" cy="679451"/>
            </a:xfrm>
            <a:grpFill/>
          </p:grpSpPr>
          <p:sp>
            <p:nvSpPr>
              <p:cNvPr id="134"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135"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36" name="组合 135"/>
              <p:cNvGrpSpPr/>
              <p:nvPr/>
            </p:nvGrpSpPr>
            <p:grpSpPr>
              <a:xfrm>
                <a:off x="10340336" y="2247899"/>
                <a:ext cx="547688" cy="679451"/>
                <a:chOff x="5548313" y="2084388"/>
                <a:chExt cx="547688" cy="679451"/>
              </a:xfrm>
              <a:grpFill/>
            </p:grpSpPr>
            <p:sp>
              <p:nvSpPr>
                <p:cNvPr id="141"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37" name="组合 136"/>
              <p:cNvGrpSpPr/>
              <p:nvPr/>
            </p:nvGrpSpPr>
            <p:grpSpPr>
              <a:xfrm>
                <a:off x="11192276" y="2400300"/>
                <a:ext cx="322175" cy="373063"/>
                <a:chOff x="3792874" y="3138488"/>
                <a:chExt cx="322175" cy="373063"/>
              </a:xfrm>
              <a:grpFill/>
            </p:grpSpPr>
            <p:sp>
              <p:nvSpPr>
                <p:cNvPr id="138"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18" name="组合 117"/>
            <p:cNvGrpSpPr/>
            <p:nvPr/>
          </p:nvGrpSpPr>
          <p:grpSpPr>
            <a:xfrm>
              <a:off x="598941" y="6399999"/>
              <a:ext cx="1102619" cy="276499"/>
              <a:chOff x="6738929" y="2270918"/>
              <a:chExt cx="2766486" cy="693738"/>
            </a:xfrm>
            <a:grpFill/>
          </p:grpSpPr>
          <p:grpSp>
            <p:nvGrpSpPr>
              <p:cNvPr id="119" name="组合 118"/>
              <p:cNvGrpSpPr/>
              <p:nvPr/>
            </p:nvGrpSpPr>
            <p:grpSpPr>
              <a:xfrm>
                <a:off x="8180494" y="2355056"/>
                <a:ext cx="484188" cy="509588"/>
                <a:chOff x="6113463" y="3541713"/>
                <a:chExt cx="484188" cy="509588"/>
              </a:xfrm>
              <a:grpFill/>
            </p:grpSpPr>
            <p:sp>
              <p:nvSpPr>
                <p:cNvPr id="132"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1" name="组合 120"/>
              <p:cNvGrpSpPr/>
              <p:nvPr/>
            </p:nvGrpSpPr>
            <p:grpSpPr>
              <a:xfrm>
                <a:off x="6738929" y="2270918"/>
                <a:ext cx="549275" cy="693738"/>
                <a:chOff x="6108700" y="2066926"/>
                <a:chExt cx="549275" cy="693738"/>
              </a:xfrm>
              <a:grpFill/>
            </p:grpSpPr>
            <p:sp>
              <p:nvSpPr>
                <p:cNvPr id="130"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4" name="组合 123"/>
              <p:cNvGrpSpPr/>
              <p:nvPr/>
            </p:nvGrpSpPr>
            <p:grpSpPr>
              <a:xfrm>
                <a:off x="7532962" y="2451100"/>
                <a:ext cx="368300" cy="317500"/>
                <a:chOff x="6186488" y="2930526"/>
                <a:chExt cx="368300" cy="317500"/>
              </a:xfrm>
              <a:grpFill/>
            </p:grpSpPr>
            <p:sp>
              <p:nvSpPr>
                <p:cNvPr id="127"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25"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126"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143" name="图片 142"/>
          <p:cNvPicPr>
            <a:picLocks noChangeAspect="1"/>
          </p:cNvPicPr>
          <p:nvPr userDrawn="1"/>
        </p:nvPicPr>
        <p:blipFill>
          <a:blip r:embed="rId3" cstate="screen"/>
          <a:stretch>
            <a:fillRect/>
          </a:stretch>
        </p:blipFill>
        <p:spPr>
          <a:xfrm>
            <a:off x="10203766" y="6386257"/>
            <a:ext cx="1257421" cy="276480"/>
          </a:xfrm>
          <a:prstGeom prst="rect">
            <a:avLst/>
          </a:prstGeom>
        </p:spPr>
      </p:pic>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目录样式7-1">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screen"/>
          <a:srcRect t="-74" b="196"/>
          <a:stretch>
            <a:fillRect/>
          </a:stretch>
        </p:blipFill>
        <p:spPr>
          <a:xfrm>
            <a:off x="0" y="-1"/>
            <a:ext cx="12191999" cy="5019675"/>
          </a:xfrm>
          <a:prstGeom prst="rect">
            <a:avLst/>
          </a:prstGeom>
        </p:spPr>
      </p:pic>
      <p:sp>
        <p:nvSpPr>
          <p:cNvPr id="5" name="矩形 4"/>
          <p:cNvSpPr/>
          <p:nvPr userDrawn="1"/>
        </p:nvSpPr>
        <p:spPr>
          <a:xfrm>
            <a:off x="0" y="5019674"/>
            <a:ext cx="12192001" cy="1838326"/>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0"/>
            <a:ext cx="12192001" cy="501967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73461" y="5009909"/>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041996" y="3927615"/>
            <a:ext cx="8108006" cy="2164588"/>
          </a:xfrm>
          <a:prstGeom prst="rect">
            <a:avLst/>
          </a:prstGeom>
          <a:solidFill>
            <a:sysClr val="window" lastClr="FFFFFF"/>
          </a:solidFill>
          <a:ln w="76200" cap="flat" cmpd="sng" algn="ctr">
            <a:solidFill>
              <a:schemeClr val="accent3">
                <a:lumMod val="20000"/>
                <a:lumOff val="80000"/>
              </a:schemeClr>
            </a:solid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4" name="图片 3"/>
          <p:cNvPicPr>
            <a:picLocks noChangeAspect="1"/>
          </p:cNvPicPr>
          <p:nvPr userDrawn="1"/>
        </p:nvPicPr>
        <p:blipFill>
          <a:blip r:embed="rId3" cstate="screen"/>
          <a:stretch>
            <a:fillRect/>
          </a:stretch>
        </p:blipFill>
        <p:spPr>
          <a:xfrm>
            <a:off x="4554764" y="1532412"/>
            <a:ext cx="3082473" cy="862791"/>
          </a:xfrm>
          <a:prstGeom prst="rect">
            <a:avLst/>
          </a:prstGeom>
        </p:spPr>
      </p:pic>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目录样式7-2">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screen"/>
          <a:srcRect t="-74" b="196"/>
          <a:stretch>
            <a:fillRect/>
          </a:stretch>
        </p:blipFill>
        <p:spPr>
          <a:xfrm>
            <a:off x="0" y="-1"/>
            <a:ext cx="12191999" cy="5019675"/>
          </a:xfrm>
          <a:prstGeom prst="rect">
            <a:avLst/>
          </a:prstGeom>
        </p:spPr>
      </p:pic>
      <p:sp>
        <p:nvSpPr>
          <p:cNvPr id="5" name="矩形 4"/>
          <p:cNvSpPr/>
          <p:nvPr userDrawn="1"/>
        </p:nvSpPr>
        <p:spPr>
          <a:xfrm>
            <a:off x="0" y="5019674"/>
            <a:ext cx="12192001" cy="1838326"/>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0"/>
            <a:ext cx="12192001" cy="501967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73461" y="5009909"/>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473992" y="3927615"/>
            <a:ext cx="9244014" cy="2164588"/>
          </a:xfrm>
          <a:prstGeom prst="rect">
            <a:avLst/>
          </a:prstGeom>
          <a:solidFill>
            <a:sysClr val="window" lastClr="FFFFFF"/>
          </a:solidFill>
          <a:ln w="76200" cap="flat" cmpd="sng" algn="ctr">
            <a:solidFill>
              <a:schemeClr val="accent3">
                <a:lumMod val="20000"/>
                <a:lumOff val="80000"/>
              </a:schemeClr>
            </a:solid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11" name="图片 10"/>
          <p:cNvPicPr>
            <a:picLocks noChangeAspect="1"/>
          </p:cNvPicPr>
          <p:nvPr userDrawn="1"/>
        </p:nvPicPr>
        <p:blipFill>
          <a:blip r:embed="rId3" cstate="screen"/>
          <a:stretch>
            <a:fillRect/>
          </a:stretch>
        </p:blipFill>
        <p:spPr>
          <a:xfrm>
            <a:off x="4554764" y="1532412"/>
            <a:ext cx="3082473" cy="862791"/>
          </a:xfrm>
          <a:prstGeom prst="rect">
            <a:avLst/>
          </a:prstGeom>
        </p:spPr>
      </p:pic>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目录样式7-3">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screen"/>
          <a:srcRect l="1" t="13078" r="-1" b="115"/>
          <a:stretch>
            <a:fillRect/>
          </a:stretch>
        </p:blipFill>
        <p:spPr>
          <a:xfrm>
            <a:off x="0" y="-1"/>
            <a:ext cx="12191999" cy="4362681"/>
          </a:xfrm>
          <a:prstGeom prst="rect">
            <a:avLst/>
          </a:prstGeom>
        </p:spPr>
      </p:pic>
      <p:sp>
        <p:nvSpPr>
          <p:cNvPr id="5" name="矩形 4"/>
          <p:cNvSpPr/>
          <p:nvPr userDrawn="1"/>
        </p:nvSpPr>
        <p:spPr>
          <a:xfrm>
            <a:off x="0" y="4346687"/>
            <a:ext cx="12192001" cy="251131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0"/>
            <a:ext cx="12192001" cy="4346687"/>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73936" y="4346687"/>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828800" y="2524126"/>
            <a:ext cx="8494006" cy="3568078"/>
          </a:xfrm>
          <a:prstGeom prst="rect">
            <a:avLst/>
          </a:prstGeom>
          <a:solidFill>
            <a:sysClr val="window" lastClr="FFFFFF"/>
          </a:solidFill>
          <a:ln w="76200" cap="flat" cmpd="sng" algn="ctr">
            <a:solidFill>
              <a:schemeClr val="accent3">
                <a:lumMod val="20000"/>
                <a:lumOff val="80000"/>
              </a:schemeClr>
            </a:solid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69" name="图片 68"/>
          <p:cNvPicPr>
            <a:picLocks noChangeAspect="1"/>
          </p:cNvPicPr>
          <p:nvPr userDrawn="1"/>
        </p:nvPicPr>
        <p:blipFill>
          <a:blip r:embed="rId3" cstate="screen"/>
          <a:stretch>
            <a:fillRect/>
          </a:stretch>
        </p:blipFill>
        <p:spPr>
          <a:xfrm>
            <a:off x="4554764" y="861200"/>
            <a:ext cx="3082473" cy="862791"/>
          </a:xfrm>
          <a:prstGeom prst="rect">
            <a:avLst/>
          </a:prstGeom>
        </p:spPr>
      </p:pic>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目录样式7-4">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p:cNvPicPr>
            <a:picLocks noChangeAspect="1"/>
          </p:cNvPicPr>
          <p:nvPr userDrawn="1"/>
        </p:nvPicPr>
        <p:blipFill>
          <a:blip r:embed="rId2" cstate="screen"/>
          <a:stretch>
            <a:fillRect/>
          </a:stretch>
        </p:blipFill>
        <p:spPr>
          <a:xfrm>
            <a:off x="6943725" y="1087685"/>
            <a:ext cx="5251028" cy="5254131"/>
          </a:xfrm>
          <a:prstGeom prst="rect">
            <a:avLst/>
          </a:prstGeom>
        </p:spPr>
      </p:pic>
      <p:sp>
        <p:nvSpPr>
          <p:cNvPr id="12" name="矩形 11"/>
          <p:cNvSpPr/>
          <p:nvPr userDrawn="1"/>
        </p:nvSpPr>
        <p:spPr>
          <a:xfrm>
            <a:off x="7423183" y="0"/>
            <a:ext cx="4768815"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6873734" y="3188524"/>
            <a:ext cx="5318266" cy="1205346"/>
          </a:xfrm>
          <a:prstGeom prst="rect">
            <a:avLst/>
          </a:prstGeom>
          <a:solidFill>
            <a:sysClr val="window" lastClr="FFFFFF"/>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sp>
        <p:nvSpPr>
          <p:cNvPr id="44" name="矩形 43"/>
          <p:cNvSpPr/>
          <p:nvPr userDrawn="1"/>
        </p:nvSpPr>
        <p:spPr>
          <a:xfrm>
            <a:off x="6873734" y="3188522"/>
            <a:ext cx="549449" cy="1205348"/>
          </a:xfrm>
          <a:prstGeom prst="rect">
            <a:avLst/>
          </a:prstGeom>
          <a:solidFill>
            <a:schemeClr val="accent4"/>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sp>
        <p:nvSpPr>
          <p:cNvPr id="45" name="文本框 44"/>
          <p:cNvSpPr txBox="1"/>
          <p:nvPr userDrawn="1"/>
        </p:nvSpPr>
        <p:spPr>
          <a:xfrm>
            <a:off x="-2647787" y="-2281727"/>
            <a:ext cx="6031920" cy="11172289"/>
          </a:xfrm>
          <a:prstGeom prst="rect">
            <a:avLst/>
          </a:prstGeom>
          <a:noFill/>
        </p:spPr>
        <p:txBody>
          <a:bodyPr wrap="square" rtlCol="0">
            <a:spAutoFit/>
          </a:bodyPr>
          <a:lstStyle/>
          <a:p>
            <a:r>
              <a:rPr lang="en-US" altLang="zh-CN" sz="72000" dirty="0">
                <a:solidFill>
                  <a:schemeClr val="bg1">
                    <a:alpha val="40000"/>
                  </a:schemeClr>
                </a:solidFill>
              </a:rPr>
              <a:t>0</a:t>
            </a:r>
            <a:endParaRPr lang="zh-CN" altLang="en-US" sz="72000" dirty="0">
              <a:solidFill>
                <a:schemeClr val="bg1">
                  <a:alpha val="40000"/>
                </a:schemeClr>
              </a:solidFill>
            </a:endParaRPr>
          </a:p>
        </p:txBody>
      </p:sp>
      <p:pic>
        <p:nvPicPr>
          <p:cNvPr id="46" name="图片 45"/>
          <p:cNvPicPr>
            <a:picLocks noChangeAspect="1"/>
          </p:cNvPicPr>
          <p:nvPr userDrawn="1"/>
        </p:nvPicPr>
        <p:blipFill>
          <a:blip r:embed="rId3" cstate="screen"/>
          <a:stretch>
            <a:fillRect/>
          </a:stretch>
        </p:blipFill>
        <p:spPr>
          <a:xfrm>
            <a:off x="9485140" y="203173"/>
            <a:ext cx="2510452" cy="702681"/>
          </a:xfrm>
          <a:prstGeom prst="rect">
            <a:avLst/>
          </a:prstGeom>
        </p:spPr>
      </p:pic>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目录样式8">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p:cNvPicPr>
            <a:picLocks noChangeAspect="1"/>
          </p:cNvPicPr>
          <p:nvPr userDrawn="1"/>
        </p:nvPicPr>
        <p:blipFill>
          <a:blip r:embed="rId2" cstate="screen"/>
          <a:stretch>
            <a:fillRect/>
          </a:stretch>
        </p:blipFill>
        <p:spPr>
          <a:xfrm>
            <a:off x="6943725" y="1087685"/>
            <a:ext cx="5251028" cy="5254131"/>
          </a:xfrm>
          <a:prstGeom prst="rect">
            <a:avLst/>
          </a:prstGeom>
        </p:spPr>
      </p:pic>
      <p:sp>
        <p:nvSpPr>
          <p:cNvPr id="12" name="矩形 11"/>
          <p:cNvSpPr/>
          <p:nvPr userDrawn="1"/>
        </p:nvSpPr>
        <p:spPr>
          <a:xfrm>
            <a:off x="6870981" y="0"/>
            <a:ext cx="5321017"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6873734" y="3188524"/>
            <a:ext cx="5318266" cy="1205346"/>
          </a:xfrm>
          <a:prstGeom prst="rect">
            <a:avLst/>
          </a:prstGeom>
          <a:solidFill>
            <a:sysClr val="window" lastClr="FFFFFF"/>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sp>
        <p:nvSpPr>
          <p:cNvPr id="44" name="矩形 43"/>
          <p:cNvSpPr/>
          <p:nvPr userDrawn="1"/>
        </p:nvSpPr>
        <p:spPr>
          <a:xfrm>
            <a:off x="6873734" y="3188522"/>
            <a:ext cx="549449" cy="1205348"/>
          </a:xfrm>
          <a:prstGeom prst="rect">
            <a:avLst/>
          </a:prstGeom>
          <a:solidFill>
            <a:schemeClr val="accent4"/>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46" name="图片 45"/>
          <p:cNvPicPr>
            <a:picLocks noChangeAspect="1"/>
          </p:cNvPicPr>
          <p:nvPr userDrawn="1"/>
        </p:nvPicPr>
        <p:blipFill>
          <a:blip r:embed="rId3" cstate="screen"/>
          <a:stretch>
            <a:fillRect/>
          </a:stretch>
        </p:blipFill>
        <p:spPr>
          <a:xfrm>
            <a:off x="9485140" y="203173"/>
            <a:ext cx="2510452" cy="702681"/>
          </a:xfrm>
          <a:prstGeom prst="rect">
            <a:avLst/>
          </a:prstGeom>
        </p:spPr>
      </p:pic>
      <p:grpSp>
        <p:nvGrpSpPr>
          <p:cNvPr id="9" name="Group 6"/>
          <p:cNvGrpSpPr/>
          <p:nvPr userDrawn="1"/>
        </p:nvGrpSpPr>
        <p:grpSpPr bwMode="auto">
          <a:xfrm>
            <a:off x="778934" y="687917"/>
            <a:ext cx="3299884" cy="5425016"/>
            <a:chOff x="0" y="0"/>
            <a:chExt cx="2476153" cy="4069266"/>
          </a:xfrm>
          <a:solidFill>
            <a:schemeClr val="bg1">
              <a:alpha val="25000"/>
            </a:schemeClr>
          </a:solidFill>
        </p:grpSpPr>
        <p:sp>
          <p:nvSpPr>
            <p:cNvPr id="10" name="矩形 3"/>
            <p:cNvSpPr>
              <a:spLocks noChangeArrowheads="1"/>
            </p:cNvSpPr>
            <p:nvPr/>
          </p:nvSpPr>
          <p:spPr bwMode="auto">
            <a:xfrm>
              <a:off x="0"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4"/>
            <p:cNvSpPr>
              <a:spLocks noChangeArrowheads="1"/>
            </p:cNvSpPr>
            <p:nvPr/>
          </p:nvSpPr>
          <p:spPr bwMode="auto">
            <a:xfrm>
              <a:off x="437624"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5"/>
            <p:cNvSpPr>
              <a:spLocks noChangeArrowheads="1"/>
            </p:cNvSpPr>
            <p:nvPr/>
          </p:nvSpPr>
          <p:spPr bwMode="auto">
            <a:xfrm>
              <a:off x="875248"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6"/>
            <p:cNvSpPr>
              <a:spLocks noChangeArrowheads="1"/>
            </p:cNvSpPr>
            <p:nvPr/>
          </p:nvSpPr>
          <p:spPr bwMode="auto">
            <a:xfrm>
              <a:off x="1312872"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7"/>
            <p:cNvSpPr>
              <a:spLocks noChangeArrowheads="1"/>
            </p:cNvSpPr>
            <p:nvPr/>
          </p:nvSpPr>
          <p:spPr bwMode="auto">
            <a:xfrm>
              <a:off x="1750496"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矩形 8"/>
            <p:cNvSpPr>
              <a:spLocks noChangeArrowheads="1"/>
            </p:cNvSpPr>
            <p:nvPr/>
          </p:nvSpPr>
          <p:spPr bwMode="auto">
            <a:xfrm>
              <a:off x="2188121"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59"/>
            <p:cNvSpPr>
              <a:spLocks noChangeArrowheads="1"/>
            </p:cNvSpPr>
            <p:nvPr/>
          </p:nvSpPr>
          <p:spPr bwMode="auto">
            <a:xfrm>
              <a:off x="0"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矩形 60"/>
            <p:cNvSpPr>
              <a:spLocks noChangeArrowheads="1"/>
            </p:cNvSpPr>
            <p:nvPr/>
          </p:nvSpPr>
          <p:spPr bwMode="auto">
            <a:xfrm>
              <a:off x="437624"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矩形 61"/>
            <p:cNvSpPr>
              <a:spLocks noChangeArrowheads="1"/>
            </p:cNvSpPr>
            <p:nvPr/>
          </p:nvSpPr>
          <p:spPr bwMode="auto">
            <a:xfrm>
              <a:off x="875248"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矩形 62"/>
            <p:cNvSpPr>
              <a:spLocks noChangeArrowheads="1"/>
            </p:cNvSpPr>
            <p:nvPr/>
          </p:nvSpPr>
          <p:spPr bwMode="auto">
            <a:xfrm>
              <a:off x="1312872"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矩形 63"/>
            <p:cNvSpPr>
              <a:spLocks noChangeArrowheads="1"/>
            </p:cNvSpPr>
            <p:nvPr/>
          </p:nvSpPr>
          <p:spPr bwMode="auto">
            <a:xfrm>
              <a:off x="1750496"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矩形 64"/>
            <p:cNvSpPr>
              <a:spLocks noChangeArrowheads="1"/>
            </p:cNvSpPr>
            <p:nvPr/>
          </p:nvSpPr>
          <p:spPr bwMode="auto">
            <a:xfrm>
              <a:off x="2188121"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矩形 66"/>
            <p:cNvSpPr>
              <a:spLocks noChangeArrowheads="1"/>
            </p:cNvSpPr>
            <p:nvPr/>
          </p:nvSpPr>
          <p:spPr bwMode="auto">
            <a:xfrm>
              <a:off x="0"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67"/>
            <p:cNvSpPr>
              <a:spLocks noChangeArrowheads="1"/>
            </p:cNvSpPr>
            <p:nvPr/>
          </p:nvSpPr>
          <p:spPr bwMode="auto">
            <a:xfrm>
              <a:off x="437624"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矩形 68"/>
            <p:cNvSpPr>
              <a:spLocks noChangeArrowheads="1"/>
            </p:cNvSpPr>
            <p:nvPr/>
          </p:nvSpPr>
          <p:spPr bwMode="auto">
            <a:xfrm>
              <a:off x="875248"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69"/>
            <p:cNvSpPr>
              <a:spLocks noChangeArrowheads="1"/>
            </p:cNvSpPr>
            <p:nvPr/>
          </p:nvSpPr>
          <p:spPr bwMode="auto">
            <a:xfrm>
              <a:off x="1312872"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70"/>
            <p:cNvSpPr>
              <a:spLocks noChangeArrowheads="1"/>
            </p:cNvSpPr>
            <p:nvPr/>
          </p:nvSpPr>
          <p:spPr bwMode="auto">
            <a:xfrm>
              <a:off x="1750496"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71"/>
            <p:cNvSpPr>
              <a:spLocks noChangeArrowheads="1"/>
            </p:cNvSpPr>
            <p:nvPr/>
          </p:nvSpPr>
          <p:spPr bwMode="auto">
            <a:xfrm>
              <a:off x="2188121"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73"/>
            <p:cNvSpPr>
              <a:spLocks noChangeArrowheads="1"/>
            </p:cNvSpPr>
            <p:nvPr/>
          </p:nvSpPr>
          <p:spPr bwMode="auto">
            <a:xfrm>
              <a:off x="0"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矩形 74"/>
            <p:cNvSpPr>
              <a:spLocks noChangeArrowheads="1"/>
            </p:cNvSpPr>
            <p:nvPr/>
          </p:nvSpPr>
          <p:spPr bwMode="auto">
            <a:xfrm>
              <a:off x="437624"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矩形 75"/>
            <p:cNvSpPr>
              <a:spLocks noChangeArrowheads="1"/>
            </p:cNvSpPr>
            <p:nvPr/>
          </p:nvSpPr>
          <p:spPr bwMode="auto">
            <a:xfrm>
              <a:off x="875248"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矩形 76"/>
            <p:cNvSpPr>
              <a:spLocks noChangeArrowheads="1"/>
            </p:cNvSpPr>
            <p:nvPr/>
          </p:nvSpPr>
          <p:spPr bwMode="auto">
            <a:xfrm>
              <a:off x="1312872"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矩形 77"/>
            <p:cNvSpPr>
              <a:spLocks noChangeArrowheads="1"/>
            </p:cNvSpPr>
            <p:nvPr/>
          </p:nvSpPr>
          <p:spPr bwMode="auto">
            <a:xfrm>
              <a:off x="1750496"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矩形 78"/>
            <p:cNvSpPr>
              <a:spLocks noChangeArrowheads="1"/>
            </p:cNvSpPr>
            <p:nvPr/>
          </p:nvSpPr>
          <p:spPr bwMode="auto">
            <a:xfrm>
              <a:off x="2188121"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80"/>
            <p:cNvSpPr>
              <a:spLocks noChangeArrowheads="1"/>
            </p:cNvSpPr>
            <p:nvPr/>
          </p:nvSpPr>
          <p:spPr bwMode="auto">
            <a:xfrm>
              <a:off x="0"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81"/>
            <p:cNvSpPr>
              <a:spLocks noChangeArrowheads="1"/>
            </p:cNvSpPr>
            <p:nvPr/>
          </p:nvSpPr>
          <p:spPr bwMode="auto">
            <a:xfrm>
              <a:off x="437624"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82"/>
            <p:cNvSpPr>
              <a:spLocks noChangeArrowheads="1"/>
            </p:cNvSpPr>
            <p:nvPr/>
          </p:nvSpPr>
          <p:spPr bwMode="auto">
            <a:xfrm>
              <a:off x="875248"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83"/>
            <p:cNvSpPr>
              <a:spLocks noChangeArrowheads="1"/>
            </p:cNvSpPr>
            <p:nvPr/>
          </p:nvSpPr>
          <p:spPr bwMode="auto">
            <a:xfrm>
              <a:off x="1312872"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84"/>
            <p:cNvSpPr>
              <a:spLocks noChangeArrowheads="1"/>
            </p:cNvSpPr>
            <p:nvPr/>
          </p:nvSpPr>
          <p:spPr bwMode="auto">
            <a:xfrm>
              <a:off x="1750496"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85"/>
            <p:cNvSpPr>
              <a:spLocks noChangeArrowheads="1"/>
            </p:cNvSpPr>
            <p:nvPr/>
          </p:nvSpPr>
          <p:spPr bwMode="auto">
            <a:xfrm>
              <a:off x="2188121"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87"/>
            <p:cNvSpPr>
              <a:spLocks noChangeArrowheads="1"/>
            </p:cNvSpPr>
            <p:nvPr/>
          </p:nvSpPr>
          <p:spPr bwMode="auto">
            <a:xfrm>
              <a:off x="0"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矩形 88"/>
            <p:cNvSpPr>
              <a:spLocks noChangeArrowheads="1"/>
            </p:cNvSpPr>
            <p:nvPr/>
          </p:nvSpPr>
          <p:spPr bwMode="auto">
            <a:xfrm>
              <a:off x="437624"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8" name="矩形 89"/>
            <p:cNvSpPr>
              <a:spLocks noChangeArrowheads="1"/>
            </p:cNvSpPr>
            <p:nvPr/>
          </p:nvSpPr>
          <p:spPr bwMode="auto">
            <a:xfrm>
              <a:off x="875248"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矩形 90"/>
            <p:cNvSpPr>
              <a:spLocks noChangeArrowheads="1"/>
            </p:cNvSpPr>
            <p:nvPr/>
          </p:nvSpPr>
          <p:spPr bwMode="auto">
            <a:xfrm>
              <a:off x="1312872"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矩形 91"/>
            <p:cNvSpPr>
              <a:spLocks noChangeArrowheads="1"/>
            </p:cNvSpPr>
            <p:nvPr/>
          </p:nvSpPr>
          <p:spPr bwMode="auto">
            <a:xfrm>
              <a:off x="1750496"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矩形 92"/>
            <p:cNvSpPr>
              <a:spLocks noChangeArrowheads="1"/>
            </p:cNvSpPr>
            <p:nvPr/>
          </p:nvSpPr>
          <p:spPr bwMode="auto">
            <a:xfrm>
              <a:off x="2188121"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矩形 94"/>
            <p:cNvSpPr>
              <a:spLocks noChangeArrowheads="1"/>
            </p:cNvSpPr>
            <p:nvPr/>
          </p:nvSpPr>
          <p:spPr bwMode="auto">
            <a:xfrm>
              <a:off x="0"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3" name="矩形 95"/>
            <p:cNvSpPr>
              <a:spLocks noChangeArrowheads="1"/>
            </p:cNvSpPr>
            <p:nvPr/>
          </p:nvSpPr>
          <p:spPr bwMode="auto">
            <a:xfrm>
              <a:off x="437624"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4" name="矩形 96"/>
            <p:cNvSpPr>
              <a:spLocks noChangeArrowheads="1"/>
            </p:cNvSpPr>
            <p:nvPr/>
          </p:nvSpPr>
          <p:spPr bwMode="auto">
            <a:xfrm>
              <a:off x="875248"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5" name="矩形 97"/>
            <p:cNvSpPr>
              <a:spLocks noChangeArrowheads="1"/>
            </p:cNvSpPr>
            <p:nvPr/>
          </p:nvSpPr>
          <p:spPr bwMode="auto">
            <a:xfrm>
              <a:off x="1312872"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6" name="矩形 98"/>
            <p:cNvSpPr>
              <a:spLocks noChangeArrowheads="1"/>
            </p:cNvSpPr>
            <p:nvPr/>
          </p:nvSpPr>
          <p:spPr bwMode="auto">
            <a:xfrm>
              <a:off x="1750496"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7" name="矩形 99"/>
            <p:cNvSpPr>
              <a:spLocks noChangeArrowheads="1"/>
            </p:cNvSpPr>
            <p:nvPr/>
          </p:nvSpPr>
          <p:spPr bwMode="auto">
            <a:xfrm>
              <a:off x="2188121"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矩形 101"/>
            <p:cNvSpPr>
              <a:spLocks noChangeArrowheads="1"/>
            </p:cNvSpPr>
            <p:nvPr/>
          </p:nvSpPr>
          <p:spPr bwMode="auto">
            <a:xfrm>
              <a:off x="0"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 name="矩形 102"/>
            <p:cNvSpPr>
              <a:spLocks noChangeArrowheads="1"/>
            </p:cNvSpPr>
            <p:nvPr/>
          </p:nvSpPr>
          <p:spPr bwMode="auto">
            <a:xfrm>
              <a:off x="437624"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0" name="矩形 103"/>
            <p:cNvSpPr>
              <a:spLocks noChangeArrowheads="1"/>
            </p:cNvSpPr>
            <p:nvPr/>
          </p:nvSpPr>
          <p:spPr bwMode="auto">
            <a:xfrm>
              <a:off x="875248"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1" name="矩形 104"/>
            <p:cNvSpPr>
              <a:spLocks noChangeArrowheads="1"/>
            </p:cNvSpPr>
            <p:nvPr/>
          </p:nvSpPr>
          <p:spPr bwMode="auto">
            <a:xfrm>
              <a:off x="1312872"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2" name="矩形 105"/>
            <p:cNvSpPr>
              <a:spLocks noChangeArrowheads="1"/>
            </p:cNvSpPr>
            <p:nvPr/>
          </p:nvSpPr>
          <p:spPr bwMode="auto">
            <a:xfrm>
              <a:off x="1750496"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3" name="矩形 106"/>
            <p:cNvSpPr>
              <a:spLocks noChangeArrowheads="1"/>
            </p:cNvSpPr>
            <p:nvPr/>
          </p:nvSpPr>
          <p:spPr bwMode="auto">
            <a:xfrm>
              <a:off x="2188121"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矩形 108"/>
            <p:cNvSpPr>
              <a:spLocks noChangeArrowheads="1"/>
            </p:cNvSpPr>
            <p:nvPr/>
          </p:nvSpPr>
          <p:spPr bwMode="auto">
            <a:xfrm>
              <a:off x="0"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5" name="矩形 109"/>
            <p:cNvSpPr>
              <a:spLocks noChangeArrowheads="1"/>
            </p:cNvSpPr>
            <p:nvPr/>
          </p:nvSpPr>
          <p:spPr bwMode="auto">
            <a:xfrm>
              <a:off x="437624"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6" name="矩形 110"/>
            <p:cNvSpPr>
              <a:spLocks noChangeArrowheads="1"/>
            </p:cNvSpPr>
            <p:nvPr/>
          </p:nvSpPr>
          <p:spPr bwMode="auto">
            <a:xfrm>
              <a:off x="875248"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7" name="矩形 111"/>
            <p:cNvSpPr>
              <a:spLocks noChangeArrowheads="1"/>
            </p:cNvSpPr>
            <p:nvPr/>
          </p:nvSpPr>
          <p:spPr bwMode="auto">
            <a:xfrm>
              <a:off x="1312872"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8" name="矩形 112"/>
            <p:cNvSpPr>
              <a:spLocks noChangeArrowheads="1"/>
            </p:cNvSpPr>
            <p:nvPr/>
          </p:nvSpPr>
          <p:spPr bwMode="auto">
            <a:xfrm>
              <a:off x="1750496"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 name="矩形 113"/>
            <p:cNvSpPr>
              <a:spLocks noChangeArrowheads="1"/>
            </p:cNvSpPr>
            <p:nvPr/>
          </p:nvSpPr>
          <p:spPr bwMode="auto">
            <a:xfrm>
              <a:off x="2188121"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0" name="矩形 115"/>
            <p:cNvSpPr>
              <a:spLocks noChangeArrowheads="1"/>
            </p:cNvSpPr>
            <p:nvPr/>
          </p:nvSpPr>
          <p:spPr bwMode="auto">
            <a:xfrm>
              <a:off x="0"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1" name="矩形 116"/>
            <p:cNvSpPr>
              <a:spLocks noChangeArrowheads="1"/>
            </p:cNvSpPr>
            <p:nvPr/>
          </p:nvSpPr>
          <p:spPr bwMode="auto">
            <a:xfrm>
              <a:off x="437624"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2" name="矩形 117"/>
            <p:cNvSpPr>
              <a:spLocks noChangeArrowheads="1"/>
            </p:cNvSpPr>
            <p:nvPr/>
          </p:nvSpPr>
          <p:spPr bwMode="auto">
            <a:xfrm>
              <a:off x="875248"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3" name="矩形 118"/>
            <p:cNvSpPr>
              <a:spLocks noChangeArrowheads="1"/>
            </p:cNvSpPr>
            <p:nvPr/>
          </p:nvSpPr>
          <p:spPr bwMode="auto">
            <a:xfrm>
              <a:off x="1312872"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4" name="矩形 119"/>
            <p:cNvSpPr>
              <a:spLocks noChangeArrowheads="1"/>
            </p:cNvSpPr>
            <p:nvPr/>
          </p:nvSpPr>
          <p:spPr bwMode="auto">
            <a:xfrm>
              <a:off x="1750496"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5" name="矩形 120"/>
            <p:cNvSpPr>
              <a:spLocks noChangeArrowheads="1"/>
            </p:cNvSpPr>
            <p:nvPr/>
          </p:nvSpPr>
          <p:spPr bwMode="auto">
            <a:xfrm>
              <a:off x="2188121"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sp>
        <p:nvSpPr>
          <p:cNvPr id="25" name="矩形 24"/>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grpSp>
        <p:nvGrpSpPr>
          <p:cNvPr id="56" name="组合 55"/>
          <p:cNvGrpSpPr/>
          <p:nvPr userDrawn="1"/>
        </p:nvGrpSpPr>
        <p:grpSpPr>
          <a:xfrm>
            <a:off x="598941" y="6399999"/>
            <a:ext cx="2542613" cy="276499"/>
            <a:chOff x="598941" y="6399999"/>
            <a:chExt cx="2542613" cy="276499"/>
          </a:xfrm>
          <a:solidFill>
            <a:schemeClr val="bg1"/>
          </a:solidFill>
        </p:grpSpPr>
        <p:grpSp>
          <p:nvGrpSpPr>
            <p:cNvPr id="33" name="组合 32"/>
            <p:cNvGrpSpPr/>
            <p:nvPr/>
          </p:nvGrpSpPr>
          <p:grpSpPr>
            <a:xfrm>
              <a:off x="2055693" y="6402621"/>
              <a:ext cx="1085861" cy="270805"/>
              <a:chOff x="10340336" y="2247899"/>
              <a:chExt cx="2724438" cy="679451"/>
            </a:xfrm>
            <a:grpFill/>
          </p:grpSpPr>
          <p:sp>
            <p:nvSpPr>
              <p:cNvPr id="47"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49" name="组合 48"/>
              <p:cNvGrpSpPr/>
              <p:nvPr/>
            </p:nvGrpSpPr>
            <p:grpSpPr>
              <a:xfrm>
                <a:off x="10340336" y="2247899"/>
                <a:ext cx="547688" cy="679451"/>
                <a:chOff x="5548313" y="2084388"/>
                <a:chExt cx="547688" cy="679451"/>
              </a:xfrm>
              <a:grpFill/>
            </p:grpSpPr>
            <p:sp>
              <p:nvSpPr>
                <p:cNvPr id="5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0" name="组合 49"/>
              <p:cNvGrpSpPr/>
              <p:nvPr/>
            </p:nvGrpSpPr>
            <p:grpSpPr>
              <a:xfrm>
                <a:off x="11192276" y="2400300"/>
                <a:ext cx="322175" cy="373063"/>
                <a:chOff x="3792874" y="3138488"/>
                <a:chExt cx="322175" cy="373063"/>
              </a:xfrm>
              <a:grpFill/>
            </p:grpSpPr>
            <p:sp>
              <p:nvSpPr>
                <p:cNvPr id="51"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4" name="组合 33"/>
            <p:cNvGrpSpPr/>
            <p:nvPr/>
          </p:nvGrpSpPr>
          <p:grpSpPr>
            <a:xfrm>
              <a:off x="598941" y="6399999"/>
              <a:ext cx="1102619" cy="276499"/>
              <a:chOff x="6738929" y="2270918"/>
              <a:chExt cx="2766486" cy="693738"/>
            </a:xfrm>
            <a:grpFill/>
          </p:grpSpPr>
          <p:grpSp>
            <p:nvGrpSpPr>
              <p:cNvPr id="35" name="组合 34"/>
              <p:cNvGrpSpPr/>
              <p:nvPr/>
            </p:nvGrpSpPr>
            <p:grpSpPr>
              <a:xfrm>
                <a:off x="8180494" y="2355056"/>
                <a:ext cx="484188" cy="509588"/>
                <a:chOff x="6113463" y="3541713"/>
                <a:chExt cx="484188" cy="509588"/>
              </a:xfrm>
              <a:grpFill/>
            </p:grpSpPr>
            <p:sp>
              <p:nvSpPr>
                <p:cNvPr id="4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6" name="组合 35"/>
              <p:cNvGrpSpPr/>
              <p:nvPr/>
            </p:nvGrpSpPr>
            <p:grpSpPr>
              <a:xfrm>
                <a:off x="6738929" y="2270918"/>
                <a:ext cx="549275" cy="693738"/>
                <a:chOff x="6108700" y="2066926"/>
                <a:chExt cx="549275" cy="693738"/>
              </a:xfrm>
              <a:grpFill/>
            </p:grpSpPr>
            <p:sp>
              <p:nvSpPr>
                <p:cNvPr id="4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7" name="组合 36"/>
              <p:cNvGrpSpPr/>
              <p:nvPr/>
            </p:nvGrpSpPr>
            <p:grpSpPr>
              <a:xfrm>
                <a:off x="7532962" y="2451100"/>
                <a:ext cx="368300" cy="317500"/>
                <a:chOff x="6186488" y="2930526"/>
                <a:chExt cx="368300" cy="317500"/>
              </a:xfrm>
              <a:grpFill/>
            </p:grpSpPr>
            <p:sp>
              <p:nvSpPr>
                <p:cNvPr id="4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3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57" name="图片 56"/>
          <p:cNvPicPr>
            <a:picLocks noChangeAspect="1"/>
          </p:cNvPicPr>
          <p:nvPr userDrawn="1"/>
        </p:nvPicPr>
        <p:blipFill>
          <a:blip r:embed="rId2" cstate="screen"/>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页样式1-一段一图">
    <p:spTree>
      <p:nvGrpSpPr>
        <p:cNvPr id="1" name=""/>
        <p:cNvGrpSpPr/>
        <p:nvPr/>
      </p:nvGrpSpPr>
      <p:grpSpPr>
        <a:xfrm>
          <a:off x="0" y="0"/>
          <a:ext cx="0" cy="0"/>
          <a:chOff x="0" y="0"/>
          <a:chExt cx="0" cy="0"/>
        </a:xfrm>
      </p:grpSpPr>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pic>
        <p:nvPicPr>
          <p:cNvPr id="57" name="图片 56"/>
          <p:cNvPicPr>
            <a:picLocks noChangeAspect="1"/>
          </p:cNvPicPr>
          <p:nvPr userDrawn="1"/>
        </p:nvPicPr>
        <p:blipFill>
          <a:blip r:embed="rId2" cstate="screen"/>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417309" y="362097"/>
            <a:ext cx="8643848"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36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cxnSp>
        <p:nvCxnSpPr>
          <p:cNvPr id="87" name="直接连接符 86"/>
          <p:cNvCxnSpPr/>
          <p:nvPr userDrawn="1"/>
        </p:nvCxnSpPr>
        <p:spPr>
          <a:xfrm>
            <a:off x="442913" y="957831"/>
            <a:ext cx="113061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userDrawn="1"/>
        </p:nvPicPr>
        <p:blipFill>
          <a:blip r:embed="rId2" cstate="screen"/>
          <a:stretch>
            <a:fillRect/>
          </a:stretch>
        </p:blipFill>
        <p:spPr>
          <a:xfrm>
            <a:off x="9877585" y="334397"/>
            <a:ext cx="1871503" cy="561768"/>
          </a:xfrm>
          <a:prstGeom prst="rect">
            <a:avLst/>
          </a:prstGeom>
        </p:spPr>
      </p:pic>
      <p:sp>
        <p:nvSpPr>
          <p:cNvPr id="3" name="矩形 2"/>
          <p:cNvSpPr/>
          <p:nvPr userDrawn="1"/>
        </p:nvSpPr>
        <p:spPr>
          <a:xfrm>
            <a:off x="447254" y="957831"/>
            <a:ext cx="7808986" cy="94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1"/>
          <p:cNvSpPr txBox="1">
            <a:spLocks noChangeArrowheads="1"/>
          </p:cNvSpPr>
          <p:nvPr userDrawn="1"/>
        </p:nvSpPr>
        <p:spPr bwMode="auto">
          <a:xfrm>
            <a:off x="11792769" y="56260"/>
            <a:ext cx="36322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itchFamily="2" charset="-122"/>
              </a:defRPr>
            </a:lvl1pPr>
            <a:lvl2pPr marL="742950" indent="-285750">
              <a:defRPr>
                <a:solidFill>
                  <a:schemeClr val="tx1"/>
                </a:solidFill>
                <a:latin typeface="Calibri" panose="020F0502020204030204" charset="0"/>
                <a:ea typeface="宋体" pitchFamily="2" charset="-122"/>
              </a:defRPr>
            </a:lvl2pPr>
            <a:lvl3pPr marL="1143000" indent="-228600">
              <a:defRPr>
                <a:solidFill>
                  <a:schemeClr val="tx1"/>
                </a:solidFill>
                <a:latin typeface="Calibri" panose="020F0502020204030204" charset="0"/>
                <a:ea typeface="宋体" pitchFamily="2" charset="-122"/>
              </a:defRPr>
            </a:lvl3pPr>
            <a:lvl4pPr marL="1600200" indent="-228600">
              <a:defRPr>
                <a:solidFill>
                  <a:schemeClr val="tx1"/>
                </a:solidFill>
                <a:latin typeface="Calibri" panose="020F0502020204030204" charset="0"/>
                <a:ea typeface="宋体" pitchFamily="2" charset="-122"/>
              </a:defRPr>
            </a:lvl4pPr>
            <a:lvl5pPr marL="2057400" indent="-228600">
              <a:defRPr>
                <a:solidFill>
                  <a:schemeClr val="tx1"/>
                </a:solidFill>
                <a:latin typeface="Calibri" panose="020F050202020403020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itchFamily="2" charset="-122"/>
              </a:defRPr>
            </a:lvl9pPr>
          </a:lstStyle>
          <a:p>
            <a:pPr>
              <a:defRPr/>
            </a:pPr>
            <a:fld id="{ED856349-79DF-4269-BEE4-3014BAD1A95F}" type="slidenum">
              <a:rPr lang="en-US" altLang="zh-CN" sz="1400" b="1" smtClean="0">
                <a:solidFill>
                  <a:srgbClr val="404040"/>
                </a:solidFill>
              </a:rPr>
              <a:t>‹#›</a:t>
            </a:fld>
            <a:endParaRPr lang="zh-CN" altLang="en-US" sz="1400" b="1" dirty="0">
              <a:solidFill>
                <a:srgbClr val="404040"/>
              </a:solidFill>
            </a:endParaRPr>
          </a:p>
        </p:txBody>
      </p:sp>
    </p:spTree>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内页样式2-一段一图">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sp>
        <p:nvSpPr>
          <p:cNvPr id="88" name="矩形 87"/>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2" cstate="screen"/>
          <a:stretch>
            <a:fillRect/>
          </a:stretch>
        </p:blipFill>
        <p:spPr>
          <a:xfrm>
            <a:off x="9790193" y="252089"/>
            <a:ext cx="1969223" cy="432990"/>
          </a:xfrm>
          <a:prstGeom prst="rect">
            <a:avLst/>
          </a:prstGeom>
        </p:spPr>
      </p:pic>
    </p:spTree>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4" name="平行四边形 3"/>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72" name="组合 71"/>
          <p:cNvGrpSpPr/>
          <p:nvPr userDrawn="1"/>
        </p:nvGrpSpPr>
        <p:grpSpPr>
          <a:xfrm>
            <a:off x="598941" y="6399999"/>
            <a:ext cx="2542613" cy="276499"/>
            <a:chOff x="598941" y="6399999"/>
            <a:chExt cx="2542613" cy="276499"/>
          </a:xfrm>
          <a:solidFill>
            <a:schemeClr val="accent3"/>
          </a:solidFill>
        </p:grpSpPr>
        <p:grpSp>
          <p:nvGrpSpPr>
            <p:cNvPr id="73" name="组合 72"/>
            <p:cNvGrpSpPr/>
            <p:nvPr/>
          </p:nvGrpSpPr>
          <p:grpSpPr>
            <a:xfrm>
              <a:off x="2055693" y="6402621"/>
              <a:ext cx="1085861" cy="270805"/>
              <a:chOff x="10340336" y="2247899"/>
              <a:chExt cx="2724438" cy="679451"/>
            </a:xfrm>
            <a:grpFill/>
          </p:grpSpPr>
          <p:sp>
            <p:nvSpPr>
              <p:cNvPr id="87"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88"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89" name="组合 88"/>
              <p:cNvGrpSpPr/>
              <p:nvPr/>
            </p:nvGrpSpPr>
            <p:grpSpPr>
              <a:xfrm>
                <a:off x="10340336" y="2247899"/>
                <a:ext cx="547688" cy="679451"/>
                <a:chOff x="5548313" y="2084388"/>
                <a:chExt cx="547688" cy="679451"/>
              </a:xfrm>
              <a:grpFill/>
            </p:grpSpPr>
            <p:sp>
              <p:nvSpPr>
                <p:cNvPr id="9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0" name="组合 89"/>
              <p:cNvGrpSpPr/>
              <p:nvPr/>
            </p:nvGrpSpPr>
            <p:grpSpPr>
              <a:xfrm>
                <a:off x="11192276" y="2400300"/>
                <a:ext cx="322175" cy="373063"/>
                <a:chOff x="3792874" y="3138488"/>
                <a:chExt cx="322175" cy="373063"/>
              </a:xfrm>
              <a:grpFill/>
            </p:grpSpPr>
            <p:sp>
              <p:nvSpPr>
                <p:cNvPr id="91"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4" name="组合 73"/>
            <p:cNvGrpSpPr/>
            <p:nvPr/>
          </p:nvGrpSpPr>
          <p:grpSpPr>
            <a:xfrm>
              <a:off x="598941" y="6399999"/>
              <a:ext cx="1102619" cy="276499"/>
              <a:chOff x="6738929" y="2270918"/>
              <a:chExt cx="2766486" cy="693738"/>
            </a:xfrm>
            <a:grpFill/>
          </p:grpSpPr>
          <p:grpSp>
            <p:nvGrpSpPr>
              <p:cNvPr id="75" name="组合 74"/>
              <p:cNvGrpSpPr/>
              <p:nvPr/>
            </p:nvGrpSpPr>
            <p:grpSpPr>
              <a:xfrm>
                <a:off x="8180494" y="2355056"/>
                <a:ext cx="484188" cy="509588"/>
                <a:chOff x="6113463" y="3541713"/>
                <a:chExt cx="484188" cy="509588"/>
              </a:xfrm>
              <a:grpFill/>
            </p:grpSpPr>
            <p:sp>
              <p:nvSpPr>
                <p:cNvPr id="8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6" name="组合 75"/>
              <p:cNvGrpSpPr/>
              <p:nvPr/>
            </p:nvGrpSpPr>
            <p:grpSpPr>
              <a:xfrm>
                <a:off x="6738929" y="2270918"/>
                <a:ext cx="549275" cy="693738"/>
                <a:chOff x="6108700" y="2066926"/>
                <a:chExt cx="549275" cy="693738"/>
              </a:xfrm>
              <a:grpFill/>
            </p:grpSpPr>
            <p:sp>
              <p:nvSpPr>
                <p:cNvPr id="8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7" name="组合 76"/>
              <p:cNvGrpSpPr/>
              <p:nvPr/>
            </p:nvGrpSpPr>
            <p:grpSpPr>
              <a:xfrm>
                <a:off x="7532962" y="2451100"/>
                <a:ext cx="368300" cy="317500"/>
                <a:chOff x="6186488" y="2930526"/>
                <a:chExt cx="368300" cy="317500"/>
              </a:xfrm>
              <a:grpFill/>
            </p:grpSpPr>
            <p:sp>
              <p:nvSpPr>
                <p:cNvPr id="8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7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96" name="直接连接符 95"/>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pic>
        <p:nvPicPr>
          <p:cNvPr id="98" name="图片 97"/>
          <p:cNvPicPr>
            <a:picLocks noChangeAspect="1"/>
          </p:cNvPicPr>
          <p:nvPr userDrawn="1"/>
        </p:nvPicPr>
        <p:blipFill>
          <a:blip r:embed="rId2" cstate="screen"/>
          <a:stretch>
            <a:fillRect/>
          </a:stretch>
        </p:blipFill>
        <p:spPr>
          <a:xfrm>
            <a:off x="10277475" y="241566"/>
            <a:ext cx="1819275" cy="509219"/>
          </a:xfrm>
          <a:prstGeom prst="rect">
            <a:avLst/>
          </a:prstGeom>
        </p:spPr>
      </p:pic>
    </p:spTree>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内页样式3-一段一图">
    <p:spTree>
      <p:nvGrpSpPr>
        <p:cNvPr id="1" name=""/>
        <p:cNvGrpSpPr/>
        <p:nvPr/>
      </p:nvGrpSpPr>
      <p:grpSpPr>
        <a:xfrm>
          <a:off x="0" y="0"/>
          <a:ext cx="0" cy="0"/>
          <a:chOff x="0" y="0"/>
          <a:chExt cx="0" cy="0"/>
        </a:xfrm>
      </p:grpSpPr>
      <p:sp>
        <p:nvSpPr>
          <p:cNvPr id="32" name="任意多边形: 形状 77"/>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pic>
        <p:nvPicPr>
          <p:cNvPr id="98" name="图片 97"/>
          <p:cNvPicPr>
            <a:picLocks noChangeAspect="1"/>
          </p:cNvPicPr>
          <p:nvPr userDrawn="1"/>
        </p:nvPicPr>
        <p:blipFill>
          <a:blip r:embed="rId2" cstate="screen"/>
          <a:stretch>
            <a:fillRect/>
          </a:stretch>
        </p:blipFill>
        <p:spPr>
          <a:xfrm>
            <a:off x="10277475" y="241566"/>
            <a:ext cx="1819275" cy="509219"/>
          </a:xfrm>
          <a:prstGeom prst="rect">
            <a:avLst/>
          </a:prstGeom>
        </p:spPr>
      </p:pic>
    </p:spTree>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368806"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screen"/>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screen"/>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页样式４-一段一图">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screen"/>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56" name="组合 55"/>
          <p:cNvGrpSpPr/>
          <p:nvPr userDrawn="1"/>
        </p:nvGrpSpPr>
        <p:grpSpPr>
          <a:xfrm>
            <a:off x="522741" y="6399999"/>
            <a:ext cx="2542613" cy="276499"/>
            <a:chOff x="598941" y="6399999"/>
            <a:chExt cx="2542613" cy="276499"/>
          </a:xfrm>
          <a:solidFill>
            <a:schemeClr val="accent3"/>
          </a:solidFill>
        </p:grpSpPr>
        <p:grpSp>
          <p:nvGrpSpPr>
            <p:cNvPr id="33" name="组合 32"/>
            <p:cNvGrpSpPr/>
            <p:nvPr/>
          </p:nvGrpSpPr>
          <p:grpSpPr>
            <a:xfrm>
              <a:off x="2055693" y="6402621"/>
              <a:ext cx="1085861" cy="270805"/>
              <a:chOff x="10340336" y="2247899"/>
              <a:chExt cx="2724438" cy="679451"/>
            </a:xfrm>
            <a:grpFill/>
          </p:grpSpPr>
          <p:sp>
            <p:nvSpPr>
              <p:cNvPr id="47"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49" name="组合 48"/>
              <p:cNvGrpSpPr/>
              <p:nvPr/>
            </p:nvGrpSpPr>
            <p:grpSpPr>
              <a:xfrm>
                <a:off x="10340336" y="2247899"/>
                <a:ext cx="547688" cy="679451"/>
                <a:chOff x="5548313" y="2084388"/>
                <a:chExt cx="547688" cy="679451"/>
              </a:xfrm>
              <a:grpFill/>
            </p:grpSpPr>
            <p:sp>
              <p:nvSpPr>
                <p:cNvPr id="5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0" name="组合 49"/>
              <p:cNvGrpSpPr/>
              <p:nvPr/>
            </p:nvGrpSpPr>
            <p:grpSpPr>
              <a:xfrm>
                <a:off x="11192276" y="2400300"/>
                <a:ext cx="322175" cy="373063"/>
                <a:chOff x="3792874" y="3138488"/>
                <a:chExt cx="322175" cy="373063"/>
              </a:xfrm>
              <a:grpFill/>
            </p:grpSpPr>
            <p:sp>
              <p:nvSpPr>
                <p:cNvPr id="51"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4" name="组合 33"/>
            <p:cNvGrpSpPr/>
            <p:nvPr/>
          </p:nvGrpSpPr>
          <p:grpSpPr>
            <a:xfrm>
              <a:off x="598941" y="6399999"/>
              <a:ext cx="1102619" cy="276499"/>
              <a:chOff x="6738929" y="2270918"/>
              <a:chExt cx="2766486" cy="693738"/>
            </a:xfrm>
            <a:grpFill/>
          </p:grpSpPr>
          <p:grpSp>
            <p:nvGrpSpPr>
              <p:cNvPr id="35" name="组合 34"/>
              <p:cNvGrpSpPr/>
              <p:nvPr/>
            </p:nvGrpSpPr>
            <p:grpSpPr>
              <a:xfrm>
                <a:off x="8180494" y="2355056"/>
                <a:ext cx="484188" cy="509588"/>
                <a:chOff x="6113463" y="3541713"/>
                <a:chExt cx="484188" cy="509588"/>
              </a:xfrm>
              <a:grpFill/>
            </p:grpSpPr>
            <p:sp>
              <p:nvSpPr>
                <p:cNvPr id="4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6" name="组合 35"/>
              <p:cNvGrpSpPr/>
              <p:nvPr/>
            </p:nvGrpSpPr>
            <p:grpSpPr>
              <a:xfrm>
                <a:off x="6738929" y="2270918"/>
                <a:ext cx="549275" cy="693738"/>
                <a:chOff x="6108700" y="2066926"/>
                <a:chExt cx="549275" cy="693738"/>
              </a:xfrm>
              <a:grpFill/>
            </p:grpSpPr>
            <p:sp>
              <p:nvSpPr>
                <p:cNvPr id="4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7" name="组合 36"/>
              <p:cNvGrpSpPr/>
              <p:nvPr/>
            </p:nvGrpSpPr>
            <p:grpSpPr>
              <a:xfrm>
                <a:off x="7532962" y="2451100"/>
                <a:ext cx="368300" cy="317500"/>
                <a:chOff x="6186488" y="2930526"/>
                <a:chExt cx="368300" cy="317500"/>
              </a:xfrm>
              <a:grpFill/>
            </p:grpSpPr>
            <p:sp>
              <p:nvSpPr>
                <p:cNvPr id="4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3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57" name="图片 56"/>
          <p:cNvPicPr>
            <a:picLocks noChangeAspect="1"/>
          </p:cNvPicPr>
          <p:nvPr userDrawn="1"/>
        </p:nvPicPr>
        <p:blipFill rotWithShape="1">
          <a:blip r:embed="rId2" cstate="screen"/>
          <a:srcRect l="-333"/>
          <a:stretch>
            <a:fillRect/>
          </a:stretch>
        </p:blipFill>
        <p:spPr>
          <a:xfrm>
            <a:off x="11282579" y="252089"/>
            <a:ext cx="432990" cy="432990"/>
          </a:xfrm>
          <a:prstGeom prst="rect">
            <a:avLst/>
          </a:prstGeom>
        </p:spPr>
      </p:pic>
      <p:cxnSp>
        <p:nvCxnSpPr>
          <p:cNvPr id="87" name="直接连接符 86"/>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53621"/>
            <a:ext cx="1221064" cy="438825"/>
            <a:chOff x="-529708" y="381991"/>
            <a:chExt cx="1221064" cy="438825"/>
          </a:xfrm>
        </p:grpSpPr>
        <p:sp>
          <p:nvSpPr>
            <p:cNvPr id="58" name="梯形 57"/>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梯形 58"/>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梯形 59"/>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内页样式5-一段一图">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pic>
        <p:nvPicPr>
          <p:cNvPr id="86" name="图片 85"/>
          <p:cNvPicPr>
            <a:picLocks noChangeAspect="1"/>
          </p:cNvPicPr>
          <p:nvPr userDrawn="1"/>
        </p:nvPicPr>
        <p:blipFill rotWithShape="1">
          <a:blip r:embed="rId2" cstate="screen"/>
          <a:srcRect l="-333"/>
          <a:stretch>
            <a:fillRect/>
          </a:stretch>
        </p:blipFill>
        <p:spPr>
          <a:xfrm>
            <a:off x="11282579" y="252089"/>
            <a:ext cx="432990" cy="432990"/>
          </a:xfrm>
          <a:prstGeom prst="rect">
            <a:avLst/>
          </a:prstGeom>
        </p:spPr>
      </p:pic>
    </p:spTree>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内页样式6-常规">
    <p:spTree>
      <p:nvGrpSpPr>
        <p:cNvPr id="1" name=""/>
        <p:cNvGrpSpPr/>
        <p:nvPr/>
      </p:nvGrpSpPr>
      <p:grpSpPr>
        <a:xfrm>
          <a:off x="0" y="0"/>
          <a:ext cx="0" cy="0"/>
          <a:chOff x="0" y="0"/>
          <a:chExt cx="0" cy="0"/>
        </a:xfrm>
      </p:grpSpPr>
      <p:sp>
        <p:nvSpPr>
          <p:cNvPr id="47" name="矩形 46"/>
          <p:cNvSpPr/>
          <p:nvPr userDrawn="1"/>
        </p:nvSpPr>
        <p:spPr>
          <a:xfrm>
            <a:off x="442912" y="-82551"/>
            <a:ext cx="11306175" cy="908709"/>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2490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8" name="组合 7"/>
          <p:cNvGrpSpPr/>
          <p:nvPr userDrawn="1"/>
        </p:nvGrpSpPr>
        <p:grpSpPr>
          <a:xfrm>
            <a:off x="598941" y="6399999"/>
            <a:ext cx="2542613" cy="276499"/>
            <a:chOff x="598941" y="6399999"/>
            <a:chExt cx="2542613" cy="276499"/>
          </a:xfrm>
          <a:solidFill>
            <a:schemeClr val="accent3"/>
          </a:solidFill>
        </p:grpSpPr>
        <p:grpSp>
          <p:nvGrpSpPr>
            <p:cNvPr id="9" name="组合 8"/>
            <p:cNvGrpSpPr/>
            <p:nvPr/>
          </p:nvGrpSpPr>
          <p:grpSpPr>
            <a:xfrm>
              <a:off x="2055693" y="6402621"/>
              <a:ext cx="1085861" cy="270805"/>
              <a:chOff x="10340336" y="2247899"/>
              <a:chExt cx="2724438" cy="679451"/>
            </a:xfrm>
            <a:grpFill/>
          </p:grpSpPr>
          <p:sp>
            <p:nvSpPr>
              <p:cNvPr id="23"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10340336" y="2247899"/>
                <a:ext cx="547688" cy="679451"/>
                <a:chOff x="5548313" y="2084388"/>
                <a:chExt cx="547688" cy="679451"/>
              </a:xfrm>
              <a:grpFill/>
            </p:grpSpPr>
            <p:sp>
              <p:nvSpPr>
                <p:cNvPr id="30"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6" name="组合 25"/>
              <p:cNvGrpSpPr/>
              <p:nvPr/>
            </p:nvGrpSpPr>
            <p:grpSpPr>
              <a:xfrm>
                <a:off x="11192276" y="2400300"/>
                <a:ext cx="322175" cy="373063"/>
                <a:chOff x="3792874" y="3138488"/>
                <a:chExt cx="322175" cy="373063"/>
              </a:xfrm>
              <a:grpFill/>
            </p:grpSpPr>
            <p:sp>
              <p:nvSpPr>
                <p:cNvPr id="27"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0" name="组合 9"/>
            <p:cNvGrpSpPr/>
            <p:nvPr/>
          </p:nvGrpSpPr>
          <p:grpSpPr>
            <a:xfrm>
              <a:off x="598941" y="6399999"/>
              <a:ext cx="1102619" cy="276499"/>
              <a:chOff x="6738929" y="2270918"/>
              <a:chExt cx="2766486" cy="693738"/>
            </a:xfrm>
            <a:grpFill/>
          </p:grpSpPr>
          <p:grpSp>
            <p:nvGrpSpPr>
              <p:cNvPr id="11" name="组合 10"/>
              <p:cNvGrpSpPr/>
              <p:nvPr/>
            </p:nvGrpSpPr>
            <p:grpSpPr>
              <a:xfrm>
                <a:off x="8180494" y="2355056"/>
                <a:ext cx="484188" cy="509588"/>
                <a:chOff x="6113463" y="3541713"/>
                <a:chExt cx="484188" cy="509588"/>
              </a:xfrm>
              <a:grpFill/>
            </p:grpSpPr>
            <p:sp>
              <p:nvSpPr>
                <p:cNvPr id="21"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 name="组合 11"/>
              <p:cNvGrpSpPr/>
              <p:nvPr/>
            </p:nvGrpSpPr>
            <p:grpSpPr>
              <a:xfrm>
                <a:off x="6738929" y="2270918"/>
                <a:ext cx="549275" cy="693738"/>
                <a:chOff x="6108700" y="2066926"/>
                <a:chExt cx="549275" cy="693738"/>
              </a:xfrm>
              <a:grpFill/>
            </p:grpSpPr>
            <p:sp>
              <p:nvSpPr>
                <p:cNvPr id="19"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3" name="组合 12"/>
              <p:cNvGrpSpPr/>
              <p:nvPr/>
            </p:nvGrpSpPr>
            <p:grpSpPr>
              <a:xfrm>
                <a:off x="7532962" y="2451100"/>
                <a:ext cx="368300" cy="317500"/>
                <a:chOff x="6186488" y="2930526"/>
                <a:chExt cx="368300" cy="317500"/>
              </a:xfrm>
              <a:grpFill/>
            </p:grpSpPr>
            <p:sp>
              <p:nvSpPr>
                <p:cNvPr id="16"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4"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screen"/>
          <a:stretch>
            <a:fillRect/>
          </a:stretch>
        </p:blipFill>
        <p:spPr>
          <a:xfrm>
            <a:off x="9590168" y="252089"/>
            <a:ext cx="1969223" cy="432990"/>
          </a:xfrm>
          <a:prstGeom prst="rect">
            <a:avLst/>
          </a:prstGeom>
        </p:spPr>
      </p:pic>
      <p:grpSp>
        <p:nvGrpSpPr>
          <p:cNvPr id="46" name="组合 45"/>
          <p:cNvGrpSpPr/>
          <p:nvPr userDrawn="1"/>
        </p:nvGrpSpPr>
        <p:grpSpPr>
          <a:xfrm>
            <a:off x="637534" y="199773"/>
            <a:ext cx="463263" cy="481001"/>
            <a:chOff x="598941" y="128599"/>
            <a:chExt cx="463263" cy="481001"/>
          </a:xfrm>
        </p:grpSpPr>
        <p:sp>
          <p:nvSpPr>
            <p:cNvPr id="45" name="矩形 44"/>
            <p:cNvSpPr/>
            <p:nvPr userDrawn="1"/>
          </p:nvSpPr>
          <p:spPr>
            <a:xfrm>
              <a:off x="701671" y="249067"/>
              <a:ext cx="360533" cy="3605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userDrawn="1"/>
          </p:nvSpPr>
          <p:spPr>
            <a:xfrm>
              <a:off x="701671" y="247801"/>
              <a:ext cx="275115" cy="256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598941" y="128599"/>
              <a:ext cx="360533" cy="360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页样式6-一段一图">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sp>
        <p:nvSpPr>
          <p:cNvPr id="35" name="矩形 34"/>
          <p:cNvSpPr/>
          <p:nvPr userDrawn="1"/>
        </p:nvSpPr>
        <p:spPr>
          <a:xfrm>
            <a:off x="9402184" y="-82800"/>
            <a:ext cx="2346903" cy="9072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userDrawn="1"/>
        </p:nvSpPr>
        <p:spPr>
          <a:xfrm>
            <a:off x="9402184" y="0"/>
            <a:ext cx="2346904"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userDrawn="1"/>
        </p:nvPicPr>
        <p:blipFill>
          <a:blip r:embed="rId2" cstate="screen"/>
          <a:stretch>
            <a:fillRect/>
          </a:stretch>
        </p:blipFill>
        <p:spPr>
          <a:xfrm>
            <a:off x="9590168" y="252089"/>
            <a:ext cx="1969223" cy="432990"/>
          </a:xfrm>
          <a:prstGeom prst="rect">
            <a:avLst/>
          </a:prstGeom>
        </p:spPr>
      </p:pic>
    </p:spTree>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内页样式7-常规">
    <p:spTree>
      <p:nvGrpSpPr>
        <p:cNvPr id="1" name=""/>
        <p:cNvGrpSpPr/>
        <p:nvPr/>
      </p:nvGrpSpPr>
      <p:grpSpPr>
        <a:xfrm>
          <a:off x="0" y="0"/>
          <a:ext cx="0" cy="0"/>
          <a:chOff x="0" y="0"/>
          <a:chExt cx="0" cy="0"/>
        </a:xfrm>
      </p:grpSpPr>
      <p:sp>
        <p:nvSpPr>
          <p:cNvPr id="2" name="平行四边形 1"/>
          <p:cNvSpPr/>
          <p:nvPr userDrawn="1"/>
        </p:nvSpPr>
        <p:spPr>
          <a:xfrm>
            <a:off x="658714" y="482300"/>
            <a:ext cx="748201" cy="484094"/>
          </a:xfrm>
          <a:prstGeom prst="parallelogram">
            <a:avLst>
              <a:gd name="adj" fmla="val 71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userDrawn="1"/>
        </p:nvSpPr>
        <p:spPr>
          <a:xfrm>
            <a:off x="442912" y="-82800"/>
            <a:ext cx="11306175" cy="8460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1855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8" name="组合 7"/>
          <p:cNvGrpSpPr/>
          <p:nvPr userDrawn="1"/>
        </p:nvGrpSpPr>
        <p:grpSpPr>
          <a:xfrm>
            <a:off x="598941" y="6399999"/>
            <a:ext cx="2542613" cy="276499"/>
            <a:chOff x="598941" y="6399999"/>
            <a:chExt cx="2542613" cy="276499"/>
          </a:xfrm>
          <a:solidFill>
            <a:schemeClr val="accent3"/>
          </a:solidFill>
        </p:grpSpPr>
        <p:grpSp>
          <p:nvGrpSpPr>
            <p:cNvPr id="9" name="组合 8"/>
            <p:cNvGrpSpPr/>
            <p:nvPr/>
          </p:nvGrpSpPr>
          <p:grpSpPr>
            <a:xfrm>
              <a:off x="2055693" y="6402621"/>
              <a:ext cx="1085861" cy="270805"/>
              <a:chOff x="10340336" y="2247899"/>
              <a:chExt cx="2724438" cy="679451"/>
            </a:xfrm>
            <a:grpFill/>
          </p:grpSpPr>
          <p:sp>
            <p:nvSpPr>
              <p:cNvPr id="23"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10340336" y="2247899"/>
                <a:ext cx="547688" cy="679451"/>
                <a:chOff x="5548313" y="2084388"/>
                <a:chExt cx="547688" cy="679451"/>
              </a:xfrm>
              <a:grpFill/>
            </p:grpSpPr>
            <p:sp>
              <p:nvSpPr>
                <p:cNvPr id="30"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6" name="组合 25"/>
              <p:cNvGrpSpPr/>
              <p:nvPr/>
            </p:nvGrpSpPr>
            <p:grpSpPr>
              <a:xfrm>
                <a:off x="11192276" y="2400300"/>
                <a:ext cx="322175" cy="373063"/>
                <a:chOff x="3792874" y="3138488"/>
                <a:chExt cx="322175" cy="373063"/>
              </a:xfrm>
              <a:grpFill/>
            </p:grpSpPr>
            <p:sp>
              <p:nvSpPr>
                <p:cNvPr id="27"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0" name="组合 9"/>
            <p:cNvGrpSpPr/>
            <p:nvPr/>
          </p:nvGrpSpPr>
          <p:grpSpPr>
            <a:xfrm>
              <a:off x="598941" y="6399999"/>
              <a:ext cx="1102619" cy="276499"/>
              <a:chOff x="6738929" y="2270918"/>
              <a:chExt cx="2766486" cy="693738"/>
            </a:xfrm>
            <a:grpFill/>
          </p:grpSpPr>
          <p:grpSp>
            <p:nvGrpSpPr>
              <p:cNvPr id="11" name="组合 10"/>
              <p:cNvGrpSpPr/>
              <p:nvPr/>
            </p:nvGrpSpPr>
            <p:grpSpPr>
              <a:xfrm>
                <a:off x="8180494" y="2355056"/>
                <a:ext cx="484188" cy="509588"/>
                <a:chOff x="6113463" y="3541713"/>
                <a:chExt cx="484188" cy="509588"/>
              </a:xfrm>
              <a:grpFill/>
            </p:grpSpPr>
            <p:sp>
              <p:nvSpPr>
                <p:cNvPr id="21"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 name="组合 11"/>
              <p:cNvGrpSpPr/>
              <p:nvPr/>
            </p:nvGrpSpPr>
            <p:grpSpPr>
              <a:xfrm>
                <a:off x="6738929" y="2270918"/>
                <a:ext cx="549275" cy="693738"/>
                <a:chOff x="6108700" y="2066926"/>
                <a:chExt cx="549275" cy="693738"/>
              </a:xfrm>
              <a:grpFill/>
            </p:grpSpPr>
            <p:sp>
              <p:nvSpPr>
                <p:cNvPr id="19"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3" name="组合 12"/>
              <p:cNvGrpSpPr/>
              <p:nvPr/>
            </p:nvGrpSpPr>
            <p:grpSpPr>
              <a:xfrm>
                <a:off x="7532962" y="2451100"/>
                <a:ext cx="368300" cy="317500"/>
                <a:chOff x="6186488" y="2930526"/>
                <a:chExt cx="368300" cy="317500"/>
              </a:xfrm>
              <a:grpFill/>
            </p:grpSpPr>
            <p:sp>
              <p:nvSpPr>
                <p:cNvPr id="16"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4"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screen"/>
          <a:stretch>
            <a:fillRect/>
          </a:stretch>
        </p:blipFill>
        <p:spPr>
          <a:xfrm>
            <a:off x="9590168" y="188589"/>
            <a:ext cx="1969223" cy="432990"/>
          </a:xfrm>
          <a:prstGeom prst="rect">
            <a:avLst/>
          </a:prstGeom>
        </p:spPr>
      </p:pic>
      <p:sp>
        <p:nvSpPr>
          <p:cNvPr id="43" name="矩形 42"/>
          <p:cNvSpPr/>
          <p:nvPr userDrawn="1"/>
        </p:nvSpPr>
        <p:spPr>
          <a:xfrm>
            <a:off x="648385" y="0"/>
            <a:ext cx="413819" cy="966395"/>
          </a:xfrm>
          <a:prstGeom prst="rect">
            <a:avLst/>
          </a:prstGeom>
          <a:ln>
            <a:noFill/>
          </a:ln>
          <a:effectLst>
            <a:outerShdw blurRad="127000" dist="25400" dir="5400000" sx="102000" sy="102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内页样式7-一段一图">
    <p:spTree>
      <p:nvGrpSpPr>
        <p:cNvPr id="1" name=""/>
        <p:cNvGrpSpPr/>
        <p:nvPr/>
      </p:nvGrpSpPr>
      <p:grpSpPr>
        <a:xfrm>
          <a:off x="0" y="0"/>
          <a:ext cx="0" cy="0"/>
          <a:chOff x="0" y="0"/>
          <a:chExt cx="0" cy="0"/>
        </a:xfrm>
      </p:grpSpPr>
      <p:sp>
        <p:nvSpPr>
          <p:cNvPr id="34" name="文本框 33"/>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sp>
        <p:nvSpPr>
          <p:cNvPr id="7" name="矩形 6"/>
          <p:cNvSpPr/>
          <p:nvPr userDrawn="1"/>
        </p:nvSpPr>
        <p:spPr>
          <a:xfrm>
            <a:off x="9385300" y="-82550"/>
            <a:ext cx="2363787" cy="845208"/>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385300" y="0"/>
            <a:ext cx="2363788"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screen"/>
          <a:stretch>
            <a:fillRect/>
          </a:stretch>
        </p:blipFill>
        <p:spPr>
          <a:xfrm>
            <a:off x="9590168" y="188589"/>
            <a:ext cx="1969223" cy="432990"/>
          </a:xfrm>
          <a:prstGeom prst="rect">
            <a:avLst/>
          </a:prstGeom>
        </p:spPr>
      </p:pic>
    </p:spTree>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内页样式8-常规">
    <p:spTree>
      <p:nvGrpSpPr>
        <p:cNvPr id="1" name=""/>
        <p:cNvGrpSpPr/>
        <p:nvPr/>
      </p:nvGrpSpPr>
      <p:grpSpPr>
        <a:xfrm>
          <a:off x="0" y="0"/>
          <a:ext cx="0" cy="0"/>
          <a:chOff x="0" y="0"/>
          <a:chExt cx="0" cy="0"/>
        </a:xfrm>
      </p:grpSpPr>
      <p:sp>
        <p:nvSpPr>
          <p:cNvPr id="7" name="矩形 6"/>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318632" y="0"/>
            <a:ext cx="11550080"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9" name="标题 11"/>
          <p:cNvSpPr>
            <a:spLocks noGrp="1"/>
          </p:cNvSpPr>
          <p:nvPr>
            <p:ph type="title"/>
          </p:nvPr>
        </p:nvSpPr>
        <p:spPr>
          <a:xfrm>
            <a:off x="541539" y="247495"/>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solidFill>
                  <a:schemeClr val="bg1"/>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grpSp>
        <p:nvGrpSpPr>
          <p:cNvPr id="13" name="组合 12"/>
          <p:cNvGrpSpPr/>
          <p:nvPr userDrawn="1"/>
        </p:nvGrpSpPr>
        <p:grpSpPr>
          <a:xfrm>
            <a:off x="598941" y="6399999"/>
            <a:ext cx="2542613" cy="276499"/>
            <a:chOff x="598941" y="6399999"/>
            <a:chExt cx="2542613" cy="276499"/>
          </a:xfrm>
          <a:solidFill>
            <a:schemeClr val="bg1"/>
          </a:solidFill>
        </p:grpSpPr>
        <p:grpSp>
          <p:nvGrpSpPr>
            <p:cNvPr id="14" name="组合 13"/>
            <p:cNvGrpSpPr/>
            <p:nvPr/>
          </p:nvGrpSpPr>
          <p:grpSpPr>
            <a:xfrm>
              <a:off x="2055693" y="6402621"/>
              <a:ext cx="1085861" cy="270805"/>
              <a:chOff x="10340336" y="2247899"/>
              <a:chExt cx="2724438" cy="679451"/>
            </a:xfrm>
            <a:grpFill/>
          </p:grpSpPr>
          <p:sp>
            <p:nvSpPr>
              <p:cNvPr id="28"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29"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0" name="组合 29"/>
              <p:cNvGrpSpPr/>
              <p:nvPr/>
            </p:nvGrpSpPr>
            <p:grpSpPr>
              <a:xfrm>
                <a:off x="10340336" y="2247899"/>
                <a:ext cx="547688" cy="679451"/>
                <a:chOff x="5548313" y="2084388"/>
                <a:chExt cx="547688" cy="679451"/>
              </a:xfrm>
              <a:grpFill/>
            </p:grpSpPr>
            <p:sp>
              <p:nvSpPr>
                <p:cNvPr id="35"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1" name="组合 30"/>
              <p:cNvGrpSpPr/>
              <p:nvPr/>
            </p:nvGrpSpPr>
            <p:grpSpPr>
              <a:xfrm>
                <a:off x="11192276" y="2400300"/>
                <a:ext cx="322175" cy="373063"/>
                <a:chOff x="3792874" y="3138488"/>
                <a:chExt cx="322175" cy="373063"/>
              </a:xfrm>
              <a:grpFill/>
            </p:grpSpPr>
            <p:sp>
              <p:nvSpPr>
                <p:cNvPr id="32"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5" name="组合 14"/>
            <p:cNvGrpSpPr/>
            <p:nvPr/>
          </p:nvGrpSpPr>
          <p:grpSpPr>
            <a:xfrm>
              <a:off x="598941" y="6399999"/>
              <a:ext cx="1102619" cy="276499"/>
              <a:chOff x="6738929" y="2270918"/>
              <a:chExt cx="2766486" cy="693738"/>
            </a:xfrm>
            <a:grpFill/>
          </p:grpSpPr>
          <p:grpSp>
            <p:nvGrpSpPr>
              <p:cNvPr id="16" name="组合 15"/>
              <p:cNvGrpSpPr/>
              <p:nvPr/>
            </p:nvGrpSpPr>
            <p:grpSpPr>
              <a:xfrm>
                <a:off x="8180494" y="2355056"/>
                <a:ext cx="484188" cy="509588"/>
                <a:chOff x="6113463" y="3541713"/>
                <a:chExt cx="484188" cy="509588"/>
              </a:xfrm>
              <a:grpFill/>
            </p:grpSpPr>
            <p:sp>
              <p:nvSpPr>
                <p:cNvPr id="26"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6738929" y="2270918"/>
                <a:ext cx="549275" cy="693738"/>
                <a:chOff x="6108700" y="2066926"/>
                <a:chExt cx="549275" cy="693738"/>
              </a:xfrm>
              <a:grpFill/>
            </p:grpSpPr>
            <p:sp>
              <p:nvSpPr>
                <p:cNvPr id="24"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8" name="组合 17"/>
              <p:cNvGrpSpPr/>
              <p:nvPr/>
            </p:nvGrpSpPr>
            <p:grpSpPr>
              <a:xfrm>
                <a:off x="7532962" y="2451100"/>
                <a:ext cx="368300" cy="317500"/>
                <a:chOff x="6186488" y="2930526"/>
                <a:chExt cx="368300" cy="317500"/>
              </a:xfrm>
              <a:grpFill/>
            </p:grpSpPr>
            <p:sp>
              <p:nvSpPr>
                <p:cNvPr id="21"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9"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0"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40" name="图片 39"/>
          <p:cNvPicPr>
            <a:picLocks noChangeAspect="1"/>
          </p:cNvPicPr>
          <p:nvPr userDrawn="1"/>
        </p:nvPicPr>
        <p:blipFill>
          <a:blip r:embed="rId2" cstate="screen"/>
          <a:stretch>
            <a:fillRect/>
          </a:stretch>
        </p:blipFill>
        <p:spPr>
          <a:xfrm>
            <a:off x="9564050" y="131404"/>
            <a:ext cx="2243119" cy="627854"/>
          </a:xfrm>
          <a:prstGeom prst="rect">
            <a:avLst/>
          </a:prstGeom>
        </p:spPr>
      </p:pic>
    </p:spTree>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内页样式8-一段一图">
    <p:spTree>
      <p:nvGrpSpPr>
        <p:cNvPr id="1" name=""/>
        <p:cNvGrpSpPr/>
        <p:nvPr/>
      </p:nvGrpSpPr>
      <p:grpSpPr>
        <a:xfrm>
          <a:off x="0" y="0"/>
          <a:ext cx="0" cy="0"/>
          <a:chOff x="0" y="0"/>
          <a:chExt cx="0" cy="0"/>
        </a:xfrm>
      </p:grpSpPr>
      <p:sp>
        <p:nvSpPr>
          <p:cNvPr id="7" name="矩形 6"/>
          <p:cNvSpPr/>
          <p:nvPr userDrawn="1"/>
        </p:nvSpPr>
        <p:spPr>
          <a:xfrm>
            <a:off x="11144922" y="6188075"/>
            <a:ext cx="72379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9488246" y="0"/>
            <a:ext cx="2380466"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pic>
        <p:nvPicPr>
          <p:cNvPr id="40" name="图片 39"/>
          <p:cNvPicPr>
            <a:picLocks noChangeAspect="1"/>
          </p:cNvPicPr>
          <p:nvPr userDrawn="1"/>
        </p:nvPicPr>
        <p:blipFill>
          <a:blip r:embed="rId2" cstate="screen"/>
          <a:stretch>
            <a:fillRect/>
          </a:stretch>
        </p:blipFill>
        <p:spPr>
          <a:xfrm>
            <a:off x="9564050" y="131404"/>
            <a:ext cx="2243119" cy="627854"/>
          </a:xfrm>
          <a:prstGeom prst="rect">
            <a:avLst/>
          </a:prstGeom>
        </p:spPr>
      </p:pic>
    </p:spTree>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dirty="0"/>
              <a:t>单击此处编辑母版标题样式</a:t>
            </a:r>
          </a:p>
        </p:txBody>
      </p:sp>
      <p:sp>
        <p:nvSpPr>
          <p:cNvPr id="3" name="副标题 2"/>
          <p:cNvSpPr>
            <a:spLocks noGrp="1"/>
          </p:cNvSpPr>
          <p:nvPr>
            <p:ph type="subTitle" idx="1"/>
          </p:nvPr>
        </p:nvSpPr>
        <p:spPr>
          <a:xfrm>
            <a:off x="1828800" y="4214818"/>
            <a:ext cx="8534400" cy="1423982"/>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灯片编号占位符 5"/>
          <p:cNvSpPr>
            <a:spLocks noGrp="1"/>
          </p:cNvSpPr>
          <p:nvPr>
            <p:ph type="sldNum" sz="quarter" idx="10"/>
          </p:nvPr>
        </p:nvSpPr>
        <p:spPr>
          <a:xfrm>
            <a:off x="11049000" y="6492876"/>
            <a:ext cx="1143000" cy="365125"/>
          </a:xfrm>
        </p:spPr>
        <p:txBody>
          <a:bodyPr/>
          <a:lstStyle>
            <a:lvl1pPr fontAlgn="auto">
              <a:spcBef>
                <a:spcPts val="0"/>
              </a:spcBef>
              <a:spcAft>
                <a:spcPts val="0"/>
              </a:spcAft>
              <a:defRPr kumimoji="0">
                <a:solidFill>
                  <a:prstClr val="black"/>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91EDFD1-D3AB-4518-98BC-E386A1BB9611}" type="slidenum">
              <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rPr>
              <a:t>‹#›</a:t>
            </a:fld>
            <a:endParaRPr kumimoji="0" lang="zh-CN" altLang="en-US" sz="1200" b="0" i="0" u="none" strike="noStrike" kern="1200" cap="none" spc="0" normalizeH="0" baseline="0" noProof="0" dirty="0">
              <a:ln>
                <a:noFill/>
              </a:ln>
              <a:solidFill>
                <a:prstClr val="black"/>
              </a:solidFill>
              <a:effectLst/>
              <a:uLnTx/>
              <a:uFillTx/>
              <a:latin typeface="Calibri" panose="020F0502020204030204"/>
              <a:ea typeface="宋体" pitchFamily="2" charset="-122"/>
              <a:cs typeface="+mn-cs"/>
            </a:endParaRPr>
          </a:p>
        </p:txBody>
      </p:sp>
      <p:sp>
        <p:nvSpPr>
          <p:cNvPr id="5" name="TextBox 11"/>
          <p:cNvSpPr txBox="1">
            <a:spLocks noChangeArrowheads="1"/>
          </p:cNvSpPr>
          <p:nvPr userDrawn="1"/>
        </p:nvSpPr>
        <p:spPr bwMode="auto">
          <a:xfrm>
            <a:off x="11620500" y="116632"/>
            <a:ext cx="36322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itchFamily="2" charset="-122"/>
              </a:defRPr>
            </a:lvl1pPr>
            <a:lvl2pPr marL="742950" indent="-285750">
              <a:defRPr>
                <a:solidFill>
                  <a:schemeClr val="tx1"/>
                </a:solidFill>
                <a:latin typeface="Calibri" panose="020F0502020204030204" charset="0"/>
                <a:ea typeface="宋体" pitchFamily="2" charset="-122"/>
              </a:defRPr>
            </a:lvl2pPr>
            <a:lvl3pPr marL="1143000" indent="-228600">
              <a:defRPr>
                <a:solidFill>
                  <a:schemeClr val="tx1"/>
                </a:solidFill>
                <a:latin typeface="Calibri" panose="020F0502020204030204" charset="0"/>
                <a:ea typeface="宋体" pitchFamily="2" charset="-122"/>
              </a:defRPr>
            </a:lvl3pPr>
            <a:lvl4pPr marL="1600200" indent="-228600">
              <a:defRPr>
                <a:solidFill>
                  <a:schemeClr val="tx1"/>
                </a:solidFill>
                <a:latin typeface="Calibri" panose="020F0502020204030204" charset="0"/>
                <a:ea typeface="宋体" pitchFamily="2" charset="-122"/>
              </a:defRPr>
            </a:lvl4pPr>
            <a:lvl5pPr marL="2057400" indent="-228600">
              <a:defRPr>
                <a:solidFill>
                  <a:schemeClr val="tx1"/>
                </a:solidFill>
                <a:latin typeface="Calibri" panose="020F050202020403020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itchFamily="2" charset="-122"/>
              </a:defRPr>
            </a:lvl9pPr>
          </a:lstStyle>
          <a:p>
            <a:pPr>
              <a:defRPr/>
            </a:pPr>
            <a:fld id="{ED856349-79DF-4269-BEE4-3014BAD1A95F}" type="slidenum">
              <a:rPr lang="en-US" altLang="zh-CN" sz="1400" b="1" smtClean="0">
                <a:solidFill>
                  <a:srgbClr val="404040"/>
                </a:solidFill>
              </a:rPr>
              <a:t>‹#›</a:t>
            </a:fld>
            <a:endParaRPr lang="zh-CN" altLang="en-US" sz="1400" b="1" dirty="0">
              <a:solidFill>
                <a:srgbClr val="404040"/>
              </a:solidFill>
            </a:endParaRPr>
          </a:p>
        </p:txBody>
      </p:sp>
    </p:spTree>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目录样式4">
    <p:spTree>
      <p:nvGrpSpPr>
        <p:cNvPr id="1" name=""/>
        <p:cNvGrpSpPr/>
        <p:nvPr/>
      </p:nvGrpSpPr>
      <p:grpSpPr>
        <a:xfrm>
          <a:off x="0" y="0"/>
          <a:ext cx="0" cy="0"/>
          <a:chOff x="0" y="0"/>
          <a:chExt cx="0" cy="0"/>
        </a:xfrm>
      </p:grpSpPr>
      <p:sp>
        <p:nvSpPr>
          <p:cNvPr id="89" name="椭圆 88"/>
          <p:cNvSpPr/>
          <p:nvPr userDrawn="1"/>
        </p:nvSpPr>
        <p:spPr>
          <a:xfrm>
            <a:off x="-3625080" y="-1541834"/>
            <a:ext cx="8697505" cy="9941668"/>
          </a:xfrm>
          <a:prstGeom prst="ellipse">
            <a:avLst/>
          </a:pr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88" name="椭圆 87"/>
          <p:cNvSpPr/>
          <p:nvPr userDrawn="1"/>
        </p:nvSpPr>
        <p:spPr>
          <a:xfrm>
            <a:off x="-3999568" y="-1541834"/>
            <a:ext cx="8697505" cy="9941668"/>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87" name="图片 86"/>
          <p:cNvPicPr>
            <a:picLocks noChangeAspect="1"/>
          </p:cNvPicPr>
          <p:nvPr userDrawn="1"/>
        </p:nvPicPr>
        <p:blipFill>
          <a:blip r:embed="rId2"/>
          <a:stretch>
            <a:fillRect/>
          </a:stretch>
        </p:blipFill>
        <p:spPr>
          <a:xfrm>
            <a:off x="-809587" y="1"/>
            <a:ext cx="5507524" cy="6857999"/>
          </a:xfrm>
          <a:custGeom>
            <a:avLst/>
            <a:gdLst>
              <a:gd name="connsiteX0" fmla="*/ 0 w 5919101"/>
              <a:gd name="connsiteY0" fmla="*/ 0 h 6858000"/>
              <a:gd name="connsiteX1" fmla="*/ 4714485 w 5919101"/>
              <a:gd name="connsiteY1" fmla="*/ 0 h 6858000"/>
              <a:gd name="connsiteX2" fmla="*/ 4786974 w 5919101"/>
              <a:gd name="connsiteY2" fmla="*/ 86723 h 6858000"/>
              <a:gd name="connsiteX3" fmla="*/ 5919101 w 5919101"/>
              <a:gd name="connsiteY3" fmla="*/ 3429000 h 6858000"/>
              <a:gd name="connsiteX4" fmla="*/ 4786974 w 5919101"/>
              <a:gd name="connsiteY4" fmla="*/ 6771277 h 6858000"/>
              <a:gd name="connsiteX5" fmla="*/ 4714485 w 5919101"/>
              <a:gd name="connsiteY5" fmla="*/ 6858000 h 6858000"/>
              <a:gd name="connsiteX6" fmla="*/ 0 w 59191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9101" h="6858000">
                <a:moveTo>
                  <a:pt x="0" y="0"/>
                </a:moveTo>
                <a:lnTo>
                  <a:pt x="4714485" y="0"/>
                </a:lnTo>
                <a:lnTo>
                  <a:pt x="4786974" y="86723"/>
                </a:lnTo>
                <a:cubicBezTo>
                  <a:pt x="5490384" y="969480"/>
                  <a:pt x="5919101" y="2142133"/>
                  <a:pt x="5919101" y="3429000"/>
                </a:cubicBezTo>
                <a:cubicBezTo>
                  <a:pt x="5919101" y="4715867"/>
                  <a:pt x="5490384" y="5888521"/>
                  <a:pt x="4786974" y="6771277"/>
                </a:cubicBezTo>
                <a:lnTo>
                  <a:pt x="4714485" y="6858000"/>
                </a:lnTo>
                <a:lnTo>
                  <a:pt x="0" y="6858000"/>
                </a:lnTo>
                <a:close/>
              </a:path>
            </a:pathLst>
          </a:custGeom>
        </p:spPr>
      </p:pic>
      <p:sp>
        <p:nvSpPr>
          <p:cNvPr id="86" name="椭圆 85"/>
          <p:cNvSpPr/>
          <p:nvPr userDrawn="1"/>
        </p:nvSpPr>
        <p:spPr>
          <a:xfrm>
            <a:off x="-3913112" y="-1570588"/>
            <a:ext cx="8697505" cy="9941668"/>
          </a:xfrm>
          <a:prstGeom prst="ellipse">
            <a:avLst/>
          </a:prstGeom>
          <a:solidFill>
            <a:schemeClr val="accent1">
              <a:alpha val="8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7" name="图片 6"/>
          <p:cNvPicPr>
            <a:picLocks noChangeAspect="1"/>
          </p:cNvPicPr>
          <p:nvPr userDrawn="1"/>
        </p:nvPicPr>
        <p:blipFill>
          <a:blip r:embed="rId3" cstate="screen"/>
          <a:stretch>
            <a:fillRect/>
          </a:stretch>
        </p:blipFill>
        <p:spPr>
          <a:xfrm>
            <a:off x="10056440" y="167430"/>
            <a:ext cx="1871503" cy="561768"/>
          </a:xfrm>
          <a:prstGeom prst="rect">
            <a:avLst/>
          </a:prstGeom>
        </p:spPr>
      </p:pic>
    </p:spTree>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封面样式1-首页">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cstate="screen"/>
          <a:srcRect r="25963"/>
          <a:stretch>
            <a:fillRect/>
          </a:stretch>
        </p:blipFill>
        <p:spPr>
          <a:xfrm>
            <a:off x="7191376" y="133072"/>
            <a:ext cx="5028334" cy="6535793"/>
          </a:xfrm>
          <a:prstGeom prst="rect">
            <a:avLst/>
          </a:prstGeom>
        </p:spPr>
      </p:pic>
      <p:sp>
        <p:nvSpPr>
          <p:cNvPr id="7" name="矩形 6"/>
          <p:cNvSpPr/>
          <p:nvPr userDrawn="1"/>
        </p:nvSpPr>
        <p:spPr>
          <a:xfrm>
            <a:off x="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3549208"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p:cNvSpPr>
            <a:spLocks noGrp="1"/>
          </p:cNvSpPr>
          <p:nvPr>
            <p:ph type="body" sz="quarter" idx="11" hasCustomPrompt="1"/>
          </p:nvPr>
        </p:nvSpPr>
        <p:spPr>
          <a:xfrm>
            <a:off x="3549208"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p:cNvSpPr>
            <a:spLocks noGrp="1"/>
          </p:cNvSpPr>
          <p:nvPr>
            <p:ph type="body" sz="quarter" idx="12" hasCustomPrompt="1"/>
          </p:nvPr>
        </p:nvSpPr>
        <p:spPr>
          <a:xfrm>
            <a:off x="3549208"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8" name="矩形 7"/>
          <p:cNvSpPr/>
          <p:nvPr userDrawn="1"/>
        </p:nvSpPr>
        <p:spPr>
          <a:xfrm>
            <a:off x="1152525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占位符 12"/>
          <p:cNvSpPr>
            <a:spLocks noGrp="1"/>
          </p:cNvSpPr>
          <p:nvPr>
            <p:ph type="body" sz="quarter" idx="13" hasCustomPrompt="1"/>
          </p:nvPr>
        </p:nvSpPr>
        <p:spPr>
          <a:xfrm>
            <a:off x="3549208" y="1484311"/>
            <a:ext cx="7287114" cy="2386807"/>
          </a:xfrm>
        </p:spPr>
        <p:txBody>
          <a:bodyPr>
            <a:noAutofit/>
          </a:bodyPr>
          <a:lstStyle>
            <a:lvl1pPr marL="0" indent="0">
              <a:lnSpc>
                <a:spcPct val="100000"/>
              </a:lnSpc>
              <a:spcBef>
                <a:spcPts val="0"/>
              </a:spcBef>
              <a:buNone/>
              <a:defRPr sz="6600" b="1">
                <a:solidFill>
                  <a:schemeClr val="tx1"/>
                </a:solidFill>
                <a:latin typeface="+mn-ea"/>
                <a:ea typeface="+mn-ea"/>
              </a:defRPr>
            </a:lvl1pPr>
          </a:lstStyle>
          <a:p>
            <a:pPr lvl="0"/>
            <a:r>
              <a:rPr lang="zh-CN" altLang="en-US" dirty="0"/>
              <a:t>单击此处</a:t>
            </a:r>
            <a:endParaRPr lang="en-US" altLang="zh-CN" dirty="0"/>
          </a:p>
          <a:p>
            <a:pPr lvl="0"/>
            <a:r>
              <a:rPr lang="zh-CN" altLang="en-US" dirty="0"/>
              <a:t>输入大标题</a:t>
            </a:r>
          </a:p>
        </p:txBody>
      </p:sp>
      <p:sp>
        <p:nvSpPr>
          <p:cNvPr id="9" name="矩形 8"/>
          <p:cNvSpPr/>
          <p:nvPr userDrawn="1"/>
        </p:nvSpPr>
        <p:spPr>
          <a:xfrm>
            <a:off x="292799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1121340"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userDrawn="1"/>
        </p:nvSpPr>
        <p:spPr>
          <a:xfrm rot="16200000">
            <a:off x="10462781"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grpSp>
        <p:nvGrpSpPr>
          <p:cNvPr id="16" name="组合 15"/>
          <p:cNvGrpSpPr/>
          <p:nvPr userDrawn="1"/>
        </p:nvGrpSpPr>
        <p:grpSpPr>
          <a:xfrm>
            <a:off x="6118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6"/>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4" name="组合 33"/>
              <p:cNvGrpSpPr/>
              <p:nvPr/>
            </p:nvGrpSpPr>
            <p:grpSpPr>
              <a:xfrm>
                <a:off x="11305242" y="2003776"/>
                <a:ext cx="354194" cy="439406"/>
                <a:chOff x="5548313" y="2084388"/>
                <a:chExt cx="547688" cy="679451"/>
              </a:xfrm>
              <a:grpFill/>
            </p:grpSpPr>
            <p:sp>
              <p:nvSpPr>
                <p:cNvPr id="39"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11380187" y="2628491"/>
                <a:ext cx="208353" cy="241263"/>
                <a:chOff x="3792874" y="3138488"/>
                <a:chExt cx="322175" cy="373063"/>
              </a:xfrm>
              <a:grpFill/>
            </p:grpSpPr>
            <p:sp>
              <p:nvSpPr>
                <p:cNvPr id="36"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p:cNvGrpSpPr/>
              <p:nvPr/>
            </p:nvGrpSpPr>
            <p:grpSpPr>
              <a:xfrm>
                <a:off x="10279016" y="3306476"/>
                <a:ext cx="313128" cy="329555"/>
                <a:chOff x="6113463" y="3541713"/>
                <a:chExt cx="484188" cy="509588"/>
              </a:xfrm>
              <a:grpFill/>
            </p:grpSpPr>
            <p:sp>
              <p:nvSpPr>
                <p:cNvPr id="30"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10268702" y="2216649"/>
                <a:ext cx="355220" cy="448646"/>
                <a:chOff x="6108700" y="2066926"/>
                <a:chExt cx="549275" cy="693738"/>
              </a:xfrm>
              <a:grpFill/>
            </p:grpSpPr>
            <p:sp>
              <p:nvSpPr>
                <p:cNvPr id="28"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10332867" y="2868571"/>
                <a:ext cx="238182" cy="205330"/>
                <a:chOff x="6186488" y="2930526"/>
                <a:chExt cx="368300" cy="317500"/>
              </a:xfrm>
              <a:grpFill/>
            </p:grpSpPr>
            <p:sp>
              <p:nvSpPr>
                <p:cNvPr id="25"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12"/>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grpSp>
      <p:pic>
        <p:nvPicPr>
          <p:cNvPr id="41" name="图片 40"/>
          <p:cNvPicPr>
            <a:picLocks noChangeAspect="1"/>
          </p:cNvPicPr>
          <p:nvPr userDrawn="1"/>
        </p:nvPicPr>
        <p:blipFill>
          <a:blip r:embed="rId3" cstate="screen"/>
          <a:stretch>
            <a:fillRect/>
          </a:stretch>
        </p:blipFill>
        <p:spPr>
          <a:xfrm>
            <a:off x="474738" y="515429"/>
            <a:ext cx="2295327" cy="504694"/>
          </a:xfrm>
          <a:prstGeom prst="rect">
            <a:avLst/>
          </a:prstGeom>
        </p:spPr>
      </p:pic>
      <p:cxnSp>
        <p:nvCxnSpPr>
          <p:cNvPr id="42" name="直接连接符 41"/>
          <p:cNvCxnSpPr/>
          <p:nvPr userDrawn="1"/>
        </p:nvCxnSpPr>
        <p:spPr>
          <a:xfrm>
            <a:off x="2927998" y="1355988"/>
            <a:ext cx="0" cy="4589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1522544" y="1400593"/>
            <a:ext cx="0" cy="45452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封面样式1-尾页">
    <p:spTree>
      <p:nvGrpSpPr>
        <p:cNvPr id="1" name=""/>
        <p:cNvGrpSpPr/>
        <p:nvPr/>
      </p:nvGrpSpPr>
      <p:grpSpPr>
        <a:xfrm>
          <a:off x="0" y="0"/>
          <a:ext cx="0" cy="0"/>
          <a:chOff x="0" y="0"/>
          <a:chExt cx="0" cy="0"/>
        </a:xfrm>
      </p:grpSpPr>
      <p:pic>
        <p:nvPicPr>
          <p:cNvPr id="43" name="图片 42"/>
          <p:cNvPicPr>
            <a:picLocks noChangeAspect="1"/>
          </p:cNvPicPr>
          <p:nvPr userDrawn="1"/>
        </p:nvPicPr>
        <p:blipFill>
          <a:blip r:embed="rId2" cstate="print"/>
          <a:stretch>
            <a:fillRect/>
          </a:stretch>
        </p:blipFill>
        <p:spPr>
          <a:xfrm>
            <a:off x="4600575" y="133072"/>
            <a:ext cx="6791691" cy="6535793"/>
          </a:xfrm>
          <a:prstGeom prst="rect">
            <a:avLst/>
          </a:prstGeom>
        </p:spPr>
      </p:pic>
      <p:sp>
        <p:nvSpPr>
          <p:cNvPr id="3" name="副标题 2"/>
          <p:cNvSpPr>
            <a:spLocks noGrp="1"/>
          </p:cNvSpPr>
          <p:nvPr>
            <p:ph type="subTitle" idx="1"/>
          </p:nvPr>
        </p:nvSpPr>
        <p:spPr>
          <a:xfrm>
            <a:off x="1216315"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p:cNvSpPr>
            <a:spLocks noGrp="1"/>
          </p:cNvSpPr>
          <p:nvPr>
            <p:ph type="body" sz="quarter" idx="11" hasCustomPrompt="1"/>
          </p:nvPr>
        </p:nvSpPr>
        <p:spPr>
          <a:xfrm>
            <a:off x="1216315"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p:cNvSpPr>
            <a:spLocks noGrp="1"/>
          </p:cNvSpPr>
          <p:nvPr>
            <p:ph type="body" sz="quarter" idx="12" hasCustomPrompt="1"/>
          </p:nvPr>
        </p:nvSpPr>
        <p:spPr>
          <a:xfrm>
            <a:off x="1216315"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3" name="文本占位符 12"/>
          <p:cNvSpPr>
            <a:spLocks noGrp="1"/>
          </p:cNvSpPr>
          <p:nvPr>
            <p:ph type="body" sz="quarter" idx="13" hasCustomPrompt="1"/>
          </p:nvPr>
        </p:nvSpPr>
        <p:spPr>
          <a:xfrm>
            <a:off x="1216315" y="1484311"/>
            <a:ext cx="7287114" cy="2267551"/>
          </a:xfrm>
        </p:spPr>
        <p:txBody>
          <a:bodyPr>
            <a:normAutofit/>
          </a:bodyPr>
          <a:lstStyle>
            <a:lvl1pPr marL="0" indent="0">
              <a:spcBef>
                <a:spcPts val="0"/>
              </a:spcBef>
              <a:buNone/>
              <a:defRPr sz="6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p>
        </p:txBody>
      </p:sp>
      <p:sp>
        <p:nvSpPr>
          <p:cNvPr id="9" name="矩形 8"/>
          <p:cNvSpPr/>
          <p:nvPr userDrawn="1"/>
        </p:nvSpPr>
        <p:spPr>
          <a:xfrm>
            <a:off x="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67561"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925830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88242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userDrawn="1"/>
        </p:nvGrpSpPr>
        <p:grpSpPr>
          <a:xfrm>
            <a:off x="98320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6"/>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4" name="组合 33"/>
              <p:cNvGrpSpPr/>
              <p:nvPr/>
            </p:nvGrpSpPr>
            <p:grpSpPr>
              <a:xfrm>
                <a:off x="11305242" y="2003776"/>
                <a:ext cx="354194" cy="439406"/>
                <a:chOff x="5548313" y="2084388"/>
                <a:chExt cx="547688" cy="679451"/>
              </a:xfrm>
              <a:grpFill/>
            </p:grpSpPr>
            <p:sp>
              <p:nvSpPr>
                <p:cNvPr id="39"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11380187" y="2628491"/>
                <a:ext cx="208353" cy="241263"/>
                <a:chOff x="3792874" y="3138488"/>
                <a:chExt cx="322175" cy="373063"/>
              </a:xfrm>
              <a:grpFill/>
            </p:grpSpPr>
            <p:sp>
              <p:nvSpPr>
                <p:cNvPr id="36"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p:cNvGrpSpPr/>
              <p:nvPr/>
            </p:nvGrpSpPr>
            <p:grpSpPr>
              <a:xfrm>
                <a:off x="10279016" y="3306476"/>
                <a:ext cx="313128" cy="329555"/>
                <a:chOff x="6113463" y="3541713"/>
                <a:chExt cx="484188" cy="509588"/>
              </a:xfrm>
              <a:grpFill/>
            </p:grpSpPr>
            <p:sp>
              <p:nvSpPr>
                <p:cNvPr id="30"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10268702" y="2216649"/>
                <a:ext cx="355220" cy="448646"/>
                <a:chOff x="6108700" y="2066926"/>
                <a:chExt cx="549275" cy="693738"/>
              </a:xfrm>
              <a:grpFill/>
            </p:grpSpPr>
            <p:sp>
              <p:nvSpPr>
                <p:cNvPr id="28"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10332867" y="2868571"/>
                <a:ext cx="238182" cy="205330"/>
                <a:chOff x="6186488" y="2930526"/>
                <a:chExt cx="368300" cy="317500"/>
              </a:xfrm>
              <a:grpFill/>
            </p:grpSpPr>
            <p:sp>
              <p:nvSpPr>
                <p:cNvPr id="25"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12"/>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grpSp>
      <p:sp>
        <p:nvSpPr>
          <p:cNvPr id="41" name="文本框 40"/>
          <p:cNvSpPr txBox="1"/>
          <p:nvPr userDrawn="1"/>
        </p:nvSpPr>
        <p:spPr>
          <a:xfrm rot="16200000">
            <a:off x="-1443469"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pic>
        <p:nvPicPr>
          <p:cNvPr id="42" name="图片 41"/>
          <p:cNvPicPr>
            <a:picLocks noChangeAspect="1"/>
          </p:cNvPicPr>
          <p:nvPr userDrawn="1"/>
        </p:nvPicPr>
        <p:blipFill>
          <a:blip r:embed="rId3" cstate="screen"/>
          <a:stretch>
            <a:fillRect/>
          </a:stretch>
        </p:blipFill>
        <p:spPr>
          <a:xfrm>
            <a:off x="9452633" y="548450"/>
            <a:ext cx="2295327" cy="504694"/>
          </a:xfrm>
          <a:prstGeom prst="rect">
            <a:avLst/>
          </a:prstGeom>
        </p:spPr>
      </p:pic>
      <p:cxnSp>
        <p:nvCxnSpPr>
          <p:cNvPr id="4" name="直接连接符 3"/>
          <p:cNvCxnSpPr/>
          <p:nvPr userDrawn="1"/>
        </p:nvCxnSpPr>
        <p:spPr>
          <a:xfrm>
            <a:off x="666749" y="1329225"/>
            <a:ext cx="0" cy="471473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9258300" y="1280160"/>
            <a:ext cx="0" cy="483516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8" name="任意多边形: 形状 39"/>
          <p:cNvSpPr/>
          <p:nvPr userDrawn="1"/>
        </p:nvSpPr>
        <p:spPr>
          <a:xfrm>
            <a:off x="221886"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9"/>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39"/>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74"/>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12" name="标题 47"/>
          <p:cNvSpPr>
            <a:spLocks noGrp="1"/>
          </p:cNvSpPr>
          <p:nvPr>
            <p:ph type="title" hasCustomPrompt="1"/>
          </p:nvPr>
        </p:nvSpPr>
        <p:spPr>
          <a:xfrm>
            <a:off x="630418" y="2616692"/>
            <a:ext cx="705595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pitchFamily="34" charset="-122"/>
                <a:ea typeface="微软雅黑" panose="020B0503020204020204" pitchFamily="3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p:cNvSpPr>
            <a:spLocks noGrp="1"/>
          </p:cNvSpPr>
          <p:nvPr>
            <p:ph type="body" sz="quarter" idx="13" hasCustomPrompt="1"/>
          </p:nvPr>
        </p:nvSpPr>
        <p:spPr>
          <a:xfrm>
            <a:off x="654709" y="2352090"/>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p:cNvSpPr>
            <a:spLocks noGrp="1"/>
          </p:cNvSpPr>
          <p:nvPr>
            <p:ph type="body" sz="quarter" idx="16" hasCustomPrompt="1"/>
          </p:nvPr>
        </p:nvSpPr>
        <p:spPr>
          <a:xfrm>
            <a:off x="655638" y="4304189"/>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sp>
        <p:nvSpPr>
          <p:cNvPr id="16" name="文本框 15"/>
          <p:cNvSpPr txBox="1"/>
          <p:nvPr userDrawn="1"/>
        </p:nvSpPr>
        <p:spPr>
          <a:xfrm>
            <a:off x="474450" y="318256"/>
            <a:ext cx="1899117" cy="792864"/>
          </a:xfrm>
          <a:prstGeom prst="rect">
            <a:avLst/>
          </a:prstGeom>
          <a:noFill/>
          <a:ln>
            <a:noFill/>
          </a:ln>
        </p:spPr>
        <p:txBody>
          <a:bodyPr wrap="square" lIns="180000" tIns="180000" rIns="180000" bIns="180000" rtlCol="0">
            <a:spAutoFit/>
          </a:bodyPr>
          <a:lstStyle/>
          <a:p>
            <a:pPr algn="l">
              <a:lnSpc>
                <a:spcPct val="130000"/>
              </a:lnSpc>
            </a:pPr>
            <a:r>
              <a:rPr lang="en-US" altLang="zh-CN" sz="2400" b="1" i="0" spc="100" dirty="0">
                <a:solidFill>
                  <a:schemeClr val="accent3"/>
                </a:solidFill>
                <a:latin typeface="+mn-ea"/>
              </a:rPr>
              <a:t>◀ BIT</a:t>
            </a:r>
            <a:r>
              <a:rPr lang="en-US" altLang="zh-CN" sz="2400" b="1" i="0" spc="100" baseline="0" dirty="0">
                <a:solidFill>
                  <a:schemeClr val="accent3"/>
                </a:solidFill>
                <a:latin typeface="+mn-ea"/>
              </a:rPr>
              <a:t> </a:t>
            </a:r>
            <a:r>
              <a:rPr lang="en-US" altLang="zh-CN" sz="2400" b="1" i="0" spc="100" dirty="0">
                <a:solidFill>
                  <a:schemeClr val="accent3"/>
                </a:solidFill>
                <a:latin typeface="+mn-ea"/>
              </a:rPr>
              <a:t>▶</a:t>
            </a:r>
            <a:endParaRPr lang="zh-CN" altLang="en-US" sz="2400" b="1" i="0" spc="100" dirty="0">
              <a:solidFill>
                <a:schemeClr val="accent3"/>
              </a:solidFill>
              <a:latin typeface="+mn-ea"/>
            </a:endParaRPr>
          </a:p>
        </p:txBody>
      </p:sp>
      <p:pic>
        <p:nvPicPr>
          <p:cNvPr id="23" name="图片 22"/>
          <p:cNvPicPr>
            <a:picLocks noChangeAspect="1"/>
          </p:cNvPicPr>
          <p:nvPr userDrawn="1"/>
        </p:nvPicPr>
        <p:blipFill>
          <a:blip r:embed="rId4"/>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screen"/>
          <a:stretch>
            <a:fillRect/>
          </a:stretch>
        </p:blipFill>
        <p:spPr>
          <a:xfrm>
            <a:off x="8250874" y="2196869"/>
            <a:ext cx="3243162" cy="2464261"/>
          </a:xfrm>
          <a:prstGeom prst="rect">
            <a:avLst/>
          </a:prstGeom>
        </p:spPr>
      </p:pic>
      <p:grpSp>
        <p:nvGrpSpPr>
          <p:cNvPr id="24" name="组合 23"/>
          <p:cNvGrpSpPr/>
          <p:nvPr userDrawn="1"/>
        </p:nvGrpSpPr>
        <p:grpSpPr>
          <a:xfrm>
            <a:off x="671368" y="6083135"/>
            <a:ext cx="2542613" cy="276499"/>
            <a:chOff x="598941" y="6399999"/>
            <a:chExt cx="2542613" cy="276499"/>
          </a:xfrm>
          <a:solidFill>
            <a:schemeClr val="bg1">
              <a:lumMod val="65000"/>
            </a:schemeClr>
          </a:solidFill>
        </p:grpSpPr>
        <p:grpSp>
          <p:nvGrpSpPr>
            <p:cNvPr id="25" name="组合 24"/>
            <p:cNvGrpSpPr/>
            <p:nvPr/>
          </p:nvGrpSpPr>
          <p:grpSpPr>
            <a:xfrm>
              <a:off x="2055693" y="6402621"/>
              <a:ext cx="1085861" cy="270805"/>
              <a:chOff x="10340336" y="2247899"/>
              <a:chExt cx="2724438" cy="679451"/>
            </a:xfrm>
            <a:grpFill/>
          </p:grpSpPr>
          <p:sp>
            <p:nvSpPr>
              <p:cNvPr id="39"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40"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41" name="组合 40"/>
              <p:cNvGrpSpPr/>
              <p:nvPr/>
            </p:nvGrpSpPr>
            <p:grpSpPr>
              <a:xfrm>
                <a:off x="10340336" y="2247899"/>
                <a:ext cx="547688" cy="679451"/>
                <a:chOff x="5548313" y="2084388"/>
                <a:chExt cx="547688" cy="679451"/>
              </a:xfrm>
              <a:grpFill/>
            </p:grpSpPr>
            <p:sp>
              <p:nvSpPr>
                <p:cNvPr id="4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2" name="组合 41"/>
              <p:cNvGrpSpPr/>
              <p:nvPr/>
            </p:nvGrpSpPr>
            <p:grpSpPr>
              <a:xfrm>
                <a:off x="11192276" y="2400300"/>
                <a:ext cx="322175" cy="373063"/>
                <a:chOff x="3792874" y="3138488"/>
                <a:chExt cx="322175" cy="373063"/>
              </a:xfrm>
              <a:grpFill/>
            </p:grpSpPr>
            <p:sp>
              <p:nvSpPr>
                <p:cNvPr id="43"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26" name="组合 25"/>
            <p:cNvGrpSpPr/>
            <p:nvPr/>
          </p:nvGrpSpPr>
          <p:grpSpPr>
            <a:xfrm>
              <a:off x="598941" y="6399999"/>
              <a:ext cx="1102619" cy="276499"/>
              <a:chOff x="6738929" y="2270918"/>
              <a:chExt cx="2766486" cy="693738"/>
            </a:xfrm>
            <a:grpFill/>
          </p:grpSpPr>
          <p:grpSp>
            <p:nvGrpSpPr>
              <p:cNvPr id="27" name="组合 26"/>
              <p:cNvGrpSpPr/>
              <p:nvPr/>
            </p:nvGrpSpPr>
            <p:grpSpPr>
              <a:xfrm>
                <a:off x="8180494" y="2355056"/>
                <a:ext cx="484188" cy="509588"/>
                <a:chOff x="6113463" y="3541713"/>
                <a:chExt cx="484188" cy="509588"/>
              </a:xfrm>
              <a:grpFill/>
            </p:grpSpPr>
            <p:sp>
              <p:nvSpPr>
                <p:cNvPr id="3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8" name="组合 27"/>
              <p:cNvGrpSpPr/>
              <p:nvPr/>
            </p:nvGrpSpPr>
            <p:grpSpPr>
              <a:xfrm>
                <a:off x="6738929" y="2270918"/>
                <a:ext cx="549275" cy="693738"/>
                <a:chOff x="6108700" y="2066926"/>
                <a:chExt cx="549275" cy="693738"/>
              </a:xfrm>
              <a:grpFill/>
            </p:grpSpPr>
            <p:sp>
              <p:nvSpPr>
                <p:cNvPr id="3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9" name="组合 28"/>
              <p:cNvGrpSpPr/>
              <p:nvPr/>
            </p:nvGrpSpPr>
            <p:grpSpPr>
              <a:xfrm>
                <a:off x="7532962" y="2451100"/>
                <a:ext cx="368300" cy="317500"/>
                <a:chOff x="6186488" y="2930526"/>
                <a:chExt cx="368300" cy="317500"/>
              </a:xfrm>
              <a:grpFill/>
            </p:grpSpPr>
            <p:sp>
              <p:nvSpPr>
                <p:cNvPr id="3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0"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PA-矩形 7"/>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stretch>
            <a:fillRect/>
          </a:stretch>
        </p:blipFill>
        <p:spPr>
          <a:xfrm>
            <a:off x="-2610651" y="161103"/>
            <a:ext cx="6791691" cy="6535792"/>
          </a:xfrm>
          <a:prstGeom prst="rect">
            <a:avLst/>
          </a:prstGeom>
        </p:spPr>
      </p:pic>
      <p:sp>
        <p:nvSpPr>
          <p:cNvPr id="3" name="矩形 2"/>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cs typeface="+mn-ea"/>
              <a:sym typeface="+mn-lt"/>
            </a:endParaRPr>
          </a:p>
        </p:txBody>
      </p:sp>
      <p:sp>
        <p:nvSpPr>
          <p:cNvPr id="31" name="任意多边形: 形状 30"/>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48" name="标题 47"/>
          <p:cNvSpPr>
            <a:spLocks noGrp="1"/>
          </p:cNvSpPr>
          <p:nvPr>
            <p:ph type="title" hasCustomPrompt="1"/>
          </p:nvPr>
        </p:nvSpPr>
        <p:spPr>
          <a:xfrm>
            <a:off x="5113420" y="2558484"/>
            <a:ext cx="6236023"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p:cNvSpPr>
            <a:spLocks noGrp="1"/>
          </p:cNvSpPr>
          <p:nvPr>
            <p:ph type="body" sz="quarter" idx="16" hasCustomPrompt="1"/>
          </p:nvPr>
        </p:nvSpPr>
        <p:spPr>
          <a:xfrm>
            <a:off x="5143364" y="4198880"/>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pic>
        <p:nvPicPr>
          <p:cNvPr id="8" name="图片 7"/>
          <p:cNvPicPr>
            <a:picLocks noChangeAspect="1"/>
          </p:cNvPicPr>
          <p:nvPr userDrawn="1"/>
        </p:nvPicPr>
        <p:blipFill>
          <a:blip r:embed="rId5" cstate="screen"/>
          <a:stretch>
            <a:fillRect/>
          </a:stretch>
        </p:blipFill>
        <p:spPr>
          <a:xfrm>
            <a:off x="1111261" y="2359437"/>
            <a:ext cx="2855386" cy="2169616"/>
          </a:xfrm>
          <a:prstGeom prst="rect">
            <a:avLst/>
          </a:prstGeom>
        </p:spPr>
      </p:pic>
    </p:spTree>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任意多边形: 形状 118"/>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6" name="任意多边形: 形状 105"/>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8" name="任意多边形: 形状 117"/>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9" name="任意多边形: 形状 83"/>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50" name="任意多边形: 形状 83"/>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102" name="任意多边形: 形状 101"/>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4" name="任意多边形: 形状 83"/>
          <p:cNvSpPr/>
          <p:nvPr userDrawn="1"/>
        </p:nvSpPr>
        <p:spPr>
          <a:xfrm>
            <a:off x="0"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48" name="标题 47"/>
          <p:cNvSpPr>
            <a:spLocks noGrp="1"/>
          </p:cNvSpPr>
          <p:nvPr userDrawn="1">
            <p:ph type="title" hasCustomPrompt="1"/>
          </p:nvPr>
        </p:nvSpPr>
        <p:spPr>
          <a:xfrm>
            <a:off x="515939"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p:cNvSpPr>
            <a:spLocks noGrp="1"/>
          </p:cNvSpPr>
          <p:nvPr userDrawn="1">
            <p:ph type="body" sz="quarter" idx="16" hasCustomPrompt="1"/>
          </p:nvPr>
        </p:nvSpPr>
        <p:spPr>
          <a:xfrm>
            <a:off x="4063320" y="5540739"/>
            <a:ext cx="4065361" cy="3447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cxnSp>
        <p:nvCxnSpPr>
          <p:cNvPr id="18" name="直接连接符 17"/>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screen"/>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52" name="组合 51"/>
          <p:cNvGrpSpPr/>
          <p:nvPr userDrawn="1"/>
        </p:nvGrpSpPr>
        <p:grpSpPr>
          <a:xfrm>
            <a:off x="10083479" y="6315185"/>
            <a:ext cx="1765866" cy="192031"/>
            <a:chOff x="598941" y="6399999"/>
            <a:chExt cx="2542613" cy="276499"/>
          </a:xfrm>
          <a:solidFill>
            <a:schemeClr val="bg1">
              <a:lumMod val="65000"/>
            </a:schemeClr>
          </a:solidFill>
        </p:grpSpPr>
        <p:grpSp>
          <p:nvGrpSpPr>
            <p:cNvPr id="53" name="组合 52"/>
            <p:cNvGrpSpPr/>
            <p:nvPr/>
          </p:nvGrpSpPr>
          <p:grpSpPr>
            <a:xfrm>
              <a:off x="2055693" y="6402621"/>
              <a:ext cx="1085861" cy="270805"/>
              <a:chOff x="10340336" y="2247899"/>
              <a:chExt cx="2724438" cy="679451"/>
            </a:xfrm>
            <a:grpFill/>
          </p:grpSpPr>
          <p:sp>
            <p:nvSpPr>
              <p:cNvPr id="89"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90"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91" name="组合 90"/>
              <p:cNvGrpSpPr/>
              <p:nvPr/>
            </p:nvGrpSpPr>
            <p:grpSpPr>
              <a:xfrm>
                <a:off x="10340336" y="2247899"/>
                <a:ext cx="547688" cy="679451"/>
                <a:chOff x="5548313" y="2084388"/>
                <a:chExt cx="547688" cy="679451"/>
              </a:xfrm>
              <a:grpFill/>
            </p:grpSpPr>
            <p:sp>
              <p:nvSpPr>
                <p:cNvPr id="9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2" name="组合 91"/>
              <p:cNvGrpSpPr/>
              <p:nvPr/>
            </p:nvGrpSpPr>
            <p:grpSpPr>
              <a:xfrm>
                <a:off x="11192276" y="2400300"/>
                <a:ext cx="322175" cy="373063"/>
                <a:chOff x="3792874" y="3138488"/>
                <a:chExt cx="322175" cy="373063"/>
              </a:xfrm>
              <a:grpFill/>
            </p:grpSpPr>
            <p:sp>
              <p:nvSpPr>
                <p:cNvPr id="93"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54" name="组合 53"/>
            <p:cNvGrpSpPr/>
            <p:nvPr/>
          </p:nvGrpSpPr>
          <p:grpSpPr>
            <a:xfrm>
              <a:off x="598941" y="6399999"/>
              <a:ext cx="1102619" cy="276499"/>
              <a:chOff x="6738929" y="2270918"/>
              <a:chExt cx="2766486" cy="693738"/>
            </a:xfrm>
            <a:grpFill/>
          </p:grpSpPr>
          <p:grpSp>
            <p:nvGrpSpPr>
              <p:cNvPr id="55" name="组合 54"/>
              <p:cNvGrpSpPr/>
              <p:nvPr/>
            </p:nvGrpSpPr>
            <p:grpSpPr>
              <a:xfrm>
                <a:off x="8180494" y="2355056"/>
                <a:ext cx="484188" cy="509588"/>
                <a:chOff x="6113463" y="3541713"/>
                <a:chExt cx="484188" cy="509588"/>
              </a:xfrm>
              <a:grpFill/>
            </p:grpSpPr>
            <p:sp>
              <p:nvSpPr>
                <p:cNvPr id="8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6" name="组合 55"/>
              <p:cNvGrpSpPr/>
              <p:nvPr/>
            </p:nvGrpSpPr>
            <p:grpSpPr>
              <a:xfrm>
                <a:off x="6738929" y="2270918"/>
                <a:ext cx="549275" cy="693738"/>
                <a:chOff x="6108700" y="2066926"/>
                <a:chExt cx="549275" cy="693738"/>
              </a:xfrm>
              <a:grpFill/>
            </p:grpSpPr>
            <p:sp>
              <p:nvSpPr>
                <p:cNvPr id="8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7" name="组合 56"/>
              <p:cNvGrpSpPr/>
              <p:nvPr/>
            </p:nvGrpSpPr>
            <p:grpSpPr>
              <a:xfrm>
                <a:off x="7532962" y="2451100"/>
                <a:ext cx="368300" cy="317500"/>
                <a:chOff x="6186488" y="2930526"/>
                <a:chExt cx="368300" cy="317500"/>
              </a:xfrm>
              <a:grpFill/>
            </p:grpSpPr>
            <p:sp>
              <p:nvSpPr>
                <p:cNvPr id="6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封面样式2-尾页">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1" fmla="*/ 0 w 3162300"/>
              <a:gd name="connsiteY0-2" fmla="*/ 2147409 h 2238849"/>
              <a:gd name="connsiteX1-3" fmla="*/ 0 w 3162300"/>
              <a:gd name="connsiteY1-4" fmla="*/ 1565265 h 2238849"/>
              <a:gd name="connsiteX2-5" fmla="*/ 0 w 3162300"/>
              <a:gd name="connsiteY2-6" fmla="*/ 1544697 h 2238849"/>
              <a:gd name="connsiteX3-7" fmla="*/ 0 w 3162300"/>
              <a:gd name="connsiteY3-8" fmla="*/ 0 h 2238849"/>
              <a:gd name="connsiteX4-9" fmla="*/ 1585774 w 3162300"/>
              <a:gd name="connsiteY4-10" fmla="*/ 1112898 h 2238849"/>
              <a:gd name="connsiteX5-11" fmla="*/ 3162300 w 3162300"/>
              <a:gd name="connsiteY5-12" fmla="*/ 0 h 2238849"/>
              <a:gd name="connsiteX6-13" fmla="*/ 3162300 w 3162300"/>
              <a:gd name="connsiteY6-14" fmla="*/ 1544697 h 2238849"/>
              <a:gd name="connsiteX7-15" fmla="*/ 3162300 w 3162300"/>
              <a:gd name="connsiteY7-16" fmla="*/ 1565265 h 2238849"/>
              <a:gd name="connsiteX8-17" fmla="*/ 3162300 w 3162300"/>
              <a:gd name="connsiteY8-18" fmla="*/ 2147409 h 2238849"/>
              <a:gd name="connsiteX9" fmla="*/ 91440 w 3162300"/>
              <a:gd name="connsiteY9" fmla="*/ 2238849 h 2238849"/>
              <a:gd name="connsiteX0-19" fmla="*/ 0 w 3162300"/>
              <a:gd name="connsiteY0-20" fmla="*/ 2147409 h 2147409"/>
              <a:gd name="connsiteX1-21" fmla="*/ 0 w 3162300"/>
              <a:gd name="connsiteY1-22" fmla="*/ 1565265 h 2147409"/>
              <a:gd name="connsiteX2-23" fmla="*/ 0 w 3162300"/>
              <a:gd name="connsiteY2-24" fmla="*/ 1544697 h 2147409"/>
              <a:gd name="connsiteX3-25" fmla="*/ 0 w 3162300"/>
              <a:gd name="connsiteY3-26" fmla="*/ 0 h 2147409"/>
              <a:gd name="connsiteX4-27" fmla="*/ 1585774 w 3162300"/>
              <a:gd name="connsiteY4-28" fmla="*/ 1112898 h 2147409"/>
              <a:gd name="connsiteX5-29" fmla="*/ 3162300 w 3162300"/>
              <a:gd name="connsiteY5-30" fmla="*/ 0 h 2147409"/>
              <a:gd name="connsiteX6-31" fmla="*/ 3162300 w 3162300"/>
              <a:gd name="connsiteY6-32" fmla="*/ 1544697 h 2147409"/>
              <a:gd name="connsiteX7-33" fmla="*/ 3162300 w 3162300"/>
              <a:gd name="connsiteY7-34" fmla="*/ 1565265 h 2147409"/>
              <a:gd name="connsiteX8-35" fmla="*/ 3162300 w 3162300"/>
              <a:gd name="connsiteY8-36" fmla="*/ 2147409 h 21474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1" fmla="*/ 0 w 3162300"/>
              <a:gd name="connsiteY0-2" fmla="*/ 1871961 h 1963401"/>
              <a:gd name="connsiteX1-3" fmla="*/ 0 w 3162300"/>
              <a:gd name="connsiteY1-4" fmla="*/ 0 h 1963401"/>
              <a:gd name="connsiteX2-5" fmla="*/ 3162300 w 3162300"/>
              <a:gd name="connsiteY2-6" fmla="*/ 0 h 1963401"/>
              <a:gd name="connsiteX3-7" fmla="*/ 3162300 w 3162300"/>
              <a:gd name="connsiteY3-8" fmla="*/ 1871961 h 1963401"/>
              <a:gd name="connsiteX4-9" fmla="*/ 91440 w 3162300"/>
              <a:gd name="connsiteY4-10" fmla="*/ 1963401 h 1963401"/>
              <a:gd name="connsiteX0-11" fmla="*/ 0 w 3162300"/>
              <a:gd name="connsiteY0-12" fmla="*/ 1871961 h 1871961"/>
              <a:gd name="connsiteX1-13" fmla="*/ 0 w 3162300"/>
              <a:gd name="connsiteY1-14" fmla="*/ 0 h 1871961"/>
              <a:gd name="connsiteX2-15" fmla="*/ 3162300 w 3162300"/>
              <a:gd name="connsiteY2-16" fmla="*/ 0 h 1871961"/>
              <a:gd name="connsiteX3-17" fmla="*/ 3162300 w 3162300"/>
              <a:gd name="connsiteY3-18" fmla="*/ 1871961 h 1871961"/>
            </a:gdLst>
            <a:ahLst/>
            <a:cxnLst>
              <a:cxn ang="0">
                <a:pos x="connsiteX0-1" y="connsiteY0-2"/>
              </a:cxn>
              <a:cxn ang="0">
                <a:pos x="connsiteX1-3" y="connsiteY1-4"/>
              </a:cxn>
              <a:cxn ang="0">
                <a:pos x="connsiteX2-5" y="connsiteY2-6"/>
              </a:cxn>
              <a:cxn ang="0">
                <a:pos x="connsiteX3-7" y="connsiteY3-8"/>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cs typeface="+mn-ea"/>
              <a:sym typeface="+mn-lt"/>
            </a:endParaRPr>
          </a:p>
        </p:txBody>
      </p:sp>
      <p:sp>
        <p:nvSpPr>
          <p:cNvPr id="12" name="等腰三角形 11"/>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screen"/>
          <a:stretch>
            <a:fillRect/>
          </a:stretch>
        </p:blipFill>
        <p:spPr>
          <a:xfrm>
            <a:off x="4974749" y="1401223"/>
            <a:ext cx="2256308" cy="631546"/>
          </a:xfrm>
          <a:prstGeom prst="rect">
            <a:avLst/>
          </a:prstGeom>
        </p:spPr>
      </p:pic>
    </p:spTree>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封面样式3-首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l="128" r="23340"/>
          <a:stretch>
            <a:fillRect/>
          </a:stretch>
        </p:blipFill>
        <p:spPr>
          <a:xfrm>
            <a:off x="4303956" y="0"/>
            <a:ext cx="7888043" cy="6858000"/>
          </a:xfrm>
          <a:prstGeom prst="rect">
            <a:avLst/>
          </a:prstGeom>
        </p:spPr>
      </p:pic>
      <p:sp>
        <p:nvSpPr>
          <p:cNvPr id="7" name="矩形 6"/>
          <p:cNvSpPr/>
          <p:nvPr userDrawn="1"/>
        </p:nvSpPr>
        <p:spPr>
          <a:xfrm>
            <a:off x="-1" y="0"/>
            <a:ext cx="12192000"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图片 12"/>
          <p:cNvPicPr>
            <a:picLocks noChangeAspect="1"/>
          </p:cNvPicPr>
          <p:nvPr userDrawn="1"/>
        </p:nvPicPr>
        <p:blipFill>
          <a:blip r:embed="rId3" cstate="screen"/>
          <a:stretch>
            <a:fillRect/>
          </a:stretch>
        </p:blipFill>
        <p:spPr>
          <a:xfrm>
            <a:off x="540452" y="479393"/>
            <a:ext cx="2203058" cy="616640"/>
          </a:xfrm>
          <a:prstGeom prst="rect">
            <a:avLst/>
          </a:prstGeom>
        </p:spPr>
      </p:pic>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封面样式3-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l="15573" r="198"/>
          <a:stretch>
            <a:fillRect/>
          </a:stretch>
        </p:blipFill>
        <p:spPr>
          <a:xfrm>
            <a:off x="0" y="0"/>
            <a:ext cx="8678174" cy="6858000"/>
          </a:xfrm>
          <a:prstGeom prst="rect">
            <a:avLst/>
          </a:prstGeom>
        </p:spPr>
      </p:pic>
      <p:sp>
        <p:nvSpPr>
          <p:cNvPr id="7" name="矩形 6"/>
          <p:cNvSpPr/>
          <p:nvPr userDrawn="1"/>
        </p:nvSpPr>
        <p:spPr>
          <a:xfrm>
            <a:off x="0" y="0"/>
            <a:ext cx="12191999" cy="6858000"/>
          </a:xfrm>
          <a:prstGeom prst="rect">
            <a:avLst/>
          </a:prstGeom>
          <a:gradFill flip="none" rotWithShape="1">
            <a:gsLst>
              <a:gs pos="0">
                <a:schemeClr val="accent1">
                  <a:lumMod val="100000"/>
                  <a:alpha val="0"/>
                </a:schemeClr>
              </a:gs>
              <a:gs pos="59000">
                <a:schemeClr val="accent1">
                  <a:lumMod val="100000"/>
                </a:schemeClr>
              </a:gs>
              <a:gs pos="100000">
                <a:schemeClr val="accent1">
                  <a:lumMod val="10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p:cNvPicPr>
            <a:picLocks noChangeAspect="1"/>
          </p:cNvPicPr>
          <p:nvPr userDrawn="1"/>
        </p:nvPicPr>
        <p:blipFill>
          <a:blip r:embed="rId3" cstate="screen"/>
          <a:stretch>
            <a:fillRect/>
          </a:stretch>
        </p:blipFill>
        <p:spPr>
          <a:xfrm>
            <a:off x="9403566" y="501046"/>
            <a:ext cx="2203058" cy="616640"/>
          </a:xfrm>
          <a:prstGeom prst="rect">
            <a:avLst/>
          </a:prstGeom>
        </p:spPr>
      </p:pic>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封面样式4-首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srcRect/>
          <a:stretch>
            <a:fillRect/>
          </a:stretch>
        </p:blipFill>
        <p:spPr>
          <a:xfrm>
            <a:off x="4768810" y="7452"/>
            <a:ext cx="7423189" cy="6850548"/>
          </a:xfrm>
          <a:prstGeom prst="rect">
            <a:avLst/>
          </a:prstGeom>
        </p:spPr>
      </p:pic>
      <p:sp>
        <p:nvSpPr>
          <p:cNvPr id="7" name="矩形 6"/>
          <p:cNvSpPr/>
          <p:nvPr userDrawn="1"/>
        </p:nvSpPr>
        <p:spPr>
          <a:xfrm>
            <a:off x="-2" y="0"/>
            <a:ext cx="12192001"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40" name="图片 39"/>
          <p:cNvPicPr>
            <a:picLocks noChangeAspect="1"/>
          </p:cNvPicPr>
          <p:nvPr userDrawn="1"/>
        </p:nvPicPr>
        <p:blipFill>
          <a:blip r:embed="rId3" cstate="screen"/>
          <a:stretch>
            <a:fillRect/>
          </a:stretch>
        </p:blipFill>
        <p:spPr>
          <a:xfrm>
            <a:off x="540452" y="479393"/>
            <a:ext cx="2203058" cy="616640"/>
          </a:xfrm>
          <a:prstGeom prst="rect">
            <a:avLst/>
          </a:prstGeom>
        </p:spPr>
      </p:pic>
    </p:spTree>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封面样式4-尾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srcRect/>
          <a:stretch>
            <a:fillRect/>
          </a:stretch>
        </p:blipFill>
        <p:spPr>
          <a:xfrm>
            <a:off x="-10414" y="0"/>
            <a:ext cx="8336943" cy="6860043"/>
          </a:xfrm>
          <a:prstGeom prst="rect">
            <a:avLst/>
          </a:prstGeom>
        </p:spPr>
      </p:pic>
      <p:sp>
        <p:nvSpPr>
          <p:cNvPr id="7" name="矩形 6"/>
          <p:cNvSpPr/>
          <p:nvPr userDrawn="1"/>
        </p:nvSpPr>
        <p:spPr>
          <a:xfrm>
            <a:off x="-10414" y="0"/>
            <a:ext cx="12202413" cy="6858000"/>
          </a:xfrm>
          <a:prstGeom prst="rect">
            <a:avLst/>
          </a:prstGeom>
          <a:gradFill flip="none" rotWithShape="1">
            <a:gsLst>
              <a:gs pos="0">
                <a:schemeClr val="accent1">
                  <a:lumMod val="100000"/>
                  <a:alpha val="0"/>
                </a:schemeClr>
              </a:gs>
              <a:gs pos="50000">
                <a:schemeClr val="accent1">
                  <a:lumMod val="100000"/>
                </a:schemeClr>
              </a:gs>
              <a:gs pos="100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p:cNvGrpSpPr/>
            <p:nvPr/>
          </p:nvGrpSpPr>
          <p:grpSpPr>
            <a:xfrm>
              <a:off x="4043374" y="5725999"/>
              <a:ext cx="2675443" cy="667232"/>
              <a:chOff x="10340336" y="2247899"/>
              <a:chExt cx="2724438" cy="679451"/>
            </a:xfrm>
            <a:grpFill/>
          </p:grpSpPr>
          <p:sp>
            <p:nvSpPr>
              <p:cNvPr id="3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2" name="组合 31"/>
              <p:cNvGrpSpPr/>
              <p:nvPr/>
            </p:nvGrpSpPr>
            <p:grpSpPr>
              <a:xfrm>
                <a:off x="10340336" y="2247899"/>
                <a:ext cx="547688" cy="679451"/>
                <a:chOff x="5548313" y="2084388"/>
                <a:chExt cx="547688" cy="679451"/>
              </a:xfrm>
              <a:grpFill/>
            </p:grpSpPr>
            <p:sp>
              <p:nvSpPr>
                <p:cNvPr id="3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3" name="组合 32"/>
              <p:cNvGrpSpPr/>
              <p:nvPr/>
            </p:nvGrpSpPr>
            <p:grpSpPr>
              <a:xfrm>
                <a:off x="11192276" y="2400300"/>
                <a:ext cx="322175" cy="373063"/>
                <a:chOff x="3792874" y="3138488"/>
                <a:chExt cx="322175" cy="373063"/>
              </a:xfrm>
              <a:grpFill/>
            </p:grpSpPr>
            <p:sp>
              <p:nvSpPr>
                <p:cNvPr id="3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7" name="组合 16"/>
            <p:cNvGrpSpPr/>
            <p:nvPr/>
          </p:nvGrpSpPr>
          <p:grpSpPr>
            <a:xfrm>
              <a:off x="582366" y="5719539"/>
              <a:ext cx="2716733" cy="681262"/>
              <a:chOff x="6738929" y="2270918"/>
              <a:chExt cx="2766486" cy="693738"/>
            </a:xfrm>
            <a:grpFill/>
          </p:grpSpPr>
          <p:grpSp>
            <p:nvGrpSpPr>
              <p:cNvPr id="18" name="组合 17"/>
              <p:cNvGrpSpPr/>
              <p:nvPr/>
            </p:nvGrpSpPr>
            <p:grpSpPr>
              <a:xfrm>
                <a:off x="8180494" y="2355056"/>
                <a:ext cx="484188" cy="509588"/>
                <a:chOff x="6113463" y="3541713"/>
                <a:chExt cx="484188" cy="509588"/>
              </a:xfrm>
              <a:grpFill/>
            </p:grpSpPr>
            <p:sp>
              <p:nvSpPr>
                <p:cNvPr id="2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9" name="组合 18"/>
              <p:cNvGrpSpPr/>
              <p:nvPr/>
            </p:nvGrpSpPr>
            <p:grpSpPr>
              <a:xfrm>
                <a:off x="6738929" y="2270918"/>
                <a:ext cx="549275" cy="693738"/>
                <a:chOff x="6108700" y="2066926"/>
                <a:chExt cx="549275" cy="693738"/>
              </a:xfrm>
              <a:grpFill/>
            </p:grpSpPr>
            <p:sp>
              <p:nvSpPr>
                <p:cNvPr id="2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0" name="组合 19"/>
              <p:cNvGrpSpPr/>
              <p:nvPr/>
            </p:nvGrpSpPr>
            <p:grpSpPr>
              <a:xfrm>
                <a:off x="7532962" y="2451100"/>
                <a:ext cx="368300" cy="317500"/>
                <a:chOff x="6186488" y="2930526"/>
                <a:chExt cx="368300" cy="317500"/>
              </a:xfrm>
              <a:grpFill/>
            </p:grpSpPr>
            <p:sp>
              <p:nvSpPr>
                <p:cNvPr id="2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40" name="图片 39"/>
          <p:cNvPicPr>
            <a:picLocks noChangeAspect="1"/>
          </p:cNvPicPr>
          <p:nvPr userDrawn="1"/>
        </p:nvPicPr>
        <p:blipFill>
          <a:blip r:embed="rId3" cstate="screen"/>
          <a:stretch>
            <a:fillRect/>
          </a:stretch>
        </p:blipFill>
        <p:spPr>
          <a:xfrm>
            <a:off x="9403566" y="501046"/>
            <a:ext cx="2203058" cy="616640"/>
          </a:xfrm>
          <a:prstGeom prst="rect">
            <a:avLst/>
          </a:prstGeom>
        </p:spPr>
      </p:pic>
    </p:spTree>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封面样式5-首页">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screen"/>
          <a:stretch>
            <a:fillRect/>
          </a:stretch>
        </p:blipFill>
        <p:spPr>
          <a:xfrm>
            <a:off x="-6352" y="0"/>
            <a:ext cx="12198351" cy="5024521"/>
          </a:xfrm>
          <a:prstGeom prst="rect">
            <a:avLst/>
          </a:prstGeom>
        </p:spPr>
      </p:pic>
      <p:sp>
        <p:nvSpPr>
          <p:cNvPr id="7" name="矩形 6"/>
          <p:cNvSpPr/>
          <p:nvPr userDrawn="1"/>
        </p:nvSpPr>
        <p:spPr>
          <a:xfrm>
            <a:off x="-6351" y="0"/>
            <a:ext cx="12198349" cy="6858000"/>
          </a:xfrm>
          <a:prstGeom prst="rect">
            <a:avLst/>
          </a:prstGeom>
          <a:gradFill>
            <a:gsLst>
              <a:gs pos="0">
                <a:schemeClr val="accent1">
                  <a:lumMod val="100000"/>
                  <a:alpha val="0"/>
                </a:schemeClr>
              </a:gs>
              <a:gs pos="66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userDrawn="1"/>
        </p:nvCxnSpPr>
        <p:spPr>
          <a:xfrm>
            <a:off x="660400" y="4550546"/>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3" cstate="screen"/>
          <a:stretch>
            <a:fillRect/>
          </a:stretch>
        </p:blipFill>
        <p:spPr>
          <a:xfrm>
            <a:off x="7223405" y="2402693"/>
            <a:ext cx="4785100" cy="4774940"/>
          </a:xfrm>
          <a:prstGeom prst="rect">
            <a:avLst/>
          </a:prstGeom>
        </p:spPr>
      </p:pic>
      <p:pic>
        <p:nvPicPr>
          <p:cNvPr id="11" name="图片 10"/>
          <p:cNvPicPr>
            <a:picLocks noChangeAspect="1"/>
          </p:cNvPicPr>
          <p:nvPr userDrawn="1"/>
        </p:nvPicPr>
        <p:blipFill rotWithShape="1">
          <a:blip r:embed="rId4" cstate="screen"/>
          <a:srcRect l="6610" b="12305"/>
          <a:stretch>
            <a:fillRect/>
          </a:stretch>
        </p:blipFill>
        <p:spPr>
          <a:xfrm>
            <a:off x="14873" y="5340546"/>
            <a:ext cx="6018099" cy="1518363"/>
          </a:xfrm>
          <a:prstGeom prst="rect">
            <a:avLst/>
          </a:prstGeom>
        </p:spPr>
      </p:pic>
      <p:pic>
        <p:nvPicPr>
          <p:cNvPr id="12" name="图片 11"/>
          <p:cNvPicPr>
            <a:picLocks noChangeAspect="1"/>
          </p:cNvPicPr>
          <p:nvPr userDrawn="1"/>
        </p:nvPicPr>
        <p:blipFill rotWithShape="1">
          <a:blip r:embed="rId4" cstate="screen"/>
          <a:srcRect l="6610" b="12305"/>
          <a:stretch>
            <a:fillRect/>
          </a:stretch>
        </p:blipFill>
        <p:spPr>
          <a:xfrm flipH="1">
            <a:off x="6154789" y="5340546"/>
            <a:ext cx="6018099" cy="1518363"/>
          </a:xfrm>
          <a:prstGeom prst="rect">
            <a:avLst/>
          </a:prstGeom>
        </p:spPr>
      </p:pic>
      <p:pic>
        <p:nvPicPr>
          <p:cNvPr id="18" name="图片 17"/>
          <p:cNvPicPr>
            <a:picLocks noChangeAspect="1"/>
          </p:cNvPicPr>
          <p:nvPr userDrawn="1"/>
        </p:nvPicPr>
        <p:blipFill>
          <a:blip r:embed="rId5" cstate="screen"/>
          <a:stretch>
            <a:fillRect/>
          </a:stretch>
        </p:blipFill>
        <p:spPr>
          <a:xfrm>
            <a:off x="5018002" y="2568943"/>
            <a:ext cx="2143294" cy="599913"/>
          </a:xfrm>
          <a:prstGeom prst="rect">
            <a:avLst/>
          </a:prstGeom>
        </p:spPr>
      </p:pic>
    </p:spTree>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封面样式5-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a:stretch>
            <a:fillRect/>
          </a:stretch>
        </p:blipFill>
        <p:spPr>
          <a:xfrm>
            <a:off x="0" y="0"/>
            <a:ext cx="12192000" cy="5902493"/>
          </a:xfrm>
          <a:prstGeom prst="rect">
            <a:avLst/>
          </a:prstGeom>
        </p:spPr>
      </p:pic>
      <p:sp>
        <p:nvSpPr>
          <p:cNvPr id="7" name="矩形 6"/>
          <p:cNvSpPr/>
          <p:nvPr userDrawn="1"/>
        </p:nvSpPr>
        <p:spPr>
          <a:xfrm>
            <a:off x="1" y="0"/>
            <a:ext cx="12191998" cy="6858000"/>
          </a:xfrm>
          <a:prstGeom prst="rect">
            <a:avLst/>
          </a:prstGeom>
          <a:gradFill>
            <a:gsLst>
              <a:gs pos="0">
                <a:schemeClr val="bg1">
                  <a:alpha val="30000"/>
                </a:schemeClr>
              </a:gs>
              <a:gs pos="60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userDrawn="1"/>
        </p:nvCxnSpPr>
        <p:spPr>
          <a:xfrm>
            <a:off x="660400" y="4626145"/>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userDrawn="1"/>
        </p:nvPicPr>
        <p:blipFill rotWithShape="1">
          <a:blip r:embed="rId3" cstate="screen"/>
          <a:srcRect l="6610" b="12305"/>
          <a:stretch>
            <a:fillRect/>
          </a:stretch>
        </p:blipFill>
        <p:spPr>
          <a:xfrm flipV="1">
            <a:off x="14873" y="-15231"/>
            <a:ext cx="6018099" cy="1518363"/>
          </a:xfrm>
          <a:prstGeom prst="rect">
            <a:avLst/>
          </a:prstGeom>
        </p:spPr>
      </p:pic>
      <p:pic>
        <p:nvPicPr>
          <p:cNvPr id="15" name="图片 14"/>
          <p:cNvPicPr>
            <a:picLocks noChangeAspect="1"/>
          </p:cNvPicPr>
          <p:nvPr userDrawn="1"/>
        </p:nvPicPr>
        <p:blipFill rotWithShape="1">
          <a:blip r:embed="rId3" cstate="screen"/>
          <a:srcRect l="6610" b="12305"/>
          <a:stretch>
            <a:fillRect/>
          </a:stretch>
        </p:blipFill>
        <p:spPr>
          <a:xfrm flipH="1" flipV="1">
            <a:off x="6154789" y="-15231"/>
            <a:ext cx="6018099" cy="1518363"/>
          </a:xfrm>
          <a:prstGeom prst="rect">
            <a:avLst/>
          </a:prstGeom>
        </p:spPr>
      </p:pic>
      <p:pic>
        <p:nvPicPr>
          <p:cNvPr id="16" name="图片 15"/>
          <p:cNvPicPr>
            <a:picLocks noChangeAspect="1"/>
          </p:cNvPicPr>
          <p:nvPr userDrawn="1"/>
        </p:nvPicPr>
        <p:blipFill>
          <a:blip r:embed="rId4" cstate="screen"/>
          <a:stretch>
            <a:fillRect/>
          </a:stretch>
        </p:blipFill>
        <p:spPr>
          <a:xfrm>
            <a:off x="5018002" y="2577573"/>
            <a:ext cx="2143294" cy="599913"/>
          </a:xfrm>
          <a:prstGeom prst="rect">
            <a:avLst/>
          </a:prstGeom>
        </p:spPr>
      </p:pic>
      <p:grpSp>
        <p:nvGrpSpPr>
          <p:cNvPr id="17" name="组合 16"/>
          <p:cNvGrpSpPr/>
          <p:nvPr userDrawn="1"/>
        </p:nvGrpSpPr>
        <p:grpSpPr>
          <a:xfrm>
            <a:off x="3040886" y="5719548"/>
            <a:ext cx="6136451" cy="681262"/>
            <a:chOff x="582366" y="5719539"/>
            <a:chExt cx="6136451" cy="681262"/>
          </a:xfrm>
          <a:gradFill flip="none" rotWithShape="1">
            <a:gsLst>
              <a:gs pos="100000">
                <a:schemeClr val="bg1">
                  <a:alpha val="9000"/>
                </a:schemeClr>
              </a:gs>
              <a:gs pos="0">
                <a:schemeClr val="bg1">
                  <a:alpha val="3000"/>
                </a:schemeClr>
              </a:gs>
            </a:gsLst>
            <a:lin ang="16200000" scaled="1"/>
            <a:tileRect/>
          </a:gradFill>
        </p:grpSpPr>
        <p:grpSp>
          <p:nvGrpSpPr>
            <p:cNvPr id="18" name="组合 17"/>
            <p:cNvGrpSpPr/>
            <p:nvPr/>
          </p:nvGrpSpPr>
          <p:grpSpPr>
            <a:xfrm>
              <a:off x="4043374" y="5725999"/>
              <a:ext cx="2675443" cy="667232"/>
              <a:chOff x="10340336" y="2247899"/>
              <a:chExt cx="2724438" cy="679451"/>
            </a:xfrm>
            <a:grpFill/>
          </p:grpSpPr>
          <p:sp>
            <p:nvSpPr>
              <p:cNvPr id="32"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33"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4" name="组合 33"/>
              <p:cNvGrpSpPr/>
              <p:nvPr/>
            </p:nvGrpSpPr>
            <p:grpSpPr>
              <a:xfrm>
                <a:off x="10340336" y="2247899"/>
                <a:ext cx="547688" cy="679451"/>
                <a:chOff x="5548313" y="2084388"/>
                <a:chExt cx="547688" cy="679451"/>
              </a:xfrm>
              <a:grpFill/>
            </p:grpSpPr>
            <p:sp>
              <p:nvSpPr>
                <p:cNvPr id="39"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5" name="组合 34"/>
              <p:cNvGrpSpPr/>
              <p:nvPr/>
            </p:nvGrpSpPr>
            <p:grpSpPr>
              <a:xfrm>
                <a:off x="11192276" y="2400300"/>
                <a:ext cx="322175" cy="373063"/>
                <a:chOff x="3792874" y="3138488"/>
                <a:chExt cx="322175" cy="373063"/>
              </a:xfrm>
              <a:grpFill/>
            </p:grpSpPr>
            <p:sp>
              <p:nvSpPr>
                <p:cNvPr id="36"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9" name="组合 18"/>
            <p:cNvGrpSpPr/>
            <p:nvPr/>
          </p:nvGrpSpPr>
          <p:grpSpPr>
            <a:xfrm>
              <a:off x="582366" y="5719539"/>
              <a:ext cx="2716733" cy="681262"/>
              <a:chOff x="6738929" y="2270918"/>
              <a:chExt cx="2766486" cy="693738"/>
            </a:xfrm>
            <a:grpFill/>
          </p:grpSpPr>
          <p:grpSp>
            <p:nvGrpSpPr>
              <p:cNvPr id="20" name="组合 19"/>
              <p:cNvGrpSpPr/>
              <p:nvPr/>
            </p:nvGrpSpPr>
            <p:grpSpPr>
              <a:xfrm>
                <a:off x="8180494" y="2355056"/>
                <a:ext cx="484188" cy="509588"/>
                <a:chOff x="6113463" y="3541713"/>
                <a:chExt cx="484188" cy="509588"/>
              </a:xfrm>
              <a:grpFill/>
            </p:grpSpPr>
            <p:sp>
              <p:nvSpPr>
                <p:cNvPr id="30"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1" name="组合 20"/>
              <p:cNvGrpSpPr/>
              <p:nvPr/>
            </p:nvGrpSpPr>
            <p:grpSpPr>
              <a:xfrm>
                <a:off x="6738929" y="2270918"/>
                <a:ext cx="549275" cy="693738"/>
                <a:chOff x="6108700" y="2066926"/>
                <a:chExt cx="549275" cy="693738"/>
              </a:xfrm>
              <a:grpFill/>
            </p:grpSpPr>
            <p:sp>
              <p:nvSpPr>
                <p:cNvPr id="28"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2" name="组合 21"/>
              <p:cNvGrpSpPr/>
              <p:nvPr/>
            </p:nvGrpSpPr>
            <p:grpSpPr>
              <a:xfrm>
                <a:off x="7532962" y="2451100"/>
                <a:ext cx="368300" cy="317500"/>
                <a:chOff x="6186488" y="2930526"/>
                <a:chExt cx="368300" cy="317500"/>
              </a:xfrm>
              <a:grpFill/>
            </p:grpSpPr>
            <p:sp>
              <p:nvSpPr>
                <p:cNvPr id="25"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3"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封面样式6">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529" y="-2924"/>
            <a:ext cx="12193057" cy="3633531"/>
          </a:xfrm>
          <a:prstGeom prst="rect">
            <a:avLst/>
          </a:prstGeom>
        </p:spPr>
      </p:pic>
      <p:sp>
        <p:nvSpPr>
          <p:cNvPr id="37" name="任意形状 36"/>
          <p:cNvSpPr/>
          <p:nvPr userDrawn="1"/>
        </p:nvSpPr>
        <p:spPr>
          <a:xfrm>
            <a:off x="-134112" y="-106934"/>
            <a:ext cx="12468264" cy="3829332"/>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41" name="矩形 40"/>
          <p:cNvSpPr/>
          <p:nvPr userDrawn="1"/>
        </p:nvSpPr>
        <p:spPr>
          <a:xfrm>
            <a:off x="0" y="0"/>
            <a:ext cx="12192000" cy="16328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pic>
        <p:nvPicPr>
          <p:cNvPr id="42" name="图片 41"/>
          <p:cNvPicPr>
            <a:picLocks noChangeAspect="1"/>
          </p:cNvPicPr>
          <p:nvPr userDrawn="1"/>
        </p:nvPicPr>
        <p:blipFill>
          <a:blip r:embed="rId3" cstate="screen"/>
          <a:stretch>
            <a:fillRect/>
          </a:stretch>
        </p:blipFill>
        <p:spPr>
          <a:xfrm>
            <a:off x="5502191" y="3048198"/>
            <a:ext cx="1193467" cy="1192626"/>
          </a:xfrm>
          <a:prstGeom prst="rect">
            <a:avLst/>
          </a:prstGeom>
        </p:spPr>
      </p:pic>
      <p:sp>
        <p:nvSpPr>
          <p:cNvPr id="43" name="文本框 42"/>
          <p:cNvSpPr txBox="1"/>
          <p:nvPr userDrawn="1"/>
        </p:nvSpPr>
        <p:spPr>
          <a:xfrm>
            <a:off x="150844" y="617414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44" name="组合 43"/>
          <p:cNvGrpSpPr/>
          <p:nvPr userDrawn="1"/>
        </p:nvGrpSpPr>
        <p:grpSpPr>
          <a:xfrm>
            <a:off x="10083479" y="6400645"/>
            <a:ext cx="1765866" cy="192031"/>
            <a:chOff x="598941" y="6399999"/>
            <a:chExt cx="2542613" cy="276499"/>
          </a:xfrm>
          <a:solidFill>
            <a:schemeClr val="bg1">
              <a:lumMod val="65000"/>
            </a:schemeClr>
          </a:solidFill>
        </p:grpSpPr>
        <p:grpSp>
          <p:nvGrpSpPr>
            <p:cNvPr id="45" name="组合 44"/>
            <p:cNvGrpSpPr/>
            <p:nvPr/>
          </p:nvGrpSpPr>
          <p:grpSpPr>
            <a:xfrm>
              <a:off x="2055693" y="6402621"/>
              <a:ext cx="1085861" cy="270805"/>
              <a:chOff x="10340336" y="2247899"/>
              <a:chExt cx="2724438" cy="679451"/>
            </a:xfrm>
            <a:grpFill/>
          </p:grpSpPr>
          <p:sp>
            <p:nvSpPr>
              <p:cNvPr id="59"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60"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61" name="组合 60"/>
              <p:cNvGrpSpPr/>
              <p:nvPr/>
            </p:nvGrpSpPr>
            <p:grpSpPr>
              <a:xfrm>
                <a:off x="10340336" y="2247899"/>
                <a:ext cx="547688" cy="679451"/>
                <a:chOff x="5548313" y="2084388"/>
                <a:chExt cx="547688" cy="679451"/>
              </a:xfrm>
              <a:grpFill/>
            </p:grpSpPr>
            <p:sp>
              <p:nvSpPr>
                <p:cNvPr id="6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62" name="组合 61"/>
              <p:cNvGrpSpPr/>
              <p:nvPr/>
            </p:nvGrpSpPr>
            <p:grpSpPr>
              <a:xfrm>
                <a:off x="11192276" y="2400300"/>
                <a:ext cx="322175" cy="373063"/>
                <a:chOff x="3792874" y="3138488"/>
                <a:chExt cx="322175" cy="373063"/>
              </a:xfrm>
              <a:grpFill/>
            </p:grpSpPr>
            <p:sp>
              <p:nvSpPr>
                <p:cNvPr id="63"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6" name="组合 45"/>
            <p:cNvGrpSpPr/>
            <p:nvPr/>
          </p:nvGrpSpPr>
          <p:grpSpPr>
            <a:xfrm>
              <a:off x="598941" y="6399999"/>
              <a:ext cx="1102619" cy="276499"/>
              <a:chOff x="6738929" y="2270918"/>
              <a:chExt cx="2766486" cy="693738"/>
            </a:xfrm>
            <a:grpFill/>
          </p:grpSpPr>
          <p:grpSp>
            <p:nvGrpSpPr>
              <p:cNvPr id="47" name="组合 46"/>
              <p:cNvGrpSpPr/>
              <p:nvPr/>
            </p:nvGrpSpPr>
            <p:grpSpPr>
              <a:xfrm>
                <a:off x="8180494" y="2355056"/>
                <a:ext cx="484188" cy="509588"/>
                <a:chOff x="6113463" y="3541713"/>
                <a:chExt cx="484188" cy="509588"/>
              </a:xfrm>
              <a:grpFill/>
            </p:grpSpPr>
            <p:sp>
              <p:nvSpPr>
                <p:cNvPr id="5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8" name="组合 47"/>
              <p:cNvGrpSpPr/>
              <p:nvPr/>
            </p:nvGrpSpPr>
            <p:grpSpPr>
              <a:xfrm>
                <a:off x="6738929" y="2270918"/>
                <a:ext cx="549275" cy="693738"/>
                <a:chOff x="6108700" y="2066926"/>
                <a:chExt cx="549275" cy="693738"/>
              </a:xfrm>
              <a:grpFill/>
            </p:grpSpPr>
            <p:sp>
              <p:nvSpPr>
                <p:cNvPr id="5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49" name="组合 48"/>
              <p:cNvGrpSpPr/>
              <p:nvPr/>
            </p:nvGrpSpPr>
            <p:grpSpPr>
              <a:xfrm>
                <a:off x="7532962" y="2451100"/>
                <a:ext cx="368300" cy="317500"/>
                <a:chOff x="6186488" y="2930526"/>
                <a:chExt cx="368300" cy="317500"/>
              </a:xfrm>
              <a:grpFill/>
            </p:grpSpPr>
            <p:sp>
              <p:nvSpPr>
                <p:cNvPr id="5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0"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封面样式7-首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1" fmla="*/ 0 w 12208213"/>
              <a:gd name="connsiteY0-2" fmla="*/ 0 h 1605064"/>
              <a:gd name="connsiteX1-3" fmla="*/ 6099243 w 12208213"/>
              <a:gd name="connsiteY1-4" fmla="*/ 1498060 h 1605064"/>
              <a:gd name="connsiteX2-5" fmla="*/ 12198485 w 12208213"/>
              <a:gd name="connsiteY2-6" fmla="*/ 19456 h 1605064"/>
              <a:gd name="connsiteX3-7" fmla="*/ 12208213 w 12208213"/>
              <a:gd name="connsiteY3-8" fmla="*/ 282103 h 1605064"/>
              <a:gd name="connsiteX4-9" fmla="*/ 6108970 w 12208213"/>
              <a:gd name="connsiteY4-10" fmla="*/ 1605064 h 1605064"/>
              <a:gd name="connsiteX5-11" fmla="*/ 0 w 12208213"/>
              <a:gd name="connsiteY5-12" fmla="*/ 544749 h 1605064"/>
              <a:gd name="connsiteX6-13" fmla="*/ 0 w 12208213"/>
              <a:gd name="connsiteY6-14" fmla="*/ 0 h 1605064"/>
              <a:gd name="connsiteX0-15" fmla="*/ 0 w 12198485"/>
              <a:gd name="connsiteY0-16" fmla="*/ 0 h 1605064"/>
              <a:gd name="connsiteX1-17" fmla="*/ 6099243 w 12198485"/>
              <a:gd name="connsiteY1-18" fmla="*/ 1498060 h 1605064"/>
              <a:gd name="connsiteX2-19" fmla="*/ 12198485 w 12198485"/>
              <a:gd name="connsiteY2-20" fmla="*/ 19456 h 1605064"/>
              <a:gd name="connsiteX3-21" fmla="*/ 12198485 w 12198485"/>
              <a:gd name="connsiteY3-22" fmla="*/ 603115 h 1605064"/>
              <a:gd name="connsiteX4-23" fmla="*/ 6108970 w 12198485"/>
              <a:gd name="connsiteY4-24" fmla="*/ 1605064 h 1605064"/>
              <a:gd name="connsiteX5-25" fmla="*/ 0 w 12198485"/>
              <a:gd name="connsiteY5-26" fmla="*/ 544749 h 1605064"/>
              <a:gd name="connsiteX6-27" fmla="*/ 0 w 12198485"/>
              <a:gd name="connsiteY6-28" fmla="*/ 0 h 1605064"/>
              <a:gd name="connsiteX0-29" fmla="*/ 0 w 12198485"/>
              <a:gd name="connsiteY0-30" fmla="*/ 0 h 1605064"/>
              <a:gd name="connsiteX1-31" fmla="*/ 6108970 w 12198485"/>
              <a:gd name="connsiteY1-32" fmla="*/ 1507788 h 1605064"/>
              <a:gd name="connsiteX2-33" fmla="*/ 12198485 w 12198485"/>
              <a:gd name="connsiteY2-34" fmla="*/ 19456 h 1605064"/>
              <a:gd name="connsiteX3-35" fmla="*/ 12198485 w 12198485"/>
              <a:gd name="connsiteY3-36" fmla="*/ 603115 h 1605064"/>
              <a:gd name="connsiteX4-37" fmla="*/ 6108970 w 12198485"/>
              <a:gd name="connsiteY4-38" fmla="*/ 1605064 h 1605064"/>
              <a:gd name="connsiteX5-39" fmla="*/ 0 w 12198485"/>
              <a:gd name="connsiteY5-40" fmla="*/ 544749 h 1605064"/>
              <a:gd name="connsiteX6-41" fmla="*/ 0 w 12198485"/>
              <a:gd name="connsiteY6-42" fmla="*/ 0 h 1605064"/>
              <a:gd name="connsiteX0-43" fmla="*/ 632298 w 12830783"/>
              <a:gd name="connsiteY0-44" fmla="*/ 0 h 1605064"/>
              <a:gd name="connsiteX1-45" fmla="*/ 6741268 w 12830783"/>
              <a:gd name="connsiteY1-46" fmla="*/ 1507788 h 1605064"/>
              <a:gd name="connsiteX2-47" fmla="*/ 12830783 w 12830783"/>
              <a:gd name="connsiteY2-48" fmla="*/ 19456 h 1605064"/>
              <a:gd name="connsiteX3-49" fmla="*/ 12830783 w 12830783"/>
              <a:gd name="connsiteY3-50" fmla="*/ 603115 h 1605064"/>
              <a:gd name="connsiteX4-51" fmla="*/ 6741268 w 12830783"/>
              <a:gd name="connsiteY4-52" fmla="*/ 1605064 h 1605064"/>
              <a:gd name="connsiteX5-53" fmla="*/ 0 w 12830783"/>
              <a:gd name="connsiteY5-54" fmla="*/ 29183 h 1605064"/>
              <a:gd name="connsiteX6-55" fmla="*/ 632298 w 12830783"/>
              <a:gd name="connsiteY6-56" fmla="*/ 0 h 1605064"/>
              <a:gd name="connsiteX0-57" fmla="*/ 836579 w 12830783"/>
              <a:gd name="connsiteY0-58" fmla="*/ 0 h 1634247"/>
              <a:gd name="connsiteX1-59" fmla="*/ 6741268 w 12830783"/>
              <a:gd name="connsiteY1-60" fmla="*/ 1536971 h 1634247"/>
              <a:gd name="connsiteX2-61" fmla="*/ 12830783 w 12830783"/>
              <a:gd name="connsiteY2-62" fmla="*/ 48639 h 1634247"/>
              <a:gd name="connsiteX3-63" fmla="*/ 12830783 w 12830783"/>
              <a:gd name="connsiteY3-64" fmla="*/ 632298 h 1634247"/>
              <a:gd name="connsiteX4-65" fmla="*/ 6741268 w 12830783"/>
              <a:gd name="connsiteY4-66" fmla="*/ 1634247 h 1634247"/>
              <a:gd name="connsiteX5-67" fmla="*/ 0 w 12830783"/>
              <a:gd name="connsiteY5-68" fmla="*/ 58366 h 1634247"/>
              <a:gd name="connsiteX6-69" fmla="*/ 836579 w 12830783"/>
              <a:gd name="connsiteY6-70" fmla="*/ 0 h 1634247"/>
              <a:gd name="connsiteX0-71" fmla="*/ 836579 w 12830783"/>
              <a:gd name="connsiteY0-72" fmla="*/ 0 h 1702340"/>
              <a:gd name="connsiteX1-73" fmla="*/ 6741268 w 12830783"/>
              <a:gd name="connsiteY1-74" fmla="*/ 1536971 h 1702340"/>
              <a:gd name="connsiteX2-75" fmla="*/ 12830783 w 12830783"/>
              <a:gd name="connsiteY2-76" fmla="*/ 48639 h 1702340"/>
              <a:gd name="connsiteX3-77" fmla="*/ 12830783 w 12830783"/>
              <a:gd name="connsiteY3-78" fmla="*/ 632298 h 1702340"/>
              <a:gd name="connsiteX4-79" fmla="*/ 6750996 w 12830783"/>
              <a:gd name="connsiteY4-80" fmla="*/ 1702340 h 1702340"/>
              <a:gd name="connsiteX5-81" fmla="*/ 0 w 12830783"/>
              <a:gd name="connsiteY5-82" fmla="*/ 58366 h 1702340"/>
              <a:gd name="connsiteX6-83" fmla="*/ 836579 w 12830783"/>
              <a:gd name="connsiteY6-84" fmla="*/ 0 h 1702340"/>
              <a:gd name="connsiteX0-85" fmla="*/ 836579 w 12830783"/>
              <a:gd name="connsiteY0-86" fmla="*/ 0 h 1702340"/>
              <a:gd name="connsiteX1-87" fmla="*/ 6741268 w 12830783"/>
              <a:gd name="connsiteY1-88" fmla="*/ 1536971 h 1702340"/>
              <a:gd name="connsiteX2-89" fmla="*/ 12470860 w 12830783"/>
              <a:gd name="connsiteY2-90" fmla="*/ 19456 h 1702340"/>
              <a:gd name="connsiteX3-91" fmla="*/ 12830783 w 12830783"/>
              <a:gd name="connsiteY3-92" fmla="*/ 632298 h 1702340"/>
              <a:gd name="connsiteX4-93" fmla="*/ 6750996 w 12830783"/>
              <a:gd name="connsiteY4-94" fmla="*/ 1702340 h 1702340"/>
              <a:gd name="connsiteX5-95" fmla="*/ 0 w 12830783"/>
              <a:gd name="connsiteY5-96" fmla="*/ 58366 h 1702340"/>
              <a:gd name="connsiteX6-97" fmla="*/ 836579 w 12830783"/>
              <a:gd name="connsiteY6-98" fmla="*/ 0 h 1702340"/>
              <a:gd name="connsiteX0-99" fmla="*/ 836579 w 13239345"/>
              <a:gd name="connsiteY0-100" fmla="*/ 0 h 1702340"/>
              <a:gd name="connsiteX1-101" fmla="*/ 6741268 w 13239345"/>
              <a:gd name="connsiteY1-102" fmla="*/ 1536971 h 1702340"/>
              <a:gd name="connsiteX2-103" fmla="*/ 12470860 w 13239345"/>
              <a:gd name="connsiteY2-104" fmla="*/ 19456 h 1702340"/>
              <a:gd name="connsiteX3-105" fmla="*/ 13239345 w 13239345"/>
              <a:gd name="connsiteY3-106" fmla="*/ 107004 h 1702340"/>
              <a:gd name="connsiteX4-107" fmla="*/ 6750996 w 13239345"/>
              <a:gd name="connsiteY4-108" fmla="*/ 1702340 h 1702340"/>
              <a:gd name="connsiteX5-109" fmla="*/ 0 w 13239345"/>
              <a:gd name="connsiteY5-110" fmla="*/ 58366 h 1702340"/>
              <a:gd name="connsiteX6-111" fmla="*/ 836579 w 13239345"/>
              <a:gd name="connsiteY6-112" fmla="*/ 0 h 1702340"/>
              <a:gd name="connsiteX0-113" fmla="*/ 836579 w 13239345"/>
              <a:gd name="connsiteY0-114" fmla="*/ 107003 h 1809343"/>
              <a:gd name="connsiteX1-115" fmla="*/ 6741268 w 13239345"/>
              <a:gd name="connsiteY1-116" fmla="*/ 1643974 h 1809343"/>
              <a:gd name="connsiteX2-117" fmla="*/ 12169303 w 13239345"/>
              <a:gd name="connsiteY2-118" fmla="*/ 0 h 1809343"/>
              <a:gd name="connsiteX3-119" fmla="*/ 13239345 w 13239345"/>
              <a:gd name="connsiteY3-120" fmla="*/ 214007 h 1809343"/>
              <a:gd name="connsiteX4-121" fmla="*/ 6750996 w 13239345"/>
              <a:gd name="connsiteY4-122" fmla="*/ 1809343 h 1809343"/>
              <a:gd name="connsiteX5-123" fmla="*/ 0 w 13239345"/>
              <a:gd name="connsiteY5-124" fmla="*/ 165369 h 1809343"/>
              <a:gd name="connsiteX6-125" fmla="*/ 836579 w 13239345"/>
              <a:gd name="connsiteY6-126" fmla="*/ 107003 h 1809343"/>
              <a:gd name="connsiteX0-127" fmla="*/ 1342417 w 13239345"/>
              <a:gd name="connsiteY0-128" fmla="*/ 29182 h 1809343"/>
              <a:gd name="connsiteX1-129" fmla="*/ 6741268 w 13239345"/>
              <a:gd name="connsiteY1-130" fmla="*/ 1643974 h 1809343"/>
              <a:gd name="connsiteX2-131" fmla="*/ 12169303 w 13239345"/>
              <a:gd name="connsiteY2-132" fmla="*/ 0 h 1809343"/>
              <a:gd name="connsiteX3-133" fmla="*/ 13239345 w 13239345"/>
              <a:gd name="connsiteY3-134" fmla="*/ 214007 h 1809343"/>
              <a:gd name="connsiteX4-135" fmla="*/ 6750996 w 13239345"/>
              <a:gd name="connsiteY4-136" fmla="*/ 1809343 h 1809343"/>
              <a:gd name="connsiteX5-137" fmla="*/ 0 w 13239345"/>
              <a:gd name="connsiteY5-138" fmla="*/ 165369 h 1809343"/>
              <a:gd name="connsiteX6-139" fmla="*/ 1342417 w 13239345"/>
              <a:gd name="connsiteY6-140" fmla="*/ 29182 h 1809343"/>
              <a:gd name="connsiteX0-141" fmla="*/ 1294792 w 13239345"/>
              <a:gd name="connsiteY0-142" fmla="*/ 607 h 1809343"/>
              <a:gd name="connsiteX1-143" fmla="*/ 6741268 w 13239345"/>
              <a:gd name="connsiteY1-144" fmla="*/ 1643974 h 1809343"/>
              <a:gd name="connsiteX2-145" fmla="*/ 12169303 w 13239345"/>
              <a:gd name="connsiteY2-146" fmla="*/ 0 h 1809343"/>
              <a:gd name="connsiteX3-147" fmla="*/ 13239345 w 13239345"/>
              <a:gd name="connsiteY3-148" fmla="*/ 214007 h 1809343"/>
              <a:gd name="connsiteX4-149" fmla="*/ 6750996 w 13239345"/>
              <a:gd name="connsiteY4-150" fmla="*/ 1809343 h 1809343"/>
              <a:gd name="connsiteX5-151" fmla="*/ 0 w 13239345"/>
              <a:gd name="connsiteY5-152" fmla="*/ 165369 h 1809343"/>
              <a:gd name="connsiteX6-153" fmla="*/ 1294792 w 13239345"/>
              <a:gd name="connsiteY6-154" fmla="*/ 607 h 1809343"/>
              <a:gd name="connsiteX0-155" fmla="*/ 1294792 w 13239345"/>
              <a:gd name="connsiteY0-156" fmla="*/ 607 h 1809343"/>
              <a:gd name="connsiteX1-157" fmla="*/ 6741268 w 13239345"/>
              <a:gd name="connsiteY1-158" fmla="*/ 1643974 h 1809343"/>
              <a:gd name="connsiteX2-159" fmla="*/ 12169303 w 13239345"/>
              <a:gd name="connsiteY2-160" fmla="*/ 0 h 1809343"/>
              <a:gd name="connsiteX3-161" fmla="*/ 13239345 w 13239345"/>
              <a:gd name="connsiteY3-162" fmla="*/ 214007 h 1809343"/>
              <a:gd name="connsiteX4-163" fmla="*/ 6750996 w 13239345"/>
              <a:gd name="connsiteY4-164" fmla="*/ 1809343 h 1809343"/>
              <a:gd name="connsiteX5-165" fmla="*/ 0 w 13239345"/>
              <a:gd name="connsiteY5-166" fmla="*/ 165369 h 1809343"/>
              <a:gd name="connsiteX6-167" fmla="*/ 1294792 w 13239345"/>
              <a:gd name="connsiteY6-168" fmla="*/ 607 h 1809343"/>
              <a:gd name="connsiteX0-169" fmla="*/ 1294792 w 13239345"/>
              <a:gd name="connsiteY0-170" fmla="*/ 607 h 1809343"/>
              <a:gd name="connsiteX1-171" fmla="*/ 6741268 w 13239345"/>
              <a:gd name="connsiteY1-172" fmla="*/ 1643974 h 1809343"/>
              <a:gd name="connsiteX2-173" fmla="*/ 12169303 w 13239345"/>
              <a:gd name="connsiteY2-174" fmla="*/ 0 h 1809343"/>
              <a:gd name="connsiteX3-175" fmla="*/ 13239345 w 13239345"/>
              <a:gd name="connsiteY3-176" fmla="*/ 214007 h 1809343"/>
              <a:gd name="connsiteX4-177" fmla="*/ 6750996 w 13239345"/>
              <a:gd name="connsiteY4-178" fmla="*/ 1809343 h 1809343"/>
              <a:gd name="connsiteX5-179" fmla="*/ 0 w 13239345"/>
              <a:gd name="connsiteY5-180" fmla="*/ 165369 h 1809343"/>
              <a:gd name="connsiteX6-181" fmla="*/ 1294792 w 13239345"/>
              <a:gd name="connsiteY6-182" fmla="*/ 607 h 1809343"/>
              <a:gd name="connsiteX0-183" fmla="*/ 1294792 w 13239345"/>
              <a:gd name="connsiteY0-184" fmla="*/ 607 h 1809343"/>
              <a:gd name="connsiteX1-185" fmla="*/ 6741268 w 13239345"/>
              <a:gd name="connsiteY1-186" fmla="*/ 1643974 h 1809343"/>
              <a:gd name="connsiteX2-187" fmla="*/ 12169303 w 13239345"/>
              <a:gd name="connsiteY2-188" fmla="*/ 0 h 1809343"/>
              <a:gd name="connsiteX3-189" fmla="*/ 13239345 w 13239345"/>
              <a:gd name="connsiteY3-190" fmla="*/ 214007 h 1809343"/>
              <a:gd name="connsiteX4-191" fmla="*/ 6750996 w 13239345"/>
              <a:gd name="connsiteY4-192" fmla="*/ 1809343 h 1809343"/>
              <a:gd name="connsiteX5-193" fmla="*/ 0 w 13239345"/>
              <a:gd name="connsiteY5-194" fmla="*/ 165369 h 1809343"/>
              <a:gd name="connsiteX6-195" fmla="*/ 1294792 w 13239345"/>
              <a:gd name="connsiteY6-196" fmla="*/ 607 h 1809343"/>
              <a:gd name="connsiteX0-197" fmla="*/ 1294792 w 13239345"/>
              <a:gd name="connsiteY0-198" fmla="*/ 607 h 1809343"/>
              <a:gd name="connsiteX1-199" fmla="*/ 6741268 w 13239345"/>
              <a:gd name="connsiteY1-200" fmla="*/ 1643974 h 1809343"/>
              <a:gd name="connsiteX2-201" fmla="*/ 12169303 w 13239345"/>
              <a:gd name="connsiteY2-202" fmla="*/ 0 h 1809343"/>
              <a:gd name="connsiteX3-203" fmla="*/ 13239345 w 13239345"/>
              <a:gd name="connsiteY3-204" fmla="*/ 214007 h 1809343"/>
              <a:gd name="connsiteX4-205" fmla="*/ 6750996 w 13239345"/>
              <a:gd name="connsiteY4-206" fmla="*/ 1809343 h 1809343"/>
              <a:gd name="connsiteX5-207" fmla="*/ 0 w 13239345"/>
              <a:gd name="connsiteY5-208" fmla="*/ 165369 h 1809343"/>
              <a:gd name="connsiteX6-209" fmla="*/ 1294792 w 13239345"/>
              <a:gd name="connsiteY6-210" fmla="*/ 607 h 1809343"/>
              <a:gd name="connsiteX0-211" fmla="*/ 1294792 w 13239345"/>
              <a:gd name="connsiteY0-212" fmla="*/ 607 h 1809343"/>
              <a:gd name="connsiteX1-213" fmla="*/ 6741268 w 13239345"/>
              <a:gd name="connsiteY1-214" fmla="*/ 1643974 h 1809343"/>
              <a:gd name="connsiteX2-215" fmla="*/ 12169303 w 13239345"/>
              <a:gd name="connsiteY2-216" fmla="*/ 0 h 1809343"/>
              <a:gd name="connsiteX3-217" fmla="*/ 13239345 w 13239345"/>
              <a:gd name="connsiteY3-218" fmla="*/ 214007 h 1809343"/>
              <a:gd name="connsiteX4-219" fmla="*/ 6750996 w 13239345"/>
              <a:gd name="connsiteY4-220" fmla="*/ 1809343 h 1809343"/>
              <a:gd name="connsiteX5-221" fmla="*/ 0 w 13239345"/>
              <a:gd name="connsiteY5-222" fmla="*/ 165369 h 1809343"/>
              <a:gd name="connsiteX6-223" fmla="*/ 1294792 w 13239345"/>
              <a:gd name="connsiteY6-224" fmla="*/ 607 h 1809343"/>
              <a:gd name="connsiteX0-225" fmla="*/ 1294792 w 13239345"/>
              <a:gd name="connsiteY0-226" fmla="*/ 607 h 1809343"/>
              <a:gd name="connsiteX1-227" fmla="*/ 6741268 w 13239345"/>
              <a:gd name="connsiteY1-228" fmla="*/ 1643974 h 1809343"/>
              <a:gd name="connsiteX2-229" fmla="*/ 12169303 w 13239345"/>
              <a:gd name="connsiteY2-230" fmla="*/ 0 h 1809343"/>
              <a:gd name="connsiteX3-231" fmla="*/ 13239345 w 13239345"/>
              <a:gd name="connsiteY3-232" fmla="*/ 214007 h 1809343"/>
              <a:gd name="connsiteX4-233" fmla="*/ 6750996 w 13239345"/>
              <a:gd name="connsiteY4-234" fmla="*/ 1809343 h 1809343"/>
              <a:gd name="connsiteX5-235" fmla="*/ 0 w 13239345"/>
              <a:gd name="connsiteY5-236" fmla="*/ 165369 h 1809343"/>
              <a:gd name="connsiteX6-237" fmla="*/ 1294792 w 13239345"/>
              <a:gd name="connsiteY6-238" fmla="*/ 607 h 1809343"/>
              <a:gd name="connsiteX0-239" fmla="*/ 1294792 w 13239345"/>
              <a:gd name="connsiteY0-240" fmla="*/ 607 h 1809343"/>
              <a:gd name="connsiteX1-241" fmla="*/ 6741268 w 13239345"/>
              <a:gd name="connsiteY1-242" fmla="*/ 1643974 h 1809343"/>
              <a:gd name="connsiteX2-243" fmla="*/ 12169303 w 13239345"/>
              <a:gd name="connsiteY2-244" fmla="*/ 0 h 1809343"/>
              <a:gd name="connsiteX3-245" fmla="*/ 13239345 w 13239345"/>
              <a:gd name="connsiteY3-246" fmla="*/ 214007 h 1809343"/>
              <a:gd name="connsiteX4-247" fmla="*/ 6750996 w 13239345"/>
              <a:gd name="connsiteY4-248" fmla="*/ 1809343 h 1809343"/>
              <a:gd name="connsiteX5-249" fmla="*/ 0 w 13239345"/>
              <a:gd name="connsiteY5-250" fmla="*/ 165369 h 1809343"/>
              <a:gd name="connsiteX6-251" fmla="*/ 1294792 w 13239345"/>
              <a:gd name="connsiteY6-252" fmla="*/ 607 h 1809343"/>
              <a:gd name="connsiteX0-253" fmla="*/ 1294792 w 13239345"/>
              <a:gd name="connsiteY0-254" fmla="*/ 607 h 1809343"/>
              <a:gd name="connsiteX1-255" fmla="*/ 6741268 w 13239345"/>
              <a:gd name="connsiteY1-256" fmla="*/ 1643974 h 1809343"/>
              <a:gd name="connsiteX2-257" fmla="*/ 12169303 w 13239345"/>
              <a:gd name="connsiteY2-258" fmla="*/ 0 h 1809343"/>
              <a:gd name="connsiteX3-259" fmla="*/ 13239345 w 13239345"/>
              <a:gd name="connsiteY3-260" fmla="*/ 214007 h 1809343"/>
              <a:gd name="connsiteX4-261" fmla="*/ 6750996 w 13239345"/>
              <a:gd name="connsiteY4-262" fmla="*/ 1809343 h 1809343"/>
              <a:gd name="connsiteX5-263" fmla="*/ 0 w 13239345"/>
              <a:gd name="connsiteY5-264" fmla="*/ 165369 h 1809343"/>
              <a:gd name="connsiteX6-265" fmla="*/ 1294792 w 13239345"/>
              <a:gd name="connsiteY6-266" fmla="*/ 607 h 1809343"/>
              <a:gd name="connsiteX0-267" fmla="*/ 1294792 w 13239345"/>
              <a:gd name="connsiteY0-268" fmla="*/ 607 h 1809343"/>
              <a:gd name="connsiteX1-269" fmla="*/ 6741268 w 13239345"/>
              <a:gd name="connsiteY1-270" fmla="*/ 1643974 h 1809343"/>
              <a:gd name="connsiteX2-271" fmla="*/ 12169303 w 13239345"/>
              <a:gd name="connsiteY2-272" fmla="*/ 0 h 1809343"/>
              <a:gd name="connsiteX3-273" fmla="*/ 13239345 w 13239345"/>
              <a:gd name="connsiteY3-274" fmla="*/ 214007 h 1809343"/>
              <a:gd name="connsiteX4-275" fmla="*/ 6750996 w 13239345"/>
              <a:gd name="connsiteY4-276" fmla="*/ 1809343 h 1809343"/>
              <a:gd name="connsiteX5-277" fmla="*/ 0 w 13239345"/>
              <a:gd name="connsiteY5-278" fmla="*/ 165369 h 1809343"/>
              <a:gd name="connsiteX6-279" fmla="*/ 1294792 w 13239345"/>
              <a:gd name="connsiteY6-280" fmla="*/ 607 h 1809343"/>
              <a:gd name="connsiteX0-281" fmla="*/ 1294792 w 13239345"/>
              <a:gd name="connsiteY0-282" fmla="*/ 607 h 1809343"/>
              <a:gd name="connsiteX1-283" fmla="*/ 6741268 w 13239345"/>
              <a:gd name="connsiteY1-284" fmla="*/ 1643974 h 1809343"/>
              <a:gd name="connsiteX2-285" fmla="*/ 12169303 w 13239345"/>
              <a:gd name="connsiteY2-286" fmla="*/ 0 h 1809343"/>
              <a:gd name="connsiteX3-287" fmla="*/ 13239345 w 13239345"/>
              <a:gd name="connsiteY3-288" fmla="*/ 214007 h 1809343"/>
              <a:gd name="connsiteX4-289" fmla="*/ 6750996 w 13239345"/>
              <a:gd name="connsiteY4-290" fmla="*/ 1809343 h 1809343"/>
              <a:gd name="connsiteX5-291" fmla="*/ 0 w 13239345"/>
              <a:gd name="connsiteY5-292" fmla="*/ 165369 h 1809343"/>
              <a:gd name="connsiteX6-293" fmla="*/ 1294792 w 13239345"/>
              <a:gd name="connsiteY6-294" fmla="*/ 607 h 1809343"/>
              <a:gd name="connsiteX0-295" fmla="*/ 1294792 w 12651516"/>
              <a:gd name="connsiteY0-296" fmla="*/ 607 h 1809343"/>
              <a:gd name="connsiteX1-297" fmla="*/ 6741268 w 12651516"/>
              <a:gd name="connsiteY1-298" fmla="*/ 1643974 h 1809343"/>
              <a:gd name="connsiteX2-299" fmla="*/ 12169303 w 12651516"/>
              <a:gd name="connsiteY2-300" fmla="*/ 0 h 1809343"/>
              <a:gd name="connsiteX3-301" fmla="*/ 12651516 w 12651516"/>
              <a:gd name="connsiteY3-302" fmla="*/ 83379 h 1809343"/>
              <a:gd name="connsiteX4-303" fmla="*/ 6750996 w 12651516"/>
              <a:gd name="connsiteY4-304" fmla="*/ 1809343 h 1809343"/>
              <a:gd name="connsiteX5-305" fmla="*/ 0 w 12651516"/>
              <a:gd name="connsiteY5-306" fmla="*/ 165369 h 1809343"/>
              <a:gd name="connsiteX6-307" fmla="*/ 1294792 w 12651516"/>
              <a:gd name="connsiteY6-308" fmla="*/ 607 h 1809343"/>
              <a:gd name="connsiteX0-309" fmla="*/ 1294792 w 12564431"/>
              <a:gd name="connsiteY0-310" fmla="*/ 607 h 1809343"/>
              <a:gd name="connsiteX1-311" fmla="*/ 6741268 w 12564431"/>
              <a:gd name="connsiteY1-312" fmla="*/ 1643974 h 1809343"/>
              <a:gd name="connsiteX2-313" fmla="*/ 12169303 w 12564431"/>
              <a:gd name="connsiteY2-314" fmla="*/ 0 h 1809343"/>
              <a:gd name="connsiteX3-315" fmla="*/ 12564431 w 12564431"/>
              <a:gd name="connsiteY3-316" fmla="*/ 83379 h 1809343"/>
              <a:gd name="connsiteX4-317" fmla="*/ 6750996 w 12564431"/>
              <a:gd name="connsiteY4-318" fmla="*/ 1809343 h 1809343"/>
              <a:gd name="connsiteX5-319" fmla="*/ 0 w 12564431"/>
              <a:gd name="connsiteY5-320" fmla="*/ 165369 h 1809343"/>
              <a:gd name="connsiteX6-321" fmla="*/ 1294792 w 12564431"/>
              <a:gd name="connsiteY6-322" fmla="*/ 607 h 1809343"/>
              <a:gd name="connsiteX0-323" fmla="*/ 423935 w 11693574"/>
              <a:gd name="connsiteY0-324" fmla="*/ 607 h 1809343"/>
              <a:gd name="connsiteX1-325" fmla="*/ 5870411 w 11693574"/>
              <a:gd name="connsiteY1-326" fmla="*/ 1643974 h 1809343"/>
              <a:gd name="connsiteX2-327" fmla="*/ 11298446 w 11693574"/>
              <a:gd name="connsiteY2-328" fmla="*/ 0 h 1809343"/>
              <a:gd name="connsiteX3-329" fmla="*/ 11693574 w 11693574"/>
              <a:gd name="connsiteY3-330" fmla="*/ 83379 h 1809343"/>
              <a:gd name="connsiteX4-331" fmla="*/ 5880139 w 11693574"/>
              <a:gd name="connsiteY4-332" fmla="*/ 1809343 h 1809343"/>
              <a:gd name="connsiteX5-333" fmla="*/ 0 w 11693574"/>
              <a:gd name="connsiteY5-334" fmla="*/ 45626 h 1809343"/>
              <a:gd name="connsiteX6-335" fmla="*/ 423935 w 11693574"/>
              <a:gd name="connsiteY6-336" fmla="*/ 607 h 1809343"/>
              <a:gd name="connsiteX0-337" fmla="*/ 423935 w 11693574"/>
              <a:gd name="connsiteY0-338" fmla="*/ 607 h 1733143"/>
              <a:gd name="connsiteX1-339" fmla="*/ 5870411 w 11693574"/>
              <a:gd name="connsiteY1-340" fmla="*/ 1643974 h 1733143"/>
              <a:gd name="connsiteX2-341" fmla="*/ 11298446 w 11693574"/>
              <a:gd name="connsiteY2-342" fmla="*/ 0 h 1733143"/>
              <a:gd name="connsiteX3-343" fmla="*/ 11693574 w 11693574"/>
              <a:gd name="connsiteY3-344" fmla="*/ 83379 h 1733143"/>
              <a:gd name="connsiteX4-345" fmla="*/ 5880139 w 11693574"/>
              <a:gd name="connsiteY4-346" fmla="*/ 1733143 h 1733143"/>
              <a:gd name="connsiteX5-347" fmla="*/ 0 w 11693574"/>
              <a:gd name="connsiteY5-348" fmla="*/ 45626 h 1733143"/>
              <a:gd name="connsiteX6-349" fmla="*/ 423935 w 11693574"/>
              <a:gd name="connsiteY6-350" fmla="*/ 607 h 1733143"/>
              <a:gd name="connsiteX0-351" fmla="*/ 423935 w 11709902"/>
              <a:gd name="connsiteY0-352" fmla="*/ 607 h 1733143"/>
              <a:gd name="connsiteX1-353" fmla="*/ 5870411 w 11709902"/>
              <a:gd name="connsiteY1-354" fmla="*/ 1643974 h 1733143"/>
              <a:gd name="connsiteX2-355" fmla="*/ 11298446 w 11709902"/>
              <a:gd name="connsiteY2-356" fmla="*/ 0 h 1733143"/>
              <a:gd name="connsiteX3-357" fmla="*/ 11709902 w 11709902"/>
              <a:gd name="connsiteY3-358" fmla="*/ 83379 h 1733143"/>
              <a:gd name="connsiteX4-359" fmla="*/ 5880139 w 11709902"/>
              <a:gd name="connsiteY4-360" fmla="*/ 1733143 h 1733143"/>
              <a:gd name="connsiteX5-361" fmla="*/ 0 w 11709902"/>
              <a:gd name="connsiteY5-362" fmla="*/ 45626 h 1733143"/>
              <a:gd name="connsiteX6-363" fmla="*/ 423935 w 11709902"/>
              <a:gd name="connsiteY6-364" fmla="*/ 607 h 1733143"/>
              <a:gd name="connsiteX0-365" fmla="*/ 423935 w 11571109"/>
              <a:gd name="connsiteY0-366" fmla="*/ 607 h 1733143"/>
              <a:gd name="connsiteX1-367" fmla="*/ 5870411 w 11571109"/>
              <a:gd name="connsiteY1-368" fmla="*/ 1643974 h 1733143"/>
              <a:gd name="connsiteX2-369" fmla="*/ 11298446 w 11571109"/>
              <a:gd name="connsiteY2-370" fmla="*/ 0 h 1733143"/>
              <a:gd name="connsiteX3-371" fmla="*/ 11571109 w 11571109"/>
              <a:gd name="connsiteY3-372" fmla="*/ 116036 h 1733143"/>
              <a:gd name="connsiteX4-373" fmla="*/ 5880139 w 11571109"/>
              <a:gd name="connsiteY4-374" fmla="*/ 1733143 h 1733143"/>
              <a:gd name="connsiteX5-375" fmla="*/ 0 w 11571109"/>
              <a:gd name="connsiteY5-376" fmla="*/ 45626 h 1733143"/>
              <a:gd name="connsiteX6-377" fmla="*/ 423935 w 11571109"/>
              <a:gd name="connsiteY6-378" fmla="*/ 607 h 1733143"/>
              <a:gd name="connsiteX0-379" fmla="*/ 423935 w 11579274"/>
              <a:gd name="connsiteY0-380" fmla="*/ 607 h 1733143"/>
              <a:gd name="connsiteX1-381" fmla="*/ 5870411 w 11579274"/>
              <a:gd name="connsiteY1-382" fmla="*/ 1643974 h 1733143"/>
              <a:gd name="connsiteX2-383" fmla="*/ 11298446 w 11579274"/>
              <a:gd name="connsiteY2-384" fmla="*/ 0 h 1733143"/>
              <a:gd name="connsiteX3-385" fmla="*/ 11579274 w 11579274"/>
              <a:gd name="connsiteY3-386" fmla="*/ 116036 h 1733143"/>
              <a:gd name="connsiteX4-387" fmla="*/ 5880139 w 11579274"/>
              <a:gd name="connsiteY4-388" fmla="*/ 1733143 h 1733143"/>
              <a:gd name="connsiteX5-389" fmla="*/ 0 w 11579274"/>
              <a:gd name="connsiteY5-390" fmla="*/ 45626 h 1733143"/>
              <a:gd name="connsiteX6-391" fmla="*/ 423935 w 11579274"/>
              <a:gd name="connsiteY6-392" fmla="*/ 607 h 1733143"/>
              <a:gd name="connsiteX0-393" fmla="*/ 423935 w 11579274"/>
              <a:gd name="connsiteY0-394" fmla="*/ 0 h 1732536"/>
              <a:gd name="connsiteX1-395" fmla="*/ 5870411 w 11579274"/>
              <a:gd name="connsiteY1-396" fmla="*/ 1643367 h 1732536"/>
              <a:gd name="connsiteX2-397" fmla="*/ 11233132 w 11579274"/>
              <a:gd name="connsiteY2-398" fmla="*/ 48379 h 1732536"/>
              <a:gd name="connsiteX3-399" fmla="*/ 11579274 w 11579274"/>
              <a:gd name="connsiteY3-400" fmla="*/ 115429 h 1732536"/>
              <a:gd name="connsiteX4-401" fmla="*/ 5880139 w 11579274"/>
              <a:gd name="connsiteY4-402" fmla="*/ 1732536 h 1732536"/>
              <a:gd name="connsiteX5-403" fmla="*/ 0 w 11579274"/>
              <a:gd name="connsiteY5-404" fmla="*/ 45019 h 1732536"/>
              <a:gd name="connsiteX6-405" fmla="*/ 423935 w 11579274"/>
              <a:gd name="connsiteY6-406" fmla="*/ 0 h 1732536"/>
              <a:gd name="connsiteX0-407" fmla="*/ 423935 w 11579274"/>
              <a:gd name="connsiteY0-408" fmla="*/ 0 h 1732536"/>
              <a:gd name="connsiteX1-409" fmla="*/ 5870411 w 11579274"/>
              <a:gd name="connsiteY1-410" fmla="*/ 1643367 h 1732536"/>
              <a:gd name="connsiteX2-411" fmla="*/ 11241297 w 11579274"/>
              <a:gd name="connsiteY2-412" fmla="*/ 32050 h 1732536"/>
              <a:gd name="connsiteX3-413" fmla="*/ 11579274 w 11579274"/>
              <a:gd name="connsiteY3-414" fmla="*/ 115429 h 1732536"/>
              <a:gd name="connsiteX4-415" fmla="*/ 5880139 w 11579274"/>
              <a:gd name="connsiteY4-416" fmla="*/ 1732536 h 1732536"/>
              <a:gd name="connsiteX5-417" fmla="*/ 0 w 11579274"/>
              <a:gd name="connsiteY5-418" fmla="*/ 45019 h 1732536"/>
              <a:gd name="connsiteX6-419" fmla="*/ 423935 w 11579274"/>
              <a:gd name="connsiteY6-420" fmla="*/ 0 h 1732536"/>
              <a:gd name="connsiteX0-421" fmla="*/ 423935 w 11579274"/>
              <a:gd name="connsiteY0-422" fmla="*/ 0 h 1732536"/>
              <a:gd name="connsiteX1-423" fmla="*/ 5870411 w 11579274"/>
              <a:gd name="connsiteY1-424" fmla="*/ 1643367 h 1732536"/>
              <a:gd name="connsiteX2-425" fmla="*/ 11241297 w 11579274"/>
              <a:gd name="connsiteY2-426" fmla="*/ 32050 h 1732536"/>
              <a:gd name="connsiteX3-427" fmla="*/ 11579274 w 11579274"/>
              <a:gd name="connsiteY3-428" fmla="*/ 115429 h 1732536"/>
              <a:gd name="connsiteX4-429" fmla="*/ 5880139 w 11579274"/>
              <a:gd name="connsiteY4-430" fmla="*/ 1732536 h 1732536"/>
              <a:gd name="connsiteX5-431" fmla="*/ 0 w 11579274"/>
              <a:gd name="connsiteY5-432" fmla="*/ 45019 h 1732536"/>
              <a:gd name="connsiteX6-433" fmla="*/ 423935 w 11579274"/>
              <a:gd name="connsiteY6-434" fmla="*/ 0 h 1732536"/>
              <a:gd name="connsiteX0-435" fmla="*/ 423935 w 11579274"/>
              <a:gd name="connsiteY0-436" fmla="*/ 0 h 1732536"/>
              <a:gd name="connsiteX1-437" fmla="*/ 5870411 w 11579274"/>
              <a:gd name="connsiteY1-438" fmla="*/ 1643367 h 1732536"/>
              <a:gd name="connsiteX2-439" fmla="*/ 11224968 w 11579274"/>
              <a:gd name="connsiteY2-440" fmla="*/ 48379 h 1732536"/>
              <a:gd name="connsiteX3-441" fmla="*/ 11579274 w 11579274"/>
              <a:gd name="connsiteY3-442" fmla="*/ 115429 h 1732536"/>
              <a:gd name="connsiteX4-443" fmla="*/ 5880139 w 11579274"/>
              <a:gd name="connsiteY4-444" fmla="*/ 1732536 h 1732536"/>
              <a:gd name="connsiteX5-445" fmla="*/ 0 w 11579274"/>
              <a:gd name="connsiteY5-446" fmla="*/ 45019 h 1732536"/>
              <a:gd name="connsiteX6-447" fmla="*/ 423935 w 11579274"/>
              <a:gd name="connsiteY6-448" fmla="*/ 0 h 1732536"/>
              <a:gd name="connsiteX0-449" fmla="*/ 219828 w 11375167"/>
              <a:gd name="connsiteY0-450" fmla="*/ 0 h 1732536"/>
              <a:gd name="connsiteX1-451" fmla="*/ 5666304 w 11375167"/>
              <a:gd name="connsiteY1-452" fmla="*/ 1643367 h 1732536"/>
              <a:gd name="connsiteX2-453" fmla="*/ 11020861 w 11375167"/>
              <a:gd name="connsiteY2-454" fmla="*/ 48379 h 1732536"/>
              <a:gd name="connsiteX3-455" fmla="*/ 11375167 w 11375167"/>
              <a:gd name="connsiteY3-456" fmla="*/ 115429 h 1732536"/>
              <a:gd name="connsiteX4-457" fmla="*/ 5676032 w 11375167"/>
              <a:gd name="connsiteY4-458" fmla="*/ 1732536 h 1732536"/>
              <a:gd name="connsiteX5-459" fmla="*/ 0 w 11375167"/>
              <a:gd name="connsiteY5-460" fmla="*/ 77676 h 1732536"/>
              <a:gd name="connsiteX6-461" fmla="*/ 219828 w 11375167"/>
              <a:gd name="connsiteY6-462" fmla="*/ 0 h 1732536"/>
              <a:gd name="connsiteX0-463" fmla="*/ 293307 w 11375167"/>
              <a:gd name="connsiteY0-464" fmla="*/ 0 h 1708044"/>
              <a:gd name="connsiteX1-465" fmla="*/ 5666304 w 11375167"/>
              <a:gd name="connsiteY1-466" fmla="*/ 1618875 h 1708044"/>
              <a:gd name="connsiteX2-467" fmla="*/ 11020861 w 11375167"/>
              <a:gd name="connsiteY2-468" fmla="*/ 23887 h 1708044"/>
              <a:gd name="connsiteX3-469" fmla="*/ 11375167 w 11375167"/>
              <a:gd name="connsiteY3-470" fmla="*/ 90937 h 1708044"/>
              <a:gd name="connsiteX4-471" fmla="*/ 5676032 w 11375167"/>
              <a:gd name="connsiteY4-472" fmla="*/ 1708044 h 1708044"/>
              <a:gd name="connsiteX5-473" fmla="*/ 0 w 11375167"/>
              <a:gd name="connsiteY5-474" fmla="*/ 53184 h 1708044"/>
              <a:gd name="connsiteX6-475" fmla="*/ 293307 w 11375167"/>
              <a:gd name="connsiteY6-476" fmla="*/ 0 h 1708044"/>
              <a:gd name="connsiteX0-477" fmla="*/ 317800 w 11375167"/>
              <a:gd name="connsiteY0-478" fmla="*/ 606 h 1684157"/>
              <a:gd name="connsiteX1-479" fmla="*/ 5666304 w 11375167"/>
              <a:gd name="connsiteY1-480" fmla="*/ 1594988 h 1684157"/>
              <a:gd name="connsiteX2-481" fmla="*/ 11020861 w 11375167"/>
              <a:gd name="connsiteY2-482" fmla="*/ 0 h 1684157"/>
              <a:gd name="connsiteX3-483" fmla="*/ 11375167 w 11375167"/>
              <a:gd name="connsiteY3-484" fmla="*/ 67050 h 1684157"/>
              <a:gd name="connsiteX4-485" fmla="*/ 5676032 w 11375167"/>
              <a:gd name="connsiteY4-486" fmla="*/ 1684157 h 1684157"/>
              <a:gd name="connsiteX5-487" fmla="*/ 0 w 11375167"/>
              <a:gd name="connsiteY5-488" fmla="*/ 29297 h 1684157"/>
              <a:gd name="connsiteX6-489" fmla="*/ 317800 w 11375167"/>
              <a:gd name="connsiteY6-490" fmla="*/ 606 h 1684157"/>
              <a:gd name="connsiteX0-491" fmla="*/ 285142 w 11342509"/>
              <a:gd name="connsiteY0-492" fmla="*/ 606 h 1684157"/>
              <a:gd name="connsiteX1-493" fmla="*/ 5633646 w 11342509"/>
              <a:gd name="connsiteY1-494" fmla="*/ 1594988 h 1684157"/>
              <a:gd name="connsiteX2-495" fmla="*/ 10988203 w 11342509"/>
              <a:gd name="connsiteY2-496" fmla="*/ 0 h 1684157"/>
              <a:gd name="connsiteX3-497" fmla="*/ 11342509 w 11342509"/>
              <a:gd name="connsiteY3-498" fmla="*/ 67050 h 1684157"/>
              <a:gd name="connsiteX4-499" fmla="*/ 5643374 w 11342509"/>
              <a:gd name="connsiteY4-500" fmla="*/ 1684157 h 1684157"/>
              <a:gd name="connsiteX5-501" fmla="*/ 0 w 11342509"/>
              <a:gd name="connsiteY5-502" fmla="*/ 29297 h 1684157"/>
              <a:gd name="connsiteX6-503" fmla="*/ 285142 w 11342509"/>
              <a:gd name="connsiteY6-504" fmla="*/ 606 h 1684157"/>
              <a:gd name="connsiteX0-505" fmla="*/ 276977 w 11342509"/>
              <a:gd name="connsiteY0-506" fmla="*/ 0 h 1691715"/>
              <a:gd name="connsiteX1-507" fmla="*/ 5633646 w 11342509"/>
              <a:gd name="connsiteY1-508" fmla="*/ 1602546 h 1691715"/>
              <a:gd name="connsiteX2-509" fmla="*/ 10988203 w 11342509"/>
              <a:gd name="connsiteY2-510" fmla="*/ 7558 h 1691715"/>
              <a:gd name="connsiteX3-511" fmla="*/ 11342509 w 11342509"/>
              <a:gd name="connsiteY3-512" fmla="*/ 74608 h 1691715"/>
              <a:gd name="connsiteX4-513" fmla="*/ 5643374 w 11342509"/>
              <a:gd name="connsiteY4-514" fmla="*/ 1691715 h 1691715"/>
              <a:gd name="connsiteX5-515" fmla="*/ 0 w 11342509"/>
              <a:gd name="connsiteY5-516" fmla="*/ 36855 h 1691715"/>
              <a:gd name="connsiteX6-517" fmla="*/ 276977 w 11342509"/>
              <a:gd name="connsiteY6-518" fmla="*/ 0 h 1691715"/>
              <a:gd name="connsiteX0-519" fmla="*/ 276977 w 11342509"/>
              <a:gd name="connsiteY0-520" fmla="*/ 0 h 1691715"/>
              <a:gd name="connsiteX1-521" fmla="*/ 5633646 w 11342509"/>
              <a:gd name="connsiteY1-522" fmla="*/ 1602546 h 1691715"/>
              <a:gd name="connsiteX2-523" fmla="*/ 11018020 w 11342509"/>
              <a:gd name="connsiteY2-524" fmla="*/ 17498 h 1691715"/>
              <a:gd name="connsiteX3-525" fmla="*/ 11342509 w 11342509"/>
              <a:gd name="connsiteY3-526" fmla="*/ 74608 h 1691715"/>
              <a:gd name="connsiteX4-527" fmla="*/ 5643374 w 11342509"/>
              <a:gd name="connsiteY4-528" fmla="*/ 1691715 h 1691715"/>
              <a:gd name="connsiteX5-529" fmla="*/ 0 w 11342509"/>
              <a:gd name="connsiteY5-530" fmla="*/ 36855 h 1691715"/>
              <a:gd name="connsiteX6-531" fmla="*/ 276977 w 11342509"/>
              <a:gd name="connsiteY6-532" fmla="*/ 0 h 1691715"/>
              <a:gd name="connsiteX0-533" fmla="*/ 276977 w 11342509"/>
              <a:gd name="connsiteY0-534" fmla="*/ 0 h 1691715"/>
              <a:gd name="connsiteX1-535" fmla="*/ 5633646 w 11342509"/>
              <a:gd name="connsiteY1-536" fmla="*/ 1602546 h 1691715"/>
              <a:gd name="connsiteX2-537" fmla="*/ 11018020 w 11342509"/>
              <a:gd name="connsiteY2-538" fmla="*/ 17498 h 1691715"/>
              <a:gd name="connsiteX3-539" fmla="*/ 11342509 w 11342509"/>
              <a:gd name="connsiteY3-540" fmla="*/ 74608 h 1691715"/>
              <a:gd name="connsiteX4-541" fmla="*/ 5643374 w 11342509"/>
              <a:gd name="connsiteY4-542" fmla="*/ 1691715 h 1691715"/>
              <a:gd name="connsiteX5-543" fmla="*/ 0 w 11342509"/>
              <a:gd name="connsiteY5-544" fmla="*/ 36855 h 1691715"/>
              <a:gd name="connsiteX6-545" fmla="*/ 276977 w 11342509"/>
              <a:gd name="connsiteY6-546" fmla="*/ 0 h 1691715"/>
              <a:gd name="connsiteX0-547" fmla="*/ 276977 w 11342509"/>
              <a:gd name="connsiteY0-548" fmla="*/ 0 h 1691715"/>
              <a:gd name="connsiteX1-549" fmla="*/ 5633646 w 11342509"/>
              <a:gd name="connsiteY1-550" fmla="*/ 1602546 h 1691715"/>
              <a:gd name="connsiteX2-551" fmla="*/ 11047837 w 11342509"/>
              <a:gd name="connsiteY2-552" fmla="*/ 17498 h 1691715"/>
              <a:gd name="connsiteX3-553" fmla="*/ 11342509 w 11342509"/>
              <a:gd name="connsiteY3-554" fmla="*/ 74608 h 1691715"/>
              <a:gd name="connsiteX4-555" fmla="*/ 5643374 w 11342509"/>
              <a:gd name="connsiteY4-556" fmla="*/ 1691715 h 1691715"/>
              <a:gd name="connsiteX5-557" fmla="*/ 0 w 11342509"/>
              <a:gd name="connsiteY5-558" fmla="*/ 36855 h 1691715"/>
              <a:gd name="connsiteX6-559" fmla="*/ 276977 w 11342509"/>
              <a:gd name="connsiteY6-560" fmla="*/ 0 h 1691715"/>
              <a:gd name="connsiteX0-561" fmla="*/ 276977 w 11342509"/>
              <a:gd name="connsiteY0-562" fmla="*/ 0 h 1691715"/>
              <a:gd name="connsiteX1-563" fmla="*/ 5633646 w 11342509"/>
              <a:gd name="connsiteY1-564" fmla="*/ 1602546 h 1691715"/>
              <a:gd name="connsiteX2-565" fmla="*/ 11080494 w 11342509"/>
              <a:gd name="connsiteY2-566" fmla="*/ 17498 h 1691715"/>
              <a:gd name="connsiteX3-567" fmla="*/ 11342509 w 11342509"/>
              <a:gd name="connsiteY3-568" fmla="*/ 74608 h 1691715"/>
              <a:gd name="connsiteX4-569" fmla="*/ 5643374 w 11342509"/>
              <a:gd name="connsiteY4-570" fmla="*/ 1691715 h 1691715"/>
              <a:gd name="connsiteX5-571" fmla="*/ 0 w 11342509"/>
              <a:gd name="connsiteY5-572" fmla="*/ 36855 h 1691715"/>
              <a:gd name="connsiteX6-573" fmla="*/ 276977 w 11342509"/>
              <a:gd name="connsiteY6-574" fmla="*/ 0 h 1691715"/>
              <a:gd name="connsiteX0-575" fmla="*/ 276977 w 11342509"/>
              <a:gd name="connsiteY0-576" fmla="*/ 0 h 1691715"/>
              <a:gd name="connsiteX1-577" fmla="*/ 5633646 w 11342509"/>
              <a:gd name="connsiteY1-578" fmla="*/ 1602546 h 1691715"/>
              <a:gd name="connsiteX2-579" fmla="*/ 11080494 w 11342509"/>
              <a:gd name="connsiteY2-580" fmla="*/ 17498 h 1691715"/>
              <a:gd name="connsiteX3-581" fmla="*/ 11342509 w 11342509"/>
              <a:gd name="connsiteY3-582" fmla="*/ 74608 h 1691715"/>
              <a:gd name="connsiteX4-583" fmla="*/ 5643374 w 11342509"/>
              <a:gd name="connsiteY4-584" fmla="*/ 1691715 h 1691715"/>
              <a:gd name="connsiteX5-585" fmla="*/ 0 w 11342509"/>
              <a:gd name="connsiteY5-586" fmla="*/ 36855 h 1691715"/>
              <a:gd name="connsiteX6-587" fmla="*/ 276977 w 11342509"/>
              <a:gd name="connsiteY6-588" fmla="*/ 0 h 1691715"/>
              <a:gd name="connsiteX0-589" fmla="*/ 276977 w 11342509"/>
              <a:gd name="connsiteY0-590" fmla="*/ 0 h 1691715"/>
              <a:gd name="connsiteX1-591" fmla="*/ 5633646 w 11342509"/>
              <a:gd name="connsiteY1-592" fmla="*/ 1602546 h 1691715"/>
              <a:gd name="connsiteX2-593" fmla="*/ 11080494 w 11342509"/>
              <a:gd name="connsiteY2-594" fmla="*/ 17498 h 1691715"/>
              <a:gd name="connsiteX3-595" fmla="*/ 11342509 w 11342509"/>
              <a:gd name="connsiteY3-596" fmla="*/ 74608 h 1691715"/>
              <a:gd name="connsiteX4-597" fmla="*/ 5643374 w 11342509"/>
              <a:gd name="connsiteY4-598" fmla="*/ 1691715 h 1691715"/>
              <a:gd name="connsiteX5-599" fmla="*/ 0 w 11342509"/>
              <a:gd name="connsiteY5-600" fmla="*/ 36855 h 1691715"/>
              <a:gd name="connsiteX6-601" fmla="*/ 276977 w 11342509"/>
              <a:gd name="connsiteY6-602" fmla="*/ 0 h 1691715"/>
              <a:gd name="connsiteX0-603" fmla="*/ 276977 w 11342509"/>
              <a:gd name="connsiteY0-604" fmla="*/ 0 h 1691715"/>
              <a:gd name="connsiteX1-605" fmla="*/ 5643806 w 11342509"/>
              <a:gd name="connsiteY1-606" fmla="*/ 1602546 h 1691715"/>
              <a:gd name="connsiteX2-607" fmla="*/ 11080494 w 11342509"/>
              <a:gd name="connsiteY2-608" fmla="*/ 17498 h 1691715"/>
              <a:gd name="connsiteX3-609" fmla="*/ 11342509 w 11342509"/>
              <a:gd name="connsiteY3-610" fmla="*/ 74608 h 1691715"/>
              <a:gd name="connsiteX4-611" fmla="*/ 5643374 w 11342509"/>
              <a:gd name="connsiteY4-612" fmla="*/ 1691715 h 1691715"/>
              <a:gd name="connsiteX5-613" fmla="*/ 0 w 11342509"/>
              <a:gd name="connsiteY5-614" fmla="*/ 36855 h 1691715"/>
              <a:gd name="connsiteX6-615" fmla="*/ 276977 w 11342509"/>
              <a:gd name="connsiteY6-616" fmla="*/ 0 h 1691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3" cstate="screen"/>
          <a:stretch>
            <a:fillRect/>
          </a:stretch>
        </p:blipFill>
        <p:spPr>
          <a:xfrm>
            <a:off x="4222990" y="1401505"/>
            <a:ext cx="3746000" cy="1048514"/>
          </a:xfrm>
          <a:prstGeom prst="rect">
            <a:avLst/>
          </a:prstGeom>
        </p:spPr>
      </p:pic>
    </p:spTree>
  </p:cSld>
  <p:clrMapOvr>
    <a:masterClrMapping/>
  </p:clrMapOvr>
  <p:transition spd="med">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封面样式7-尾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1" fmla="*/ 0 w 12208213"/>
              <a:gd name="connsiteY0-2" fmla="*/ 0 h 1605064"/>
              <a:gd name="connsiteX1-3" fmla="*/ 6099243 w 12208213"/>
              <a:gd name="connsiteY1-4" fmla="*/ 1498060 h 1605064"/>
              <a:gd name="connsiteX2-5" fmla="*/ 12198485 w 12208213"/>
              <a:gd name="connsiteY2-6" fmla="*/ 19456 h 1605064"/>
              <a:gd name="connsiteX3-7" fmla="*/ 12208213 w 12208213"/>
              <a:gd name="connsiteY3-8" fmla="*/ 282103 h 1605064"/>
              <a:gd name="connsiteX4-9" fmla="*/ 6108970 w 12208213"/>
              <a:gd name="connsiteY4-10" fmla="*/ 1605064 h 1605064"/>
              <a:gd name="connsiteX5-11" fmla="*/ 0 w 12208213"/>
              <a:gd name="connsiteY5-12" fmla="*/ 544749 h 1605064"/>
              <a:gd name="connsiteX6-13" fmla="*/ 0 w 12208213"/>
              <a:gd name="connsiteY6-14" fmla="*/ 0 h 1605064"/>
              <a:gd name="connsiteX0-15" fmla="*/ 0 w 12198485"/>
              <a:gd name="connsiteY0-16" fmla="*/ 0 h 1605064"/>
              <a:gd name="connsiteX1-17" fmla="*/ 6099243 w 12198485"/>
              <a:gd name="connsiteY1-18" fmla="*/ 1498060 h 1605064"/>
              <a:gd name="connsiteX2-19" fmla="*/ 12198485 w 12198485"/>
              <a:gd name="connsiteY2-20" fmla="*/ 19456 h 1605064"/>
              <a:gd name="connsiteX3-21" fmla="*/ 12198485 w 12198485"/>
              <a:gd name="connsiteY3-22" fmla="*/ 603115 h 1605064"/>
              <a:gd name="connsiteX4-23" fmla="*/ 6108970 w 12198485"/>
              <a:gd name="connsiteY4-24" fmla="*/ 1605064 h 1605064"/>
              <a:gd name="connsiteX5-25" fmla="*/ 0 w 12198485"/>
              <a:gd name="connsiteY5-26" fmla="*/ 544749 h 1605064"/>
              <a:gd name="connsiteX6-27" fmla="*/ 0 w 12198485"/>
              <a:gd name="connsiteY6-28" fmla="*/ 0 h 1605064"/>
              <a:gd name="connsiteX0-29" fmla="*/ 0 w 12198485"/>
              <a:gd name="connsiteY0-30" fmla="*/ 0 h 1605064"/>
              <a:gd name="connsiteX1-31" fmla="*/ 6108970 w 12198485"/>
              <a:gd name="connsiteY1-32" fmla="*/ 1507788 h 1605064"/>
              <a:gd name="connsiteX2-33" fmla="*/ 12198485 w 12198485"/>
              <a:gd name="connsiteY2-34" fmla="*/ 19456 h 1605064"/>
              <a:gd name="connsiteX3-35" fmla="*/ 12198485 w 12198485"/>
              <a:gd name="connsiteY3-36" fmla="*/ 603115 h 1605064"/>
              <a:gd name="connsiteX4-37" fmla="*/ 6108970 w 12198485"/>
              <a:gd name="connsiteY4-38" fmla="*/ 1605064 h 1605064"/>
              <a:gd name="connsiteX5-39" fmla="*/ 0 w 12198485"/>
              <a:gd name="connsiteY5-40" fmla="*/ 544749 h 1605064"/>
              <a:gd name="connsiteX6-41" fmla="*/ 0 w 12198485"/>
              <a:gd name="connsiteY6-42" fmla="*/ 0 h 1605064"/>
              <a:gd name="connsiteX0-43" fmla="*/ 632298 w 12830783"/>
              <a:gd name="connsiteY0-44" fmla="*/ 0 h 1605064"/>
              <a:gd name="connsiteX1-45" fmla="*/ 6741268 w 12830783"/>
              <a:gd name="connsiteY1-46" fmla="*/ 1507788 h 1605064"/>
              <a:gd name="connsiteX2-47" fmla="*/ 12830783 w 12830783"/>
              <a:gd name="connsiteY2-48" fmla="*/ 19456 h 1605064"/>
              <a:gd name="connsiteX3-49" fmla="*/ 12830783 w 12830783"/>
              <a:gd name="connsiteY3-50" fmla="*/ 603115 h 1605064"/>
              <a:gd name="connsiteX4-51" fmla="*/ 6741268 w 12830783"/>
              <a:gd name="connsiteY4-52" fmla="*/ 1605064 h 1605064"/>
              <a:gd name="connsiteX5-53" fmla="*/ 0 w 12830783"/>
              <a:gd name="connsiteY5-54" fmla="*/ 29183 h 1605064"/>
              <a:gd name="connsiteX6-55" fmla="*/ 632298 w 12830783"/>
              <a:gd name="connsiteY6-56" fmla="*/ 0 h 1605064"/>
              <a:gd name="connsiteX0-57" fmla="*/ 836579 w 12830783"/>
              <a:gd name="connsiteY0-58" fmla="*/ 0 h 1634247"/>
              <a:gd name="connsiteX1-59" fmla="*/ 6741268 w 12830783"/>
              <a:gd name="connsiteY1-60" fmla="*/ 1536971 h 1634247"/>
              <a:gd name="connsiteX2-61" fmla="*/ 12830783 w 12830783"/>
              <a:gd name="connsiteY2-62" fmla="*/ 48639 h 1634247"/>
              <a:gd name="connsiteX3-63" fmla="*/ 12830783 w 12830783"/>
              <a:gd name="connsiteY3-64" fmla="*/ 632298 h 1634247"/>
              <a:gd name="connsiteX4-65" fmla="*/ 6741268 w 12830783"/>
              <a:gd name="connsiteY4-66" fmla="*/ 1634247 h 1634247"/>
              <a:gd name="connsiteX5-67" fmla="*/ 0 w 12830783"/>
              <a:gd name="connsiteY5-68" fmla="*/ 58366 h 1634247"/>
              <a:gd name="connsiteX6-69" fmla="*/ 836579 w 12830783"/>
              <a:gd name="connsiteY6-70" fmla="*/ 0 h 1634247"/>
              <a:gd name="connsiteX0-71" fmla="*/ 836579 w 12830783"/>
              <a:gd name="connsiteY0-72" fmla="*/ 0 h 1702340"/>
              <a:gd name="connsiteX1-73" fmla="*/ 6741268 w 12830783"/>
              <a:gd name="connsiteY1-74" fmla="*/ 1536971 h 1702340"/>
              <a:gd name="connsiteX2-75" fmla="*/ 12830783 w 12830783"/>
              <a:gd name="connsiteY2-76" fmla="*/ 48639 h 1702340"/>
              <a:gd name="connsiteX3-77" fmla="*/ 12830783 w 12830783"/>
              <a:gd name="connsiteY3-78" fmla="*/ 632298 h 1702340"/>
              <a:gd name="connsiteX4-79" fmla="*/ 6750996 w 12830783"/>
              <a:gd name="connsiteY4-80" fmla="*/ 1702340 h 1702340"/>
              <a:gd name="connsiteX5-81" fmla="*/ 0 w 12830783"/>
              <a:gd name="connsiteY5-82" fmla="*/ 58366 h 1702340"/>
              <a:gd name="connsiteX6-83" fmla="*/ 836579 w 12830783"/>
              <a:gd name="connsiteY6-84" fmla="*/ 0 h 1702340"/>
              <a:gd name="connsiteX0-85" fmla="*/ 836579 w 12830783"/>
              <a:gd name="connsiteY0-86" fmla="*/ 0 h 1702340"/>
              <a:gd name="connsiteX1-87" fmla="*/ 6741268 w 12830783"/>
              <a:gd name="connsiteY1-88" fmla="*/ 1536971 h 1702340"/>
              <a:gd name="connsiteX2-89" fmla="*/ 12470860 w 12830783"/>
              <a:gd name="connsiteY2-90" fmla="*/ 19456 h 1702340"/>
              <a:gd name="connsiteX3-91" fmla="*/ 12830783 w 12830783"/>
              <a:gd name="connsiteY3-92" fmla="*/ 632298 h 1702340"/>
              <a:gd name="connsiteX4-93" fmla="*/ 6750996 w 12830783"/>
              <a:gd name="connsiteY4-94" fmla="*/ 1702340 h 1702340"/>
              <a:gd name="connsiteX5-95" fmla="*/ 0 w 12830783"/>
              <a:gd name="connsiteY5-96" fmla="*/ 58366 h 1702340"/>
              <a:gd name="connsiteX6-97" fmla="*/ 836579 w 12830783"/>
              <a:gd name="connsiteY6-98" fmla="*/ 0 h 1702340"/>
              <a:gd name="connsiteX0-99" fmla="*/ 836579 w 13239345"/>
              <a:gd name="connsiteY0-100" fmla="*/ 0 h 1702340"/>
              <a:gd name="connsiteX1-101" fmla="*/ 6741268 w 13239345"/>
              <a:gd name="connsiteY1-102" fmla="*/ 1536971 h 1702340"/>
              <a:gd name="connsiteX2-103" fmla="*/ 12470860 w 13239345"/>
              <a:gd name="connsiteY2-104" fmla="*/ 19456 h 1702340"/>
              <a:gd name="connsiteX3-105" fmla="*/ 13239345 w 13239345"/>
              <a:gd name="connsiteY3-106" fmla="*/ 107004 h 1702340"/>
              <a:gd name="connsiteX4-107" fmla="*/ 6750996 w 13239345"/>
              <a:gd name="connsiteY4-108" fmla="*/ 1702340 h 1702340"/>
              <a:gd name="connsiteX5-109" fmla="*/ 0 w 13239345"/>
              <a:gd name="connsiteY5-110" fmla="*/ 58366 h 1702340"/>
              <a:gd name="connsiteX6-111" fmla="*/ 836579 w 13239345"/>
              <a:gd name="connsiteY6-112" fmla="*/ 0 h 1702340"/>
              <a:gd name="connsiteX0-113" fmla="*/ 836579 w 13239345"/>
              <a:gd name="connsiteY0-114" fmla="*/ 107003 h 1809343"/>
              <a:gd name="connsiteX1-115" fmla="*/ 6741268 w 13239345"/>
              <a:gd name="connsiteY1-116" fmla="*/ 1643974 h 1809343"/>
              <a:gd name="connsiteX2-117" fmla="*/ 12169303 w 13239345"/>
              <a:gd name="connsiteY2-118" fmla="*/ 0 h 1809343"/>
              <a:gd name="connsiteX3-119" fmla="*/ 13239345 w 13239345"/>
              <a:gd name="connsiteY3-120" fmla="*/ 214007 h 1809343"/>
              <a:gd name="connsiteX4-121" fmla="*/ 6750996 w 13239345"/>
              <a:gd name="connsiteY4-122" fmla="*/ 1809343 h 1809343"/>
              <a:gd name="connsiteX5-123" fmla="*/ 0 w 13239345"/>
              <a:gd name="connsiteY5-124" fmla="*/ 165369 h 1809343"/>
              <a:gd name="connsiteX6-125" fmla="*/ 836579 w 13239345"/>
              <a:gd name="connsiteY6-126" fmla="*/ 107003 h 1809343"/>
              <a:gd name="connsiteX0-127" fmla="*/ 1342417 w 13239345"/>
              <a:gd name="connsiteY0-128" fmla="*/ 29182 h 1809343"/>
              <a:gd name="connsiteX1-129" fmla="*/ 6741268 w 13239345"/>
              <a:gd name="connsiteY1-130" fmla="*/ 1643974 h 1809343"/>
              <a:gd name="connsiteX2-131" fmla="*/ 12169303 w 13239345"/>
              <a:gd name="connsiteY2-132" fmla="*/ 0 h 1809343"/>
              <a:gd name="connsiteX3-133" fmla="*/ 13239345 w 13239345"/>
              <a:gd name="connsiteY3-134" fmla="*/ 214007 h 1809343"/>
              <a:gd name="connsiteX4-135" fmla="*/ 6750996 w 13239345"/>
              <a:gd name="connsiteY4-136" fmla="*/ 1809343 h 1809343"/>
              <a:gd name="connsiteX5-137" fmla="*/ 0 w 13239345"/>
              <a:gd name="connsiteY5-138" fmla="*/ 165369 h 1809343"/>
              <a:gd name="connsiteX6-139" fmla="*/ 1342417 w 13239345"/>
              <a:gd name="connsiteY6-140" fmla="*/ 29182 h 1809343"/>
              <a:gd name="connsiteX0-141" fmla="*/ 1294792 w 13239345"/>
              <a:gd name="connsiteY0-142" fmla="*/ 607 h 1809343"/>
              <a:gd name="connsiteX1-143" fmla="*/ 6741268 w 13239345"/>
              <a:gd name="connsiteY1-144" fmla="*/ 1643974 h 1809343"/>
              <a:gd name="connsiteX2-145" fmla="*/ 12169303 w 13239345"/>
              <a:gd name="connsiteY2-146" fmla="*/ 0 h 1809343"/>
              <a:gd name="connsiteX3-147" fmla="*/ 13239345 w 13239345"/>
              <a:gd name="connsiteY3-148" fmla="*/ 214007 h 1809343"/>
              <a:gd name="connsiteX4-149" fmla="*/ 6750996 w 13239345"/>
              <a:gd name="connsiteY4-150" fmla="*/ 1809343 h 1809343"/>
              <a:gd name="connsiteX5-151" fmla="*/ 0 w 13239345"/>
              <a:gd name="connsiteY5-152" fmla="*/ 165369 h 1809343"/>
              <a:gd name="connsiteX6-153" fmla="*/ 1294792 w 13239345"/>
              <a:gd name="connsiteY6-154" fmla="*/ 607 h 1809343"/>
              <a:gd name="connsiteX0-155" fmla="*/ 1294792 w 13239345"/>
              <a:gd name="connsiteY0-156" fmla="*/ 607 h 1809343"/>
              <a:gd name="connsiteX1-157" fmla="*/ 6741268 w 13239345"/>
              <a:gd name="connsiteY1-158" fmla="*/ 1643974 h 1809343"/>
              <a:gd name="connsiteX2-159" fmla="*/ 12169303 w 13239345"/>
              <a:gd name="connsiteY2-160" fmla="*/ 0 h 1809343"/>
              <a:gd name="connsiteX3-161" fmla="*/ 13239345 w 13239345"/>
              <a:gd name="connsiteY3-162" fmla="*/ 214007 h 1809343"/>
              <a:gd name="connsiteX4-163" fmla="*/ 6750996 w 13239345"/>
              <a:gd name="connsiteY4-164" fmla="*/ 1809343 h 1809343"/>
              <a:gd name="connsiteX5-165" fmla="*/ 0 w 13239345"/>
              <a:gd name="connsiteY5-166" fmla="*/ 165369 h 1809343"/>
              <a:gd name="connsiteX6-167" fmla="*/ 1294792 w 13239345"/>
              <a:gd name="connsiteY6-168" fmla="*/ 607 h 1809343"/>
              <a:gd name="connsiteX0-169" fmla="*/ 1294792 w 13239345"/>
              <a:gd name="connsiteY0-170" fmla="*/ 607 h 1809343"/>
              <a:gd name="connsiteX1-171" fmla="*/ 6741268 w 13239345"/>
              <a:gd name="connsiteY1-172" fmla="*/ 1643974 h 1809343"/>
              <a:gd name="connsiteX2-173" fmla="*/ 12169303 w 13239345"/>
              <a:gd name="connsiteY2-174" fmla="*/ 0 h 1809343"/>
              <a:gd name="connsiteX3-175" fmla="*/ 13239345 w 13239345"/>
              <a:gd name="connsiteY3-176" fmla="*/ 214007 h 1809343"/>
              <a:gd name="connsiteX4-177" fmla="*/ 6750996 w 13239345"/>
              <a:gd name="connsiteY4-178" fmla="*/ 1809343 h 1809343"/>
              <a:gd name="connsiteX5-179" fmla="*/ 0 w 13239345"/>
              <a:gd name="connsiteY5-180" fmla="*/ 165369 h 1809343"/>
              <a:gd name="connsiteX6-181" fmla="*/ 1294792 w 13239345"/>
              <a:gd name="connsiteY6-182" fmla="*/ 607 h 1809343"/>
              <a:gd name="connsiteX0-183" fmla="*/ 1294792 w 13239345"/>
              <a:gd name="connsiteY0-184" fmla="*/ 607 h 1809343"/>
              <a:gd name="connsiteX1-185" fmla="*/ 6741268 w 13239345"/>
              <a:gd name="connsiteY1-186" fmla="*/ 1643974 h 1809343"/>
              <a:gd name="connsiteX2-187" fmla="*/ 12169303 w 13239345"/>
              <a:gd name="connsiteY2-188" fmla="*/ 0 h 1809343"/>
              <a:gd name="connsiteX3-189" fmla="*/ 13239345 w 13239345"/>
              <a:gd name="connsiteY3-190" fmla="*/ 214007 h 1809343"/>
              <a:gd name="connsiteX4-191" fmla="*/ 6750996 w 13239345"/>
              <a:gd name="connsiteY4-192" fmla="*/ 1809343 h 1809343"/>
              <a:gd name="connsiteX5-193" fmla="*/ 0 w 13239345"/>
              <a:gd name="connsiteY5-194" fmla="*/ 165369 h 1809343"/>
              <a:gd name="connsiteX6-195" fmla="*/ 1294792 w 13239345"/>
              <a:gd name="connsiteY6-196" fmla="*/ 607 h 1809343"/>
              <a:gd name="connsiteX0-197" fmla="*/ 1294792 w 13239345"/>
              <a:gd name="connsiteY0-198" fmla="*/ 607 h 1809343"/>
              <a:gd name="connsiteX1-199" fmla="*/ 6741268 w 13239345"/>
              <a:gd name="connsiteY1-200" fmla="*/ 1643974 h 1809343"/>
              <a:gd name="connsiteX2-201" fmla="*/ 12169303 w 13239345"/>
              <a:gd name="connsiteY2-202" fmla="*/ 0 h 1809343"/>
              <a:gd name="connsiteX3-203" fmla="*/ 13239345 w 13239345"/>
              <a:gd name="connsiteY3-204" fmla="*/ 214007 h 1809343"/>
              <a:gd name="connsiteX4-205" fmla="*/ 6750996 w 13239345"/>
              <a:gd name="connsiteY4-206" fmla="*/ 1809343 h 1809343"/>
              <a:gd name="connsiteX5-207" fmla="*/ 0 w 13239345"/>
              <a:gd name="connsiteY5-208" fmla="*/ 165369 h 1809343"/>
              <a:gd name="connsiteX6-209" fmla="*/ 1294792 w 13239345"/>
              <a:gd name="connsiteY6-210" fmla="*/ 607 h 1809343"/>
              <a:gd name="connsiteX0-211" fmla="*/ 1294792 w 13239345"/>
              <a:gd name="connsiteY0-212" fmla="*/ 607 h 1809343"/>
              <a:gd name="connsiteX1-213" fmla="*/ 6741268 w 13239345"/>
              <a:gd name="connsiteY1-214" fmla="*/ 1643974 h 1809343"/>
              <a:gd name="connsiteX2-215" fmla="*/ 12169303 w 13239345"/>
              <a:gd name="connsiteY2-216" fmla="*/ 0 h 1809343"/>
              <a:gd name="connsiteX3-217" fmla="*/ 13239345 w 13239345"/>
              <a:gd name="connsiteY3-218" fmla="*/ 214007 h 1809343"/>
              <a:gd name="connsiteX4-219" fmla="*/ 6750996 w 13239345"/>
              <a:gd name="connsiteY4-220" fmla="*/ 1809343 h 1809343"/>
              <a:gd name="connsiteX5-221" fmla="*/ 0 w 13239345"/>
              <a:gd name="connsiteY5-222" fmla="*/ 165369 h 1809343"/>
              <a:gd name="connsiteX6-223" fmla="*/ 1294792 w 13239345"/>
              <a:gd name="connsiteY6-224" fmla="*/ 607 h 1809343"/>
              <a:gd name="connsiteX0-225" fmla="*/ 1294792 w 13239345"/>
              <a:gd name="connsiteY0-226" fmla="*/ 607 h 1809343"/>
              <a:gd name="connsiteX1-227" fmla="*/ 6741268 w 13239345"/>
              <a:gd name="connsiteY1-228" fmla="*/ 1643974 h 1809343"/>
              <a:gd name="connsiteX2-229" fmla="*/ 12169303 w 13239345"/>
              <a:gd name="connsiteY2-230" fmla="*/ 0 h 1809343"/>
              <a:gd name="connsiteX3-231" fmla="*/ 13239345 w 13239345"/>
              <a:gd name="connsiteY3-232" fmla="*/ 214007 h 1809343"/>
              <a:gd name="connsiteX4-233" fmla="*/ 6750996 w 13239345"/>
              <a:gd name="connsiteY4-234" fmla="*/ 1809343 h 1809343"/>
              <a:gd name="connsiteX5-235" fmla="*/ 0 w 13239345"/>
              <a:gd name="connsiteY5-236" fmla="*/ 165369 h 1809343"/>
              <a:gd name="connsiteX6-237" fmla="*/ 1294792 w 13239345"/>
              <a:gd name="connsiteY6-238" fmla="*/ 607 h 1809343"/>
              <a:gd name="connsiteX0-239" fmla="*/ 1294792 w 13239345"/>
              <a:gd name="connsiteY0-240" fmla="*/ 607 h 1809343"/>
              <a:gd name="connsiteX1-241" fmla="*/ 6741268 w 13239345"/>
              <a:gd name="connsiteY1-242" fmla="*/ 1643974 h 1809343"/>
              <a:gd name="connsiteX2-243" fmla="*/ 12169303 w 13239345"/>
              <a:gd name="connsiteY2-244" fmla="*/ 0 h 1809343"/>
              <a:gd name="connsiteX3-245" fmla="*/ 13239345 w 13239345"/>
              <a:gd name="connsiteY3-246" fmla="*/ 214007 h 1809343"/>
              <a:gd name="connsiteX4-247" fmla="*/ 6750996 w 13239345"/>
              <a:gd name="connsiteY4-248" fmla="*/ 1809343 h 1809343"/>
              <a:gd name="connsiteX5-249" fmla="*/ 0 w 13239345"/>
              <a:gd name="connsiteY5-250" fmla="*/ 165369 h 1809343"/>
              <a:gd name="connsiteX6-251" fmla="*/ 1294792 w 13239345"/>
              <a:gd name="connsiteY6-252" fmla="*/ 607 h 1809343"/>
              <a:gd name="connsiteX0-253" fmla="*/ 1294792 w 13239345"/>
              <a:gd name="connsiteY0-254" fmla="*/ 607 h 1809343"/>
              <a:gd name="connsiteX1-255" fmla="*/ 6741268 w 13239345"/>
              <a:gd name="connsiteY1-256" fmla="*/ 1643974 h 1809343"/>
              <a:gd name="connsiteX2-257" fmla="*/ 12169303 w 13239345"/>
              <a:gd name="connsiteY2-258" fmla="*/ 0 h 1809343"/>
              <a:gd name="connsiteX3-259" fmla="*/ 13239345 w 13239345"/>
              <a:gd name="connsiteY3-260" fmla="*/ 214007 h 1809343"/>
              <a:gd name="connsiteX4-261" fmla="*/ 6750996 w 13239345"/>
              <a:gd name="connsiteY4-262" fmla="*/ 1809343 h 1809343"/>
              <a:gd name="connsiteX5-263" fmla="*/ 0 w 13239345"/>
              <a:gd name="connsiteY5-264" fmla="*/ 165369 h 1809343"/>
              <a:gd name="connsiteX6-265" fmla="*/ 1294792 w 13239345"/>
              <a:gd name="connsiteY6-266" fmla="*/ 607 h 1809343"/>
              <a:gd name="connsiteX0-267" fmla="*/ 1294792 w 13239345"/>
              <a:gd name="connsiteY0-268" fmla="*/ 607 h 1809343"/>
              <a:gd name="connsiteX1-269" fmla="*/ 6741268 w 13239345"/>
              <a:gd name="connsiteY1-270" fmla="*/ 1643974 h 1809343"/>
              <a:gd name="connsiteX2-271" fmla="*/ 12169303 w 13239345"/>
              <a:gd name="connsiteY2-272" fmla="*/ 0 h 1809343"/>
              <a:gd name="connsiteX3-273" fmla="*/ 13239345 w 13239345"/>
              <a:gd name="connsiteY3-274" fmla="*/ 214007 h 1809343"/>
              <a:gd name="connsiteX4-275" fmla="*/ 6750996 w 13239345"/>
              <a:gd name="connsiteY4-276" fmla="*/ 1809343 h 1809343"/>
              <a:gd name="connsiteX5-277" fmla="*/ 0 w 13239345"/>
              <a:gd name="connsiteY5-278" fmla="*/ 165369 h 1809343"/>
              <a:gd name="connsiteX6-279" fmla="*/ 1294792 w 13239345"/>
              <a:gd name="connsiteY6-280" fmla="*/ 607 h 1809343"/>
              <a:gd name="connsiteX0-281" fmla="*/ 1294792 w 13239345"/>
              <a:gd name="connsiteY0-282" fmla="*/ 607 h 1809343"/>
              <a:gd name="connsiteX1-283" fmla="*/ 6741268 w 13239345"/>
              <a:gd name="connsiteY1-284" fmla="*/ 1643974 h 1809343"/>
              <a:gd name="connsiteX2-285" fmla="*/ 12169303 w 13239345"/>
              <a:gd name="connsiteY2-286" fmla="*/ 0 h 1809343"/>
              <a:gd name="connsiteX3-287" fmla="*/ 13239345 w 13239345"/>
              <a:gd name="connsiteY3-288" fmla="*/ 214007 h 1809343"/>
              <a:gd name="connsiteX4-289" fmla="*/ 6750996 w 13239345"/>
              <a:gd name="connsiteY4-290" fmla="*/ 1809343 h 1809343"/>
              <a:gd name="connsiteX5-291" fmla="*/ 0 w 13239345"/>
              <a:gd name="connsiteY5-292" fmla="*/ 165369 h 1809343"/>
              <a:gd name="connsiteX6-293" fmla="*/ 1294792 w 13239345"/>
              <a:gd name="connsiteY6-294" fmla="*/ 607 h 1809343"/>
              <a:gd name="connsiteX0-295" fmla="*/ 1294792 w 12651516"/>
              <a:gd name="connsiteY0-296" fmla="*/ 607 h 1809343"/>
              <a:gd name="connsiteX1-297" fmla="*/ 6741268 w 12651516"/>
              <a:gd name="connsiteY1-298" fmla="*/ 1643974 h 1809343"/>
              <a:gd name="connsiteX2-299" fmla="*/ 12169303 w 12651516"/>
              <a:gd name="connsiteY2-300" fmla="*/ 0 h 1809343"/>
              <a:gd name="connsiteX3-301" fmla="*/ 12651516 w 12651516"/>
              <a:gd name="connsiteY3-302" fmla="*/ 83379 h 1809343"/>
              <a:gd name="connsiteX4-303" fmla="*/ 6750996 w 12651516"/>
              <a:gd name="connsiteY4-304" fmla="*/ 1809343 h 1809343"/>
              <a:gd name="connsiteX5-305" fmla="*/ 0 w 12651516"/>
              <a:gd name="connsiteY5-306" fmla="*/ 165369 h 1809343"/>
              <a:gd name="connsiteX6-307" fmla="*/ 1294792 w 12651516"/>
              <a:gd name="connsiteY6-308" fmla="*/ 607 h 1809343"/>
              <a:gd name="connsiteX0-309" fmla="*/ 1294792 w 12564431"/>
              <a:gd name="connsiteY0-310" fmla="*/ 607 h 1809343"/>
              <a:gd name="connsiteX1-311" fmla="*/ 6741268 w 12564431"/>
              <a:gd name="connsiteY1-312" fmla="*/ 1643974 h 1809343"/>
              <a:gd name="connsiteX2-313" fmla="*/ 12169303 w 12564431"/>
              <a:gd name="connsiteY2-314" fmla="*/ 0 h 1809343"/>
              <a:gd name="connsiteX3-315" fmla="*/ 12564431 w 12564431"/>
              <a:gd name="connsiteY3-316" fmla="*/ 83379 h 1809343"/>
              <a:gd name="connsiteX4-317" fmla="*/ 6750996 w 12564431"/>
              <a:gd name="connsiteY4-318" fmla="*/ 1809343 h 1809343"/>
              <a:gd name="connsiteX5-319" fmla="*/ 0 w 12564431"/>
              <a:gd name="connsiteY5-320" fmla="*/ 165369 h 1809343"/>
              <a:gd name="connsiteX6-321" fmla="*/ 1294792 w 12564431"/>
              <a:gd name="connsiteY6-322" fmla="*/ 607 h 1809343"/>
              <a:gd name="connsiteX0-323" fmla="*/ 423935 w 11693574"/>
              <a:gd name="connsiteY0-324" fmla="*/ 607 h 1809343"/>
              <a:gd name="connsiteX1-325" fmla="*/ 5870411 w 11693574"/>
              <a:gd name="connsiteY1-326" fmla="*/ 1643974 h 1809343"/>
              <a:gd name="connsiteX2-327" fmla="*/ 11298446 w 11693574"/>
              <a:gd name="connsiteY2-328" fmla="*/ 0 h 1809343"/>
              <a:gd name="connsiteX3-329" fmla="*/ 11693574 w 11693574"/>
              <a:gd name="connsiteY3-330" fmla="*/ 83379 h 1809343"/>
              <a:gd name="connsiteX4-331" fmla="*/ 5880139 w 11693574"/>
              <a:gd name="connsiteY4-332" fmla="*/ 1809343 h 1809343"/>
              <a:gd name="connsiteX5-333" fmla="*/ 0 w 11693574"/>
              <a:gd name="connsiteY5-334" fmla="*/ 45626 h 1809343"/>
              <a:gd name="connsiteX6-335" fmla="*/ 423935 w 11693574"/>
              <a:gd name="connsiteY6-336" fmla="*/ 607 h 1809343"/>
              <a:gd name="connsiteX0-337" fmla="*/ 423935 w 11693574"/>
              <a:gd name="connsiteY0-338" fmla="*/ 607 h 1733143"/>
              <a:gd name="connsiteX1-339" fmla="*/ 5870411 w 11693574"/>
              <a:gd name="connsiteY1-340" fmla="*/ 1643974 h 1733143"/>
              <a:gd name="connsiteX2-341" fmla="*/ 11298446 w 11693574"/>
              <a:gd name="connsiteY2-342" fmla="*/ 0 h 1733143"/>
              <a:gd name="connsiteX3-343" fmla="*/ 11693574 w 11693574"/>
              <a:gd name="connsiteY3-344" fmla="*/ 83379 h 1733143"/>
              <a:gd name="connsiteX4-345" fmla="*/ 5880139 w 11693574"/>
              <a:gd name="connsiteY4-346" fmla="*/ 1733143 h 1733143"/>
              <a:gd name="connsiteX5-347" fmla="*/ 0 w 11693574"/>
              <a:gd name="connsiteY5-348" fmla="*/ 45626 h 1733143"/>
              <a:gd name="connsiteX6-349" fmla="*/ 423935 w 11693574"/>
              <a:gd name="connsiteY6-350" fmla="*/ 607 h 1733143"/>
              <a:gd name="connsiteX0-351" fmla="*/ 423935 w 11709902"/>
              <a:gd name="connsiteY0-352" fmla="*/ 607 h 1733143"/>
              <a:gd name="connsiteX1-353" fmla="*/ 5870411 w 11709902"/>
              <a:gd name="connsiteY1-354" fmla="*/ 1643974 h 1733143"/>
              <a:gd name="connsiteX2-355" fmla="*/ 11298446 w 11709902"/>
              <a:gd name="connsiteY2-356" fmla="*/ 0 h 1733143"/>
              <a:gd name="connsiteX3-357" fmla="*/ 11709902 w 11709902"/>
              <a:gd name="connsiteY3-358" fmla="*/ 83379 h 1733143"/>
              <a:gd name="connsiteX4-359" fmla="*/ 5880139 w 11709902"/>
              <a:gd name="connsiteY4-360" fmla="*/ 1733143 h 1733143"/>
              <a:gd name="connsiteX5-361" fmla="*/ 0 w 11709902"/>
              <a:gd name="connsiteY5-362" fmla="*/ 45626 h 1733143"/>
              <a:gd name="connsiteX6-363" fmla="*/ 423935 w 11709902"/>
              <a:gd name="connsiteY6-364" fmla="*/ 607 h 1733143"/>
              <a:gd name="connsiteX0-365" fmla="*/ 423935 w 11571109"/>
              <a:gd name="connsiteY0-366" fmla="*/ 607 h 1733143"/>
              <a:gd name="connsiteX1-367" fmla="*/ 5870411 w 11571109"/>
              <a:gd name="connsiteY1-368" fmla="*/ 1643974 h 1733143"/>
              <a:gd name="connsiteX2-369" fmla="*/ 11298446 w 11571109"/>
              <a:gd name="connsiteY2-370" fmla="*/ 0 h 1733143"/>
              <a:gd name="connsiteX3-371" fmla="*/ 11571109 w 11571109"/>
              <a:gd name="connsiteY3-372" fmla="*/ 116036 h 1733143"/>
              <a:gd name="connsiteX4-373" fmla="*/ 5880139 w 11571109"/>
              <a:gd name="connsiteY4-374" fmla="*/ 1733143 h 1733143"/>
              <a:gd name="connsiteX5-375" fmla="*/ 0 w 11571109"/>
              <a:gd name="connsiteY5-376" fmla="*/ 45626 h 1733143"/>
              <a:gd name="connsiteX6-377" fmla="*/ 423935 w 11571109"/>
              <a:gd name="connsiteY6-378" fmla="*/ 607 h 1733143"/>
              <a:gd name="connsiteX0-379" fmla="*/ 423935 w 11579274"/>
              <a:gd name="connsiteY0-380" fmla="*/ 607 h 1733143"/>
              <a:gd name="connsiteX1-381" fmla="*/ 5870411 w 11579274"/>
              <a:gd name="connsiteY1-382" fmla="*/ 1643974 h 1733143"/>
              <a:gd name="connsiteX2-383" fmla="*/ 11298446 w 11579274"/>
              <a:gd name="connsiteY2-384" fmla="*/ 0 h 1733143"/>
              <a:gd name="connsiteX3-385" fmla="*/ 11579274 w 11579274"/>
              <a:gd name="connsiteY3-386" fmla="*/ 116036 h 1733143"/>
              <a:gd name="connsiteX4-387" fmla="*/ 5880139 w 11579274"/>
              <a:gd name="connsiteY4-388" fmla="*/ 1733143 h 1733143"/>
              <a:gd name="connsiteX5-389" fmla="*/ 0 w 11579274"/>
              <a:gd name="connsiteY5-390" fmla="*/ 45626 h 1733143"/>
              <a:gd name="connsiteX6-391" fmla="*/ 423935 w 11579274"/>
              <a:gd name="connsiteY6-392" fmla="*/ 607 h 1733143"/>
              <a:gd name="connsiteX0-393" fmla="*/ 423935 w 11579274"/>
              <a:gd name="connsiteY0-394" fmla="*/ 0 h 1732536"/>
              <a:gd name="connsiteX1-395" fmla="*/ 5870411 w 11579274"/>
              <a:gd name="connsiteY1-396" fmla="*/ 1643367 h 1732536"/>
              <a:gd name="connsiteX2-397" fmla="*/ 11233132 w 11579274"/>
              <a:gd name="connsiteY2-398" fmla="*/ 48379 h 1732536"/>
              <a:gd name="connsiteX3-399" fmla="*/ 11579274 w 11579274"/>
              <a:gd name="connsiteY3-400" fmla="*/ 115429 h 1732536"/>
              <a:gd name="connsiteX4-401" fmla="*/ 5880139 w 11579274"/>
              <a:gd name="connsiteY4-402" fmla="*/ 1732536 h 1732536"/>
              <a:gd name="connsiteX5-403" fmla="*/ 0 w 11579274"/>
              <a:gd name="connsiteY5-404" fmla="*/ 45019 h 1732536"/>
              <a:gd name="connsiteX6-405" fmla="*/ 423935 w 11579274"/>
              <a:gd name="connsiteY6-406" fmla="*/ 0 h 1732536"/>
              <a:gd name="connsiteX0-407" fmla="*/ 423935 w 11579274"/>
              <a:gd name="connsiteY0-408" fmla="*/ 0 h 1732536"/>
              <a:gd name="connsiteX1-409" fmla="*/ 5870411 w 11579274"/>
              <a:gd name="connsiteY1-410" fmla="*/ 1643367 h 1732536"/>
              <a:gd name="connsiteX2-411" fmla="*/ 11241297 w 11579274"/>
              <a:gd name="connsiteY2-412" fmla="*/ 32050 h 1732536"/>
              <a:gd name="connsiteX3-413" fmla="*/ 11579274 w 11579274"/>
              <a:gd name="connsiteY3-414" fmla="*/ 115429 h 1732536"/>
              <a:gd name="connsiteX4-415" fmla="*/ 5880139 w 11579274"/>
              <a:gd name="connsiteY4-416" fmla="*/ 1732536 h 1732536"/>
              <a:gd name="connsiteX5-417" fmla="*/ 0 w 11579274"/>
              <a:gd name="connsiteY5-418" fmla="*/ 45019 h 1732536"/>
              <a:gd name="connsiteX6-419" fmla="*/ 423935 w 11579274"/>
              <a:gd name="connsiteY6-420" fmla="*/ 0 h 1732536"/>
              <a:gd name="connsiteX0-421" fmla="*/ 423935 w 11579274"/>
              <a:gd name="connsiteY0-422" fmla="*/ 0 h 1732536"/>
              <a:gd name="connsiteX1-423" fmla="*/ 5870411 w 11579274"/>
              <a:gd name="connsiteY1-424" fmla="*/ 1643367 h 1732536"/>
              <a:gd name="connsiteX2-425" fmla="*/ 11241297 w 11579274"/>
              <a:gd name="connsiteY2-426" fmla="*/ 32050 h 1732536"/>
              <a:gd name="connsiteX3-427" fmla="*/ 11579274 w 11579274"/>
              <a:gd name="connsiteY3-428" fmla="*/ 115429 h 1732536"/>
              <a:gd name="connsiteX4-429" fmla="*/ 5880139 w 11579274"/>
              <a:gd name="connsiteY4-430" fmla="*/ 1732536 h 1732536"/>
              <a:gd name="connsiteX5-431" fmla="*/ 0 w 11579274"/>
              <a:gd name="connsiteY5-432" fmla="*/ 45019 h 1732536"/>
              <a:gd name="connsiteX6-433" fmla="*/ 423935 w 11579274"/>
              <a:gd name="connsiteY6-434" fmla="*/ 0 h 1732536"/>
              <a:gd name="connsiteX0-435" fmla="*/ 423935 w 11579274"/>
              <a:gd name="connsiteY0-436" fmla="*/ 0 h 1732536"/>
              <a:gd name="connsiteX1-437" fmla="*/ 5870411 w 11579274"/>
              <a:gd name="connsiteY1-438" fmla="*/ 1643367 h 1732536"/>
              <a:gd name="connsiteX2-439" fmla="*/ 11224968 w 11579274"/>
              <a:gd name="connsiteY2-440" fmla="*/ 48379 h 1732536"/>
              <a:gd name="connsiteX3-441" fmla="*/ 11579274 w 11579274"/>
              <a:gd name="connsiteY3-442" fmla="*/ 115429 h 1732536"/>
              <a:gd name="connsiteX4-443" fmla="*/ 5880139 w 11579274"/>
              <a:gd name="connsiteY4-444" fmla="*/ 1732536 h 1732536"/>
              <a:gd name="connsiteX5-445" fmla="*/ 0 w 11579274"/>
              <a:gd name="connsiteY5-446" fmla="*/ 45019 h 1732536"/>
              <a:gd name="connsiteX6-447" fmla="*/ 423935 w 11579274"/>
              <a:gd name="connsiteY6-448" fmla="*/ 0 h 1732536"/>
              <a:gd name="connsiteX0-449" fmla="*/ 219828 w 11375167"/>
              <a:gd name="connsiteY0-450" fmla="*/ 0 h 1732536"/>
              <a:gd name="connsiteX1-451" fmla="*/ 5666304 w 11375167"/>
              <a:gd name="connsiteY1-452" fmla="*/ 1643367 h 1732536"/>
              <a:gd name="connsiteX2-453" fmla="*/ 11020861 w 11375167"/>
              <a:gd name="connsiteY2-454" fmla="*/ 48379 h 1732536"/>
              <a:gd name="connsiteX3-455" fmla="*/ 11375167 w 11375167"/>
              <a:gd name="connsiteY3-456" fmla="*/ 115429 h 1732536"/>
              <a:gd name="connsiteX4-457" fmla="*/ 5676032 w 11375167"/>
              <a:gd name="connsiteY4-458" fmla="*/ 1732536 h 1732536"/>
              <a:gd name="connsiteX5-459" fmla="*/ 0 w 11375167"/>
              <a:gd name="connsiteY5-460" fmla="*/ 77676 h 1732536"/>
              <a:gd name="connsiteX6-461" fmla="*/ 219828 w 11375167"/>
              <a:gd name="connsiteY6-462" fmla="*/ 0 h 1732536"/>
              <a:gd name="connsiteX0-463" fmla="*/ 293307 w 11375167"/>
              <a:gd name="connsiteY0-464" fmla="*/ 0 h 1708044"/>
              <a:gd name="connsiteX1-465" fmla="*/ 5666304 w 11375167"/>
              <a:gd name="connsiteY1-466" fmla="*/ 1618875 h 1708044"/>
              <a:gd name="connsiteX2-467" fmla="*/ 11020861 w 11375167"/>
              <a:gd name="connsiteY2-468" fmla="*/ 23887 h 1708044"/>
              <a:gd name="connsiteX3-469" fmla="*/ 11375167 w 11375167"/>
              <a:gd name="connsiteY3-470" fmla="*/ 90937 h 1708044"/>
              <a:gd name="connsiteX4-471" fmla="*/ 5676032 w 11375167"/>
              <a:gd name="connsiteY4-472" fmla="*/ 1708044 h 1708044"/>
              <a:gd name="connsiteX5-473" fmla="*/ 0 w 11375167"/>
              <a:gd name="connsiteY5-474" fmla="*/ 53184 h 1708044"/>
              <a:gd name="connsiteX6-475" fmla="*/ 293307 w 11375167"/>
              <a:gd name="connsiteY6-476" fmla="*/ 0 h 1708044"/>
              <a:gd name="connsiteX0-477" fmla="*/ 317800 w 11375167"/>
              <a:gd name="connsiteY0-478" fmla="*/ 606 h 1684157"/>
              <a:gd name="connsiteX1-479" fmla="*/ 5666304 w 11375167"/>
              <a:gd name="connsiteY1-480" fmla="*/ 1594988 h 1684157"/>
              <a:gd name="connsiteX2-481" fmla="*/ 11020861 w 11375167"/>
              <a:gd name="connsiteY2-482" fmla="*/ 0 h 1684157"/>
              <a:gd name="connsiteX3-483" fmla="*/ 11375167 w 11375167"/>
              <a:gd name="connsiteY3-484" fmla="*/ 67050 h 1684157"/>
              <a:gd name="connsiteX4-485" fmla="*/ 5676032 w 11375167"/>
              <a:gd name="connsiteY4-486" fmla="*/ 1684157 h 1684157"/>
              <a:gd name="connsiteX5-487" fmla="*/ 0 w 11375167"/>
              <a:gd name="connsiteY5-488" fmla="*/ 29297 h 1684157"/>
              <a:gd name="connsiteX6-489" fmla="*/ 317800 w 11375167"/>
              <a:gd name="connsiteY6-490" fmla="*/ 606 h 1684157"/>
              <a:gd name="connsiteX0-491" fmla="*/ 285142 w 11342509"/>
              <a:gd name="connsiteY0-492" fmla="*/ 606 h 1684157"/>
              <a:gd name="connsiteX1-493" fmla="*/ 5633646 w 11342509"/>
              <a:gd name="connsiteY1-494" fmla="*/ 1594988 h 1684157"/>
              <a:gd name="connsiteX2-495" fmla="*/ 10988203 w 11342509"/>
              <a:gd name="connsiteY2-496" fmla="*/ 0 h 1684157"/>
              <a:gd name="connsiteX3-497" fmla="*/ 11342509 w 11342509"/>
              <a:gd name="connsiteY3-498" fmla="*/ 67050 h 1684157"/>
              <a:gd name="connsiteX4-499" fmla="*/ 5643374 w 11342509"/>
              <a:gd name="connsiteY4-500" fmla="*/ 1684157 h 1684157"/>
              <a:gd name="connsiteX5-501" fmla="*/ 0 w 11342509"/>
              <a:gd name="connsiteY5-502" fmla="*/ 29297 h 1684157"/>
              <a:gd name="connsiteX6-503" fmla="*/ 285142 w 11342509"/>
              <a:gd name="connsiteY6-504" fmla="*/ 606 h 1684157"/>
              <a:gd name="connsiteX0-505" fmla="*/ 276977 w 11342509"/>
              <a:gd name="connsiteY0-506" fmla="*/ 0 h 1691715"/>
              <a:gd name="connsiteX1-507" fmla="*/ 5633646 w 11342509"/>
              <a:gd name="connsiteY1-508" fmla="*/ 1602546 h 1691715"/>
              <a:gd name="connsiteX2-509" fmla="*/ 10988203 w 11342509"/>
              <a:gd name="connsiteY2-510" fmla="*/ 7558 h 1691715"/>
              <a:gd name="connsiteX3-511" fmla="*/ 11342509 w 11342509"/>
              <a:gd name="connsiteY3-512" fmla="*/ 74608 h 1691715"/>
              <a:gd name="connsiteX4-513" fmla="*/ 5643374 w 11342509"/>
              <a:gd name="connsiteY4-514" fmla="*/ 1691715 h 1691715"/>
              <a:gd name="connsiteX5-515" fmla="*/ 0 w 11342509"/>
              <a:gd name="connsiteY5-516" fmla="*/ 36855 h 1691715"/>
              <a:gd name="connsiteX6-517" fmla="*/ 276977 w 11342509"/>
              <a:gd name="connsiteY6-518" fmla="*/ 0 h 1691715"/>
              <a:gd name="connsiteX0-519" fmla="*/ 276977 w 11342509"/>
              <a:gd name="connsiteY0-520" fmla="*/ 0 h 1691715"/>
              <a:gd name="connsiteX1-521" fmla="*/ 5633646 w 11342509"/>
              <a:gd name="connsiteY1-522" fmla="*/ 1602546 h 1691715"/>
              <a:gd name="connsiteX2-523" fmla="*/ 11018020 w 11342509"/>
              <a:gd name="connsiteY2-524" fmla="*/ 17498 h 1691715"/>
              <a:gd name="connsiteX3-525" fmla="*/ 11342509 w 11342509"/>
              <a:gd name="connsiteY3-526" fmla="*/ 74608 h 1691715"/>
              <a:gd name="connsiteX4-527" fmla="*/ 5643374 w 11342509"/>
              <a:gd name="connsiteY4-528" fmla="*/ 1691715 h 1691715"/>
              <a:gd name="connsiteX5-529" fmla="*/ 0 w 11342509"/>
              <a:gd name="connsiteY5-530" fmla="*/ 36855 h 1691715"/>
              <a:gd name="connsiteX6-531" fmla="*/ 276977 w 11342509"/>
              <a:gd name="connsiteY6-532" fmla="*/ 0 h 1691715"/>
              <a:gd name="connsiteX0-533" fmla="*/ 276977 w 11342509"/>
              <a:gd name="connsiteY0-534" fmla="*/ 0 h 1691715"/>
              <a:gd name="connsiteX1-535" fmla="*/ 5633646 w 11342509"/>
              <a:gd name="connsiteY1-536" fmla="*/ 1602546 h 1691715"/>
              <a:gd name="connsiteX2-537" fmla="*/ 11018020 w 11342509"/>
              <a:gd name="connsiteY2-538" fmla="*/ 17498 h 1691715"/>
              <a:gd name="connsiteX3-539" fmla="*/ 11342509 w 11342509"/>
              <a:gd name="connsiteY3-540" fmla="*/ 74608 h 1691715"/>
              <a:gd name="connsiteX4-541" fmla="*/ 5643374 w 11342509"/>
              <a:gd name="connsiteY4-542" fmla="*/ 1691715 h 1691715"/>
              <a:gd name="connsiteX5-543" fmla="*/ 0 w 11342509"/>
              <a:gd name="connsiteY5-544" fmla="*/ 36855 h 1691715"/>
              <a:gd name="connsiteX6-545" fmla="*/ 276977 w 11342509"/>
              <a:gd name="connsiteY6-546" fmla="*/ 0 h 1691715"/>
              <a:gd name="connsiteX0-547" fmla="*/ 276977 w 11342509"/>
              <a:gd name="connsiteY0-548" fmla="*/ 0 h 1691715"/>
              <a:gd name="connsiteX1-549" fmla="*/ 5633646 w 11342509"/>
              <a:gd name="connsiteY1-550" fmla="*/ 1602546 h 1691715"/>
              <a:gd name="connsiteX2-551" fmla="*/ 11047837 w 11342509"/>
              <a:gd name="connsiteY2-552" fmla="*/ 17498 h 1691715"/>
              <a:gd name="connsiteX3-553" fmla="*/ 11342509 w 11342509"/>
              <a:gd name="connsiteY3-554" fmla="*/ 74608 h 1691715"/>
              <a:gd name="connsiteX4-555" fmla="*/ 5643374 w 11342509"/>
              <a:gd name="connsiteY4-556" fmla="*/ 1691715 h 1691715"/>
              <a:gd name="connsiteX5-557" fmla="*/ 0 w 11342509"/>
              <a:gd name="connsiteY5-558" fmla="*/ 36855 h 1691715"/>
              <a:gd name="connsiteX6-559" fmla="*/ 276977 w 11342509"/>
              <a:gd name="connsiteY6-560" fmla="*/ 0 h 1691715"/>
              <a:gd name="connsiteX0-561" fmla="*/ 276977 w 11342509"/>
              <a:gd name="connsiteY0-562" fmla="*/ 0 h 1691715"/>
              <a:gd name="connsiteX1-563" fmla="*/ 5633646 w 11342509"/>
              <a:gd name="connsiteY1-564" fmla="*/ 1602546 h 1691715"/>
              <a:gd name="connsiteX2-565" fmla="*/ 11080494 w 11342509"/>
              <a:gd name="connsiteY2-566" fmla="*/ 17498 h 1691715"/>
              <a:gd name="connsiteX3-567" fmla="*/ 11342509 w 11342509"/>
              <a:gd name="connsiteY3-568" fmla="*/ 74608 h 1691715"/>
              <a:gd name="connsiteX4-569" fmla="*/ 5643374 w 11342509"/>
              <a:gd name="connsiteY4-570" fmla="*/ 1691715 h 1691715"/>
              <a:gd name="connsiteX5-571" fmla="*/ 0 w 11342509"/>
              <a:gd name="connsiteY5-572" fmla="*/ 36855 h 1691715"/>
              <a:gd name="connsiteX6-573" fmla="*/ 276977 w 11342509"/>
              <a:gd name="connsiteY6-574" fmla="*/ 0 h 1691715"/>
              <a:gd name="connsiteX0-575" fmla="*/ 276977 w 11342509"/>
              <a:gd name="connsiteY0-576" fmla="*/ 0 h 1691715"/>
              <a:gd name="connsiteX1-577" fmla="*/ 5633646 w 11342509"/>
              <a:gd name="connsiteY1-578" fmla="*/ 1602546 h 1691715"/>
              <a:gd name="connsiteX2-579" fmla="*/ 11080494 w 11342509"/>
              <a:gd name="connsiteY2-580" fmla="*/ 17498 h 1691715"/>
              <a:gd name="connsiteX3-581" fmla="*/ 11342509 w 11342509"/>
              <a:gd name="connsiteY3-582" fmla="*/ 74608 h 1691715"/>
              <a:gd name="connsiteX4-583" fmla="*/ 5643374 w 11342509"/>
              <a:gd name="connsiteY4-584" fmla="*/ 1691715 h 1691715"/>
              <a:gd name="connsiteX5-585" fmla="*/ 0 w 11342509"/>
              <a:gd name="connsiteY5-586" fmla="*/ 36855 h 1691715"/>
              <a:gd name="connsiteX6-587" fmla="*/ 276977 w 11342509"/>
              <a:gd name="connsiteY6-588" fmla="*/ 0 h 1691715"/>
              <a:gd name="connsiteX0-589" fmla="*/ 276977 w 11342509"/>
              <a:gd name="connsiteY0-590" fmla="*/ 0 h 1691715"/>
              <a:gd name="connsiteX1-591" fmla="*/ 5633646 w 11342509"/>
              <a:gd name="connsiteY1-592" fmla="*/ 1602546 h 1691715"/>
              <a:gd name="connsiteX2-593" fmla="*/ 11080494 w 11342509"/>
              <a:gd name="connsiteY2-594" fmla="*/ 17498 h 1691715"/>
              <a:gd name="connsiteX3-595" fmla="*/ 11342509 w 11342509"/>
              <a:gd name="connsiteY3-596" fmla="*/ 74608 h 1691715"/>
              <a:gd name="connsiteX4-597" fmla="*/ 5643374 w 11342509"/>
              <a:gd name="connsiteY4-598" fmla="*/ 1691715 h 1691715"/>
              <a:gd name="connsiteX5-599" fmla="*/ 0 w 11342509"/>
              <a:gd name="connsiteY5-600" fmla="*/ 36855 h 1691715"/>
              <a:gd name="connsiteX6-601" fmla="*/ 276977 w 11342509"/>
              <a:gd name="connsiteY6-602" fmla="*/ 0 h 1691715"/>
              <a:gd name="connsiteX0-603" fmla="*/ 276977 w 11342509"/>
              <a:gd name="connsiteY0-604" fmla="*/ 0 h 1691715"/>
              <a:gd name="connsiteX1-605" fmla="*/ 5643806 w 11342509"/>
              <a:gd name="connsiteY1-606" fmla="*/ 1602546 h 1691715"/>
              <a:gd name="connsiteX2-607" fmla="*/ 11080494 w 11342509"/>
              <a:gd name="connsiteY2-608" fmla="*/ 17498 h 1691715"/>
              <a:gd name="connsiteX3-609" fmla="*/ 11342509 w 11342509"/>
              <a:gd name="connsiteY3-610" fmla="*/ 74608 h 1691715"/>
              <a:gd name="connsiteX4-611" fmla="*/ 5643374 w 11342509"/>
              <a:gd name="connsiteY4-612" fmla="*/ 1691715 h 1691715"/>
              <a:gd name="connsiteX5-613" fmla="*/ 0 w 11342509"/>
              <a:gd name="connsiteY5-614" fmla="*/ 36855 h 1691715"/>
              <a:gd name="connsiteX6-615" fmla="*/ 276977 w 11342509"/>
              <a:gd name="connsiteY6-616" fmla="*/ 0 h 1691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3" cstate="screen"/>
          <a:stretch>
            <a:fillRect/>
          </a:stretch>
        </p:blipFill>
        <p:spPr>
          <a:xfrm>
            <a:off x="4453730" y="4619682"/>
            <a:ext cx="3284503" cy="722193"/>
          </a:xfrm>
          <a:prstGeom prst="rect">
            <a:avLst/>
          </a:prstGeom>
        </p:spPr>
      </p:pic>
    </p:spTree>
  </p:cSld>
  <p:clrMapOvr>
    <a:masterClrMapping/>
  </p:clrMapOvr>
  <p:transition spd="med">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封面样式8">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b="7394"/>
          <a:stretch>
            <a:fillRect/>
          </a:stretch>
        </p:blipFill>
        <p:spPr>
          <a:xfrm>
            <a:off x="-3165" y="0"/>
            <a:ext cx="12191980" cy="6858000"/>
          </a:xfrm>
          <a:prstGeom prst="rect">
            <a:avLst/>
          </a:prstGeom>
        </p:spPr>
      </p:pic>
      <p:sp>
        <p:nvSpPr>
          <p:cNvPr id="5" name="矩形 4"/>
          <p:cNvSpPr/>
          <p:nvPr userDrawn="1"/>
        </p:nvSpPr>
        <p:spPr>
          <a:xfrm>
            <a:off x="10" y="1"/>
            <a:ext cx="12191980" cy="6857994"/>
          </a:xfrm>
          <a:prstGeom prst="rect">
            <a:avLst/>
          </a:prstGeom>
          <a:gradFill>
            <a:gsLst>
              <a:gs pos="0">
                <a:schemeClr val="accent1">
                  <a:alpha val="90000"/>
                  <a:lumMod val="85000"/>
                </a:schemeClr>
              </a:gs>
              <a:gs pos="50000">
                <a:schemeClr val="accent1">
                  <a:alpha val="90000"/>
                  <a:lumMod val="85000"/>
                </a:schemeClr>
              </a:gs>
              <a:gs pos="100000">
                <a:schemeClr val="accent1">
                  <a:alpha val="90000"/>
                  <a:lumMod val="8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buFontTx/>
              <a:buNone/>
            </a:pPr>
            <a:endParaRPr lang="zh-CN" altLang="en-US"/>
          </a:p>
        </p:txBody>
      </p:sp>
      <p:sp>
        <p:nvSpPr>
          <p:cNvPr id="6" name="文本占位符 10"/>
          <p:cNvSpPr>
            <a:spLocks noGrp="1"/>
          </p:cNvSpPr>
          <p:nvPr>
            <p:ph type="body" sz="quarter" idx="11" hasCustomPrompt="1"/>
          </p:nvPr>
        </p:nvSpPr>
        <p:spPr>
          <a:xfrm>
            <a:off x="1572100" y="3028371"/>
            <a:ext cx="9041450" cy="911074"/>
          </a:xfrm>
        </p:spPr>
        <p:txBody>
          <a:bodyPr/>
          <a:lstStyle>
            <a:lvl1pPr marL="0" indent="0" algn="ctr">
              <a:buFontTx/>
              <a:buNone/>
              <a:defRPr sz="4800" b="1">
                <a:solidFill>
                  <a:schemeClr val="bg1"/>
                </a:solidFill>
                <a:latin typeface="+mn-ea"/>
                <a:ea typeface="+mn-ea"/>
              </a:defRPr>
            </a:lvl1pPr>
          </a:lstStyle>
          <a:p>
            <a:r>
              <a:rPr lang="zh-CN" altLang="en-US" dirty="0"/>
              <a:t>北京理工大学毕业答辩</a:t>
            </a:r>
            <a:r>
              <a:rPr lang="en-US" altLang="zh-CN" dirty="0"/>
              <a:t>PPT</a:t>
            </a:r>
            <a:r>
              <a:rPr lang="zh-CN" altLang="en-US" dirty="0"/>
              <a:t>模板</a:t>
            </a:r>
          </a:p>
        </p:txBody>
      </p:sp>
      <p:pic>
        <p:nvPicPr>
          <p:cNvPr id="11" name="图片 10"/>
          <p:cNvPicPr>
            <a:picLocks noChangeAspect="1"/>
          </p:cNvPicPr>
          <p:nvPr userDrawn="1"/>
        </p:nvPicPr>
        <p:blipFill>
          <a:blip r:embed="rId3" cstate="screen"/>
          <a:stretch>
            <a:fillRect/>
          </a:stretch>
        </p:blipFill>
        <p:spPr>
          <a:xfrm>
            <a:off x="3767417" y="1018488"/>
            <a:ext cx="4650816" cy="130177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封面样式9-首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screen"/>
          <a:stretch>
            <a:fillRect/>
          </a:stretch>
        </p:blipFill>
        <p:spPr>
          <a:xfrm>
            <a:off x="0" y="81566"/>
            <a:ext cx="12192000" cy="3244934"/>
          </a:xfrm>
          <a:prstGeom prst="rect">
            <a:avLst/>
          </a:prstGeom>
        </p:spPr>
      </p:pic>
      <p:sp>
        <p:nvSpPr>
          <p:cNvPr id="3" name="矩形 2"/>
          <p:cNvSpPr/>
          <p:nvPr userDrawn="1"/>
        </p:nvSpPr>
        <p:spPr>
          <a:xfrm>
            <a:off x="0" y="3317875"/>
            <a:ext cx="12192000" cy="3540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66"/>
          <p:cNvPicPr>
            <a:picLocks noChangeAspect="1"/>
          </p:cNvPicPr>
          <p:nvPr userDrawn="1"/>
        </p:nvPicPr>
        <p:blipFill>
          <a:blip r:embed="rId3" cstate="screen"/>
          <a:stretch>
            <a:fillRect/>
          </a:stretch>
        </p:blipFill>
        <p:spPr bwMode="auto">
          <a:xfrm>
            <a:off x="9790632" y="109143"/>
            <a:ext cx="2286546" cy="297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userDrawn="1"/>
        </p:nvPicPr>
        <p:blipFill>
          <a:blip r:embed="rId4" cstate="screen"/>
          <a:stretch>
            <a:fillRect/>
          </a:stretch>
        </p:blipFill>
        <p:spPr>
          <a:xfrm>
            <a:off x="224285" y="-494144"/>
            <a:ext cx="3165893" cy="4124368"/>
          </a:xfrm>
          <a:prstGeom prst="rect">
            <a:avLst/>
          </a:prstGeom>
        </p:spPr>
      </p:pic>
    </p:spTree>
  </p:cSld>
  <p:clrMapOvr>
    <a:masterClrMapping/>
  </p:clrMapOvr>
  <p:transition spd="med">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封面样式9-尾页">
    <p:spTree>
      <p:nvGrpSpPr>
        <p:cNvPr id="1" name=""/>
        <p:cNvGrpSpPr/>
        <p:nvPr/>
      </p:nvGrpSpPr>
      <p:grpSpPr>
        <a:xfrm>
          <a:off x="0" y="0"/>
          <a:ext cx="0" cy="0"/>
          <a:chOff x="0" y="0"/>
          <a:chExt cx="0" cy="0"/>
        </a:xfrm>
      </p:grpSpPr>
      <p:grpSp>
        <p:nvGrpSpPr>
          <p:cNvPr id="2" name="组合 1"/>
          <p:cNvGrpSpPr/>
          <p:nvPr userDrawn="1"/>
        </p:nvGrpSpPr>
        <p:grpSpPr>
          <a:xfrm>
            <a:off x="0" y="0"/>
            <a:ext cx="12192000" cy="5089582"/>
            <a:chOff x="0" y="0"/>
            <a:chExt cx="12192000" cy="5089582"/>
          </a:xfrm>
          <a:solidFill>
            <a:schemeClr val="accent1"/>
          </a:solidFill>
        </p:grpSpPr>
        <p:sp>
          <p:nvSpPr>
            <p:cNvPr id="3" name="等腰三角形 2"/>
            <p:cNvSpPr/>
            <p:nvPr/>
          </p:nvSpPr>
          <p:spPr>
            <a:xfrm flipV="1">
              <a:off x="0" y="4123423"/>
              <a:ext cx="12192000" cy="966159"/>
            </a:xfrm>
            <a:prstGeom prst="triangle">
              <a:avLst/>
            </a:prstGeom>
            <a:grpFill/>
            <a:ln>
              <a:noFill/>
            </a:ln>
            <a:effectLst>
              <a:outerShdw blurRad="76200" dist="12700" dir="5400000" sx="103000" sy="103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192000" cy="412342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userDrawn="1"/>
        </p:nvGrpSpPr>
        <p:grpSpPr>
          <a:xfrm>
            <a:off x="1866428" y="1872369"/>
            <a:ext cx="8481919" cy="863927"/>
            <a:chOff x="1797415" y="1328902"/>
            <a:chExt cx="8481919" cy="863927"/>
          </a:xfrm>
        </p:grpSpPr>
        <p:grpSp>
          <p:nvGrpSpPr>
            <p:cNvPr id="6" name="组合 5"/>
            <p:cNvGrpSpPr/>
            <p:nvPr/>
          </p:nvGrpSpPr>
          <p:grpSpPr>
            <a:xfrm>
              <a:off x="6886532" y="1337094"/>
              <a:ext cx="3392802" cy="846135"/>
              <a:chOff x="10340336" y="2247899"/>
              <a:chExt cx="2724438" cy="679451"/>
            </a:xfrm>
          </p:grpSpPr>
          <p:sp>
            <p:nvSpPr>
              <p:cNvPr id="2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2" name="组合 21"/>
              <p:cNvGrpSpPr/>
              <p:nvPr/>
            </p:nvGrpSpPr>
            <p:grpSpPr>
              <a:xfrm>
                <a:off x="10340336" y="2247899"/>
                <a:ext cx="547688" cy="679451"/>
                <a:chOff x="5548313" y="2084388"/>
                <a:chExt cx="547688" cy="679451"/>
              </a:xfrm>
              <a:solidFill>
                <a:schemeClr val="bg1"/>
              </a:solidFill>
            </p:grpSpPr>
            <p:sp>
              <p:nvSpPr>
                <p:cNvPr id="2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3" name="组合 22"/>
              <p:cNvGrpSpPr/>
              <p:nvPr/>
            </p:nvGrpSpPr>
            <p:grpSpPr>
              <a:xfrm>
                <a:off x="11192276" y="2400300"/>
                <a:ext cx="322175" cy="373063"/>
                <a:chOff x="3792874" y="3138488"/>
                <a:chExt cx="322175" cy="373063"/>
              </a:xfrm>
              <a:solidFill>
                <a:schemeClr val="bg1"/>
              </a:solidFill>
            </p:grpSpPr>
            <p:sp>
              <p:nvSpPr>
                <p:cNvPr id="2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 name="组合 6"/>
            <p:cNvGrpSpPr/>
            <p:nvPr/>
          </p:nvGrpSpPr>
          <p:grpSpPr>
            <a:xfrm>
              <a:off x="1797415" y="1328902"/>
              <a:ext cx="3445163" cy="863927"/>
              <a:chOff x="6738929" y="2270918"/>
              <a:chExt cx="2766486" cy="693738"/>
            </a:xfrm>
          </p:grpSpPr>
          <p:grpSp>
            <p:nvGrpSpPr>
              <p:cNvPr id="8" name="组合 7"/>
              <p:cNvGrpSpPr/>
              <p:nvPr/>
            </p:nvGrpSpPr>
            <p:grpSpPr>
              <a:xfrm>
                <a:off x="8180494" y="2355056"/>
                <a:ext cx="484188" cy="509588"/>
                <a:chOff x="6113463" y="3541713"/>
                <a:chExt cx="484188" cy="509588"/>
              </a:xfrm>
              <a:solidFill>
                <a:schemeClr val="bg1"/>
              </a:solidFill>
            </p:grpSpPr>
            <p:sp>
              <p:nvSpPr>
                <p:cNvPr id="1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 name="组合 8"/>
              <p:cNvGrpSpPr/>
              <p:nvPr/>
            </p:nvGrpSpPr>
            <p:grpSpPr>
              <a:xfrm>
                <a:off x="6738929" y="2270918"/>
                <a:ext cx="549275" cy="693738"/>
                <a:chOff x="6108700" y="2066926"/>
                <a:chExt cx="549275" cy="693738"/>
              </a:xfrm>
              <a:solidFill>
                <a:schemeClr val="bg1"/>
              </a:solidFill>
            </p:grpSpPr>
            <p:sp>
              <p:nvSpPr>
                <p:cNvPr id="1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 name="组合 9"/>
              <p:cNvGrpSpPr/>
              <p:nvPr/>
            </p:nvGrpSpPr>
            <p:grpSpPr>
              <a:xfrm>
                <a:off x="7532962" y="2451100"/>
                <a:ext cx="368300" cy="317500"/>
                <a:chOff x="6186488" y="2930526"/>
                <a:chExt cx="368300" cy="317500"/>
              </a:xfrm>
              <a:solidFill>
                <a:schemeClr val="bg1"/>
              </a:solidFill>
            </p:grpSpPr>
            <p:sp>
              <p:nvSpPr>
                <p:cNvPr id="1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目录样式1">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567"/>
            <a:ext cx="5022689" cy="6857433"/>
          </a:xfrm>
          <a:prstGeom prst="rect">
            <a:avLst/>
          </a:prstGeom>
        </p:spPr>
      </p:pic>
      <p:sp>
        <p:nvSpPr>
          <p:cNvPr id="3" name="矩形 白1"/>
          <p:cNvSpPr/>
          <p:nvPr userDrawn="1"/>
        </p:nvSpPr>
        <p:spPr>
          <a:xfrm rot="5400000">
            <a:off x="-917658" y="918223"/>
            <a:ext cx="6858002" cy="5022690"/>
          </a:xfrm>
          <a:prstGeom prst="rect">
            <a:avLst/>
          </a:prstGeom>
          <a:gradFill flip="none" rotWithShape="1">
            <a:gsLst>
              <a:gs pos="50000">
                <a:schemeClr val="bg1">
                  <a:alpha val="50000"/>
                </a:schemeClr>
              </a:gs>
              <a:gs pos="0">
                <a:schemeClr val="bg1"/>
              </a:gs>
              <a:gs pos="100000">
                <a:srgbClr val="FFFFFF">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cs typeface="+mn-ea"/>
              <a:sym typeface="+mn-lt"/>
            </a:endParaRPr>
          </a:p>
        </p:txBody>
      </p:sp>
    </p:spTree>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目录样式2-1">
    <p:spTree>
      <p:nvGrpSpPr>
        <p:cNvPr id="1" name=""/>
        <p:cNvGrpSpPr/>
        <p:nvPr/>
      </p:nvGrpSpPr>
      <p:grpSpPr>
        <a:xfrm>
          <a:off x="0" y="0"/>
          <a:ext cx="0" cy="0"/>
          <a:chOff x="0" y="0"/>
          <a:chExt cx="0" cy="0"/>
        </a:xfrm>
      </p:grpSpPr>
      <p:sp>
        <p:nvSpPr>
          <p:cNvPr id="5" name="矩形 4"/>
          <p:cNvSpPr/>
          <p:nvPr userDrawn="1"/>
        </p:nvSpPr>
        <p:spPr>
          <a:xfrm>
            <a:off x="0" y="2289050"/>
            <a:ext cx="12192001" cy="196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rotWithShape="1">
          <a:blip r:embed="rId2" cstate="screen"/>
          <a:srcRect t="15558" b="38705"/>
          <a:stretch>
            <a:fillRect/>
          </a:stretch>
        </p:blipFill>
        <p:spPr>
          <a:xfrm>
            <a:off x="1" y="0"/>
            <a:ext cx="12192000" cy="2290219"/>
          </a:xfrm>
          <a:prstGeom prst="rect">
            <a:avLst/>
          </a:prstGeom>
        </p:spPr>
      </p:pic>
      <p:sp>
        <p:nvSpPr>
          <p:cNvPr id="10" name="矩形 9"/>
          <p:cNvSpPr/>
          <p:nvPr userDrawn="1"/>
        </p:nvSpPr>
        <p:spPr>
          <a:xfrm>
            <a:off x="-1" y="-7884"/>
            <a:ext cx="12192001" cy="229810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3" cstate="screen"/>
          <a:stretch>
            <a:fillRect/>
          </a:stretch>
        </p:blipFill>
        <p:spPr>
          <a:xfrm>
            <a:off x="5024353" y="841210"/>
            <a:ext cx="2143294" cy="599913"/>
          </a:xfrm>
          <a:prstGeom prst="rect">
            <a:avLst/>
          </a:prstGeom>
        </p:spPr>
      </p:pic>
      <p:cxnSp>
        <p:nvCxnSpPr>
          <p:cNvPr id="4" name="直接连接符 3"/>
          <p:cNvCxnSpPr/>
          <p:nvPr userDrawn="1"/>
        </p:nvCxnSpPr>
        <p:spPr>
          <a:xfrm>
            <a:off x="-81481" y="2289050"/>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目录样式2-2">
    <p:spTree>
      <p:nvGrpSpPr>
        <p:cNvPr id="1" name=""/>
        <p:cNvGrpSpPr/>
        <p:nvPr/>
      </p:nvGrpSpPr>
      <p:grpSpPr>
        <a:xfrm>
          <a:off x="0" y="0"/>
          <a:ext cx="0" cy="0"/>
          <a:chOff x="0" y="0"/>
          <a:chExt cx="0" cy="0"/>
        </a:xfrm>
      </p:grpSpPr>
      <p:sp>
        <p:nvSpPr>
          <p:cNvPr id="6" name="PA-矩形 7"/>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p:cNvCxnSpPr/>
          <p:nvPr userDrawn="1"/>
        </p:nvCxnSpPr>
        <p:spPr>
          <a:xfrm>
            <a:off x="5723340" y="1294827"/>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723340" y="5613415"/>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rotWithShape="1">
          <a:blip r:embed="rId4" cstate="screen"/>
          <a:srcRect l="49471"/>
          <a:stretch>
            <a:fillRect/>
          </a:stretch>
        </p:blipFill>
        <p:spPr>
          <a:xfrm>
            <a:off x="-34506" y="163259"/>
            <a:ext cx="3298317" cy="6531481"/>
          </a:xfrm>
          <a:prstGeom prst="rect">
            <a:avLst/>
          </a:prstGeom>
        </p:spPr>
      </p:pic>
      <p:pic>
        <p:nvPicPr>
          <p:cNvPr id="14" name="图片 13"/>
          <p:cNvPicPr>
            <a:picLocks noChangeAspect="1"/>
          </p:cNvPicPr>
          <p:nvPr userDrawn="1"/>
        </p:nvPicPr>
        <p:blipFill rotWithShape="1">
          <a:blip r:embed="rId4" cstate="screen"/>
          <a:srcRect r="49912"/>
          <a:stretch>
            <a:fillRect/>
          </a:stretch>
        </p:blipFill>
        <p:spPr>
          <a:xfrm>
            <a:off x="8928190" y="163258"/>
            <a:ext cx="3269562" cy="6531481"/>
          </a:xfrm>
          <a:prstGeom prst="rect">
            <a:avLst/>
          </a:prstGeom>
        </p:spPr>
      </p:pic>
    </p:spTree>
  </p:cSld>
  <p:clrMapOvr>
    <a:masterClrMapping/>
  </p:clrMapOvr>
  <p:transition spd="med">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目录样式3-1">
    <p:spTree>
      <p:nvGrpSpPr>
        <p:cNvPr id="1" name=""/>
        <p:cNvGrpSpPr/>
        <p:nvPr/>
      </p:nvGrpSpPr>
      <p:grpSpPr>
        <a:xfrm>
          <a:off x="0" y="0"/>
          <a:ext cx="0" cy="0"/>
          <a:chOff x="0" y="0"/>
          <a:chExt cx="0" cy="0"/>
        </a:xfrm>
      </p:grpSpPr>
      <p:sp>
        <p:nvSpPr>
          <p:cNvPr id="8" name="文本框 7"/>
          <p:cNvSpPr txBox="1"/>
          <p:nvPr userDrawn="1"/>
        </p:nvSpPr>
        <p:spPr>
          <a:xfrm rot="16200000">
            <a:off x="-1538864" y="2653429"/>
            <a:ext cx="5229637" cy="1323439"/>
          </a:xfrm>
          <a:prstGeom prst="rect">
            <a:avLst/>
          </a:prstGeom>
          <a:noFill/>
        </p:spPr>
        <p:txBody>
          <a:bodyPr wrap="none" rtlCol="0">
            <a:spAutoFit/>
          </a:bodyPr>
          <a:lstStyle/>
          <a:p>
            <a:r>
              <a:rPr lang="en-US" altLang="zh-CN" sz="8000" b="1" spc="50" dirty="0">
                <a:solidFill>
                  <a:schemeClr val="bg1">
                    <a:lumMod val="85000"/>
                  </a:schemeClr>
                </a:solidFill>
                <a:latin typeface="+mj-lt"/>
              </a:rPr>
              <a:t>Contents</a:t>
            </a:r>
            <a:r>
              <a:rPr lang="en-US" altLang="zh-CN" sz="4400" b="1" spc="50" dirty="0">
                <a:solidFill>
                  <a:schemeClr val="accent4"/>
                </a:solidFill>
                <a:latin typeface="+mj-lt"/>
              </a:rPr>
              <a:t>■</a:t>
            </a:r>
            <a:endParaRPr lang="zh-CN" altLang="en-US" sz="4400" b="1" spc="50" dirty="0">
              <a:solidFill>
                <a:schemeClr val="accent4"/>
              </a:solidFill>
              <a:latin typeface="+mj-lt"/>
            </a:endParaRPr>
          </a:p>
        </p:txBody>
      </p:sp>
      <p:sp>
        <p:nvSpPr>
          <p:cNvPr id="9" name="文本框 8"/>
          <p:cNvSpPr txBox="1"/>
          <p:nvPr userDrawn="1"/>
        </p:nvSpPr>
        <p:spPr>
          <a:xfrm>
            <a:off x="1116549" y="3752395"/>
            <a:ext cx="738664" cy="2246769"/>
          </a:xfrm>
          <a:prstGeom prst="rect">
            <a:avLst/>
          </a:prstGeom>
          <a:noFill/>
        </p:spPr>
        <p:txBody>
          <a:bodyPr vert="eaVert" wrap="none" rtlCol="0">
            <a:spAutoFit/>
          </a:bodyPr>
          <a:lstStyle/>
          <a:p>
            <a:r>
              <a:rPr lang="zh-CN" altLang="en-US" sz="3600" b="1" spc="600" dirty="0">
                <a:solidFill>
                  <a:schemeClr val="accent1"/>
                </a:solidFill>
              </a:rPr>
              <a:t>结构大纲</a:t>
            </a:r>
          </a:p>
        </p:txBody>
      </p:sp>
      <p:sp>
        <p:nvSpPr>
          <p:cNvPr id="12" name="文本框 11"/>
          <p:cNvSpPr txBox="1"/>
          <p:nvPr userDrawn="1"/>
        </p:nvSpPr>
        <p:spPr>
          <a:xfrm>
            <a:off x="9519824" y="6600901"/>
            <a:ext cx="2523448" cy="246221"/>
          </a:xfrm>
          <a:prstGeom prst="rect">
            <a:avLst/>
          </a:prstGeom>
          <a:noFill/>
        </p:spPr>
        <p:txBody>
          <a:bodyPr wrap="none" rtlCol="0">
            <a:spAutoFit/>
          </a:bodyPr>
          <a:lstStyle/>
          <a:p>
            <a:pPr algn="r"/>
            <a:r>
              <a:rPr lang="en-US" altLang="zh-CN" sz="1000" spc="0" dirty="0">
                <a:solidFill>
                  <a:schemeClr val="bg1"/>
                </a:solidFill>
                <a:latin typeface="Arial" panose="020B0604020202020204" pitchFamily="34" charset="0"/>
                <a:ea typeface="微软雅黑" panose="020B0503020204020204" pitchFamily="34" charset="-122"/>
                <a:cs typeface="Arial" panose="020B0604020202020204" pitchFamily="34" charset="0"/>
              </a:rPr>
              <a:t>BEIJING</a:t>
            </a:r>
            <a:r>
              <a:rPr lang="en-US" altLang="zh-CN" sz="1000" spc="0" baseline="0" dirty="0">
                <a:solidFill>
                  <a:schemeClr val="bg1"/>
                </a:solidFill>
                <a:latin typeface="Arial" panose="020B0604020202020204" pitchFamily="34" charset="0"/>
                <a:ea typeface="微软雅黑" panose="020B0503020204020204" pitchFamily="34" charset="-122"/>
                <a:cs typeface="Arial" panose="020B0604020202020204" pitchFamily="34" charset="0"/>
              </a:rPr>
              <a:t> INSTITUTE OF TECHNOLOGY</a:t>
            </a:r>
            <a:endParaRPr lang="zh-CN" altLang="en-US" sz="1000" spc="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57" name="图片 56"/>
          <p:cNvPicPr>
            <a:picLocks noChangeAspect="1"/>
          </p:cNvPicPr>
          <p:nvPr userDrawn="1"/>
        </p:nvPicPr>
        <p:blipFill>
          <a:blip r:embed="rId2" cstate="screen"/>
          <a:stretch>
            <a:fillRect/>
          </a:stretch>
        </p:blipFill>
        <p:spPr>
          <a:xfrm>
            <a:off x="10041148" y="78493"/>
            <a:ext cx="2025400" cy="566914"/>
          </a:xfrm>
          <a:prstGeom prst="rect">
            <a:avLst/>
          </a:prstGeom>
        </p:spPr>
      </p:pic>
      <p:sp>
        <p:nvSpPr>
          <p:cNvPr id="82" name="任意多边形: 形状 59"/>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83" name="图片 82"/>
          <p:cNvPicPr>
            <a:picLocks noChangeAspect="1"/>
          </p:cNvPicPr>
          <p:nvPr userDrawn="1"/>
        </p:nvPicPr>
        <p:blipFill>
          <a:blip r:embed="rId2" cstate="screen"/>
          <a:stretch>
            <a:fillRect/>
          </a:stretch>
        </p:blipFill>
        <p:spPr>
          <a:xfrm>
            <a:off x="9793498" y="249943"/>
            <a:ext cx="2025400" cy="566914"/>
          </a:xfrm>
          <a:prstGeom prst="rect">
            <a:avLst/>
          </a:prstGeom>
        </p:spPr>
      </p:pic>
      <p:sp>
        <p:nvSpPr>
          <p:cNvPr id="84" name="矩形 83"/>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userDrawn="1"/>
        </p:nvGrpSpPr>
        <p:grpSpPr>
          <a:xfrm>
            <a:off x="598941" y="6399999"/>
            <a:ext cx="2542613" cy="276499"/>
            <a:chOff x="598941" y="6399999"/>
            <a:chExt cx="2542613" cy="276499"/>
          </a:xfrm>
          <a:solidFill>
            <a:schemeClr val="bg1"/>
          </a:solidFill>
        </p:grpSpPr>
        <p:grpSp>
          <p:nvGrpSpPr>
            <p:cNvPr id="86" name="组合 85"/>
            <p:cNvGrpSpPr/>
            <p:nvPr/>
          </p:nvGrpSpPr>
          <p:grpSpPr>
            <a:xfrm>
              <a:off x="2055693" y="6402621"/>
              <a:ext cx="1085861" cy="270805"/>
              <a:chOff x="10340336" y="2247899"/>
              <a:chExt cx="2724438" cy="679451"/>
            </a:xfrm>
            <a:grpFill/>
          </p:grpSpPr>
          <p:sp>
            <p:nvSpPr>
              <p:cNvPr id="100"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101"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02" name="组合 101"/>
              <p:cNvGrpSpPr/>
              <p:nvPr/>
            </p:nvGrpSpPr>
            <p:grpSpPr>
              <a:xfrm>
                <a:off x="10340336" y="2247899"/>
                <a:ext cx="547688" cy="679451"/>
                <a:chOff x="5548313" y="2084388"/>
                <a:chExt cx="547688" cy="679451"/>
              </a:xfrm>
              <a:grpFill/>
            </p:grpSpPr>
            <p:sp>
              <p:nvSpPr>
                <p:cNvPr id="10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03" name="组合 102"/>
              <p:cNvGrpSpPr/>
              <p:nvPr/>
            </p:nvGrpSpPr>
            <p:grpSpPr>
              <a:xfrm>
                <a:off x="11192276" y="2400300"/>
                <a:ext cx="322175" cy="373063"/>
                <a:chOff x="3792874" y="3138488"/>
                <a:chExt cx="322175" cy="373063"/>
              </a:xfrm>
              <a:grpFill/>
            </p:grpSpPr>
            <p:sp>
              <p:nvSpPr>
                <p:cNvPr id="104"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87" name="组合 86"/>
            <p:cNvGrpSpPr/>
            <p:nvPr/>
          </p:nvGrpSpPr>
          <p:grpSpPr>
            <a:xfrm>
              <a:off x="598941" y="6399999"/>
              <a:ext cx="1102619" cy="276499"/>
              <a:chOff x="6738929" y="2270918"/>
              <a:chExt cx="2766486" cy="693738"/>
            </a:xfrm>
            <a:grpFill/>
          </p:grpSpPr>
          <p:grpSp>
            <p:nvGrpSpPr>
              <p:cNvPr id="88" name="组合 87"/>
              <p:cNvGrpSpPr/>
              <p:nvPr/>
            </p:nvGrpSpPr>
            <p:grpSpPr>
              <a:xfrm>
                <a:off x="8180494" y="2355056"/>
                <a:ext cx="484188" cy="509588"/>
                <a:chOff x="6113463" y="3541713"/>
                <a:chExt cx="484188" cy="509588"/>
              </a:xfrm>
              <a:grpFill/>
            </p:grpSpPr>
            <p:sp>
              <p:nvSpPr>
                <p:cNvPr id="9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9" name="组合 88"/>
              <p:cNvGrpSpPr/>
              <p:nvPr/>
            </p:nvGrpSpPr>
            <p:grpSpPr>
              <a:xfrm>
                <a:off x="6738929" y="2270918"/>
                <a:ext cx="549275" cy="693738"/>
                <a:chOff x="6108700" y="2066926"/>
                <a:chExt cx="549275" cy="693738"/>
              </a:xfrm>
              <a:grpFill/>
            </p:grpSpPr>
            <p:sp>
              <p:nvSpPr>
                <p:cNvPr id="9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0" name="组合 89"/>
              <p:cNvGrpSpPr/>
              <p:nvPr/>
            </p:nvGrpSpPr>
            <p:grpSpPr>
              <a:xfrm>
                <a:off x="7532962" y="2451100"/>
                <a:ext cx="368300" cy="317500"/>
                <a:chOff x="6186488" y="2930526"/>
                <a:chExt cx="368300" cy="317500"/>
              </a:xfrm>
              <a:grpFill/>
            </p:grpSpPr>
            <p:sp>
              <p:nvSpPr>
                <p:cNvPr id="9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91"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92"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目录样式3-2">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r="20215"/>
          <a:stretch>
            <a:fillRect/>
          </a:stretch>
        </p:blipFill>
        <p:spPr>
          <a:xfrm>
            <a:off x="6592525" y="0"/>
            <a:ext cx="5609371" cy="6765696"/>
          </a:xfrm>
          <a:prstGeom prst="rect">
            <a:avLst/>
          </a:prstGeom>
        </p:spPr>
      </p:pic>
      <p:sp>
        <p:nvSpPr>
          <p:cNvPr id="63" name="任意多边形: 形状 59"/>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4" name="图片 63"/>
          <p:cNvPicPr>
            <a:picLocks noChangeAspect="1"/>
          </p:cNvPicPr>
          <p:nvPr userDrawn="1"/>
        </p:nvPicPr>
        <p:blipFill>
          <a:blip r:embed="rId3" cstate="screen"/>
          <a:stretch>
            <a:fillRect/>
          </a:stretch>
        </p:blipFill>
        <p:spPr>
          <a:xfrm>
            <a:off x="9793498" y="249943"/>
            <a:ext cx="2025400" cy="566914"/>
          </a:xfrm>
          <a:prstGeom prst="rect">
            <a:avLst/>
          </a:prstGeom>
        </p:spPr>
      </p:pic>
      <p:sp>
        <p:nvSpPr>
          <p:cNvPr id="65" name="矩形 64"/>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userDrawn="1"/>
        </p:nvGrpSpPr>
        <p:grpSpPr>
          <a:xfrm>
            <a:off x="598941" y="6399999"/>
            <a:ext cx="2542613" cy="276499"/>
            <a:chOff x="598941" y="6399999"/>
            <a:chExt cx="2542613" cy="276499"/>
          </a:xfrm>
          <a:solidFill>
            <a:schemeClr val="bg1"/>
          </a:solidFill>
        </p:grpSpPr>
        <p:grpSp>
          <p:nvGrpSpPr>
            <p:cNvPr id="67" name="组合 66"/>
            <p:cNvGrpSpPr/>
            <p:nvPr/>
          </p:nvGrpSpPr>
          <p:grpSpPr>
            <a:xfrm>
              <a:off x="2055693" y="6402621"/>
              <a:ext cx="1085861" cy="270805"/>
              <a:chOff x="10340336" y="2247899"/>
              <a:chExt cx="2724438" cy="679451"/>
            </a:xfrm>
            <a:grpFill/>
          </p:grpSpPr>
          <p:sp>
            <p:nvSpPr>
              <p:cNvPr id="81"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82"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83" name="组合 82"/>
              <p:cNvGrpSpPr/>
              <p:nvPr/>
            </p:nvGrpSpPr>
            <p:grpSpPr>
              <a:xfrm>
                <a:off x="10340336" y="2247899"/>
                <a:ext cx="547688" cy="679451"/>
                <a:chOff x="5548313" y="2084388"/>
                <a:chExt cx="547688" cy="679451"/>
              </a:xfrm>
              <a:grpFill/>
            </p:grpSpPr>
            <p:sp>
              <p:nvSpPr>
                <p:cNvPr id="88"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4" name="组合 83"/>
              <p:cNvGrpSpPr/>
              <p:nvPr/>
            </p:nvGrpSpPr>
            <p:grpSpPr>
              <a:xfrm>
                <a:off x="11192276" y="2400300"/>
                <a:ext cx="322175" cy="373063"/>
                <a:chOff x="3792874" y="3138488"/>
                <a:chExt cx="322175" cy="373063"/>
              </a:xfrm>
              <a:grpFill/>
            </p:grpSpPr>
            <p:sp>
              <p:nvSpPr>
                <p:cNvPr id="85"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68" name="组合 67"/>
            <p:cNvGrpSpPr/>
            <p:nvPr/>
          </p:nvGrpSpPr>
          <p:grpSpPr>
            <a:xfrm>
              <a:off x="598941" y="6399999"/>
              <a:ext cx="1102619" cy="276499"/>
              <a:chOff x="6738929" y="2270918"/>
              <a:chExt cx="2766486" cy="693738"/>
            </a:xfrm>
            <a:grpFill/>
          </p:grpSpPr>
          <p:grpSp>
            <p:nvGrpSpPr>
              <p:cNvPr id="69" name="组合 68"/>
              <p:cNvGrpSpPr/>
              <p:nvPr/>
            </p:nvGrpSpPr>
            <p:grpSpPr>
              <a:xfrm>
                <a:off x="8180494" y="2355056"/>
                <a:ext cx="484188" cy="509588"/>
                <a:chOff x="6113463" y="3541713"/>
                <a:chExt cx="484188" cy="509588"/>
              </a:xfrm>
              <a:grpFill/>
            </p:grpSpPr>
            <p:sp>
              <p:nvSpPr>
                <p:cNvPr id="79"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0" name="组合 69"/>
              <p:cNvGrpSpPr/>
              <p:nvPr/>
            </p:nvGrpSpPr>
            <p:grpSpPr>
              <a:xfrm>
                <a:off x="6738929" y="2270918"/>
                <a:ext cx="549275" cy="693738"/>
                <a:chOff x="6108700" y="2066926"/>
                <a:chExt cx="549275" cy="693738"/>
              </a:xfrm>
              <a:grpFill/>
            </p:grpSpPr>
            <p:sp>
              <p:nvSpPr>
                <p:cNvPr id="77"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1" name="组合 70"/>
              <p:cNvGrpSpPr/>
              <p:nvPr/>
            </p:nvGrpSpPr>
            <p:grpSpPr>
              <a:xfrm>
                <a:off x="7532962" y="2451100"/>
                <a:ext cx="368300" cy="317500"/>
                <a:chOff x="6186488" y="2930526"/>
                <a:chExt cx="368300" cy="317500"/>
              </a:xfrm>
              <a:grpFill/>
            </p:grpSpPr>
            <p:sp>
              <p:nvSpPr>
                <p:cNvPr id="74"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2"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73"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spTree>
  </p:cSld>
  <p:clrMapOvr>
    <a:masterClrMapping/>
  </p:clrMapOvr>
  <p:transition spd="med">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目录样式5">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r="30571" b="46397"/>
          <a:stretch>
            <a:fillRect/>
          </a:stretch>
        </p:blipFill>
        <p:spPr>
          <a:xfrm>
            <a:off x="9019185" y="4400550"/>
            <a:ext cx="3194586" cy="2469325"/>
          </a:xfrm>
          <a:prstGeom prst="rect">
            <a:avLst/>
          </a:prstGeom>
        </p:spPr>
      </p:pic>
      <p:pic>
        <p:nvPicPr>
          <p:cNvPr id="8" name="图片 7"/>
          <p:cNvPicPr>
            <a:picLocks noChangeAspect="1"/>
          </p:cNvPicPr>
          <p:nvPr userDrawn="1"/>
        </p:nvPicPr>
        <p:blipFill rotWithShape="1">
          <a:blip r:embed="rId3" cstate="screen"/>
          <a:srcRect t="-74" b="12515"/>
          <a:stretch>
            <a:fillRect/>
          </a:stretch>
        </p:blipFill>
        <p:spPr>
          <a:xfrm>
            <a:off x="0" y="0"/>
            <a:ext cx="12191999" cy="4400550"/>
          </a:xfrm>
          <a:prstGeom prst="rect">
            <a:avLst/>
          </a:prstGeom>
        </p:spPr>
      </p:pic>
      <p:sp>
        <p:nvSpPr>
          <p:cNvPr id="9" name="矩形 8"/>
          <p:cNvSpPr/>
          <p:nvPr userDrawn="1"/>
        </p:nvSpPr>
        <p:spPr>
          <a:xfrm>
            <a:off x="0" y="4398806"/>
            <a:ext cx="12192001" cy="196858"/>
          </a:xfrm>
          <a:prstGeom prst="rect">
            <a:avLst/>
          </a:prstGeom>
          <a:solidFill>
            <a:schemeClr val="accent4"/>
          </a:solidFill>
          <a:ln>
            <a:noFill/>
          </a:ln>
          <a:effectLst>
            <a:outerShdw blurRad="127000" dist="63500" dir="540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0"/>
            <a:ext cx="12192001" cy="440055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4" cstate="screen"/>
          <a:stretch>
            <a:fillRect/>
          </a:stretch>
        </p:blipFill>
        <p:spPr>
          <a:xfrm>
            <a:off x="9701847" y="142154"/>
            <a:ext cx="2242503" cy="627682"/>
          </a:xfrm>
          <a:prstGeom prst="rect">
            <a:avLst/>
          </a:prstGeom>
        </p:spPr>
      </p:pic>
      <p:pic>
        <p:nvPicPr>
          <p:cNvPr id="14" name="图片 13"/>
          <p:cNvPicPr>
            <a:picLocks noChangeAspect="1"/>
          </p:cNvPicPr>
          <p:nvPr userDrawn="1"/>
        </p:nvPicPr>
        <p:blipFill rotWithShape="1">
          <a:blip r:embed="rId3" cstate="screen"/>
          <a:srcRect t="-74" b="12515"/>
          <a:stretch>
            <a:fillRect/>
          </a:stretch>
        </p:blipFill>
        <p:spPr>
          <a:xfrm>
            <a:off x="0" y="0"/>
            <a:ext cx="12191999" cy="4400550"/>
          </a:xfrm>
          <a:prstGeom prst="rect">
            <a:avLst/>
          </a:prstGeom>
        </p:spPr>
      </p:pic>
      <p:sp>
        <p:nvSpPr>
          <p:cNvPr id="15" name="矩形 14"/>
          <p:cNvSpPr/>
          <p:nvPr userDrawn="1"/>
        </p:nvSpPr>
        <p:spPr>
          <a:xfrm>
            <a:off x="0" y="0"/>
            <a:ext cx="12192001" cy="440055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71956" y="4398806"/>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4" cstate="screen"/>
          <a:stretch>
            <a:fillRect/>
          </a:stretch>
        </p:blipFill>
        <p:spPr>
          <a:xfrm>
            <a:off x="9701847" y="142154"/>
            <a:ext cx="2242503" cy="627682"/>
          </a:xfrm>
          <a:prstGeom prst="rect">
            <a:avLst/>
          </a:prstGeom>
        </p:spPr>
      </p:pic>
      <p:sp>
        <p:nvSpPr>
          <p:cNvPr id="18" name="矩形: 圆角 162"/>
          <p:cNvSpPr/>
          <p:nvPr userDrawn="1"/>
        </p:nvSpPr>
        <p:spPr>
          <a:xfrm>
            <a:off x="1664486" y="3107981"/>
            <a:ext cx="8945408" cy="3014890"/>
          </a:xfrm>
          <a:prstGeom prst="roundRect">
            <a:avLst>
              <a:gd name="adj" fmla="val 3205"/>
            </a:avLst>
          </a:prstGeom>
          <a:solidFill>
            <a:sysClr val="window" lastClr="FFFFFF">
              <a:alpha val="8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19" name="矩形: 圆角 163"/>
          <p:cNvSpPr/>
          <p:nvPr userDrawn="1"/>
        </p:nvSpPr>
        <p:spPr>
          <a:xfrm>
            <a:off x="1463942" y="3222979"/>
            <a:ext cx="9346497" cy="2899892"/>
          </a:xfrm>
          <a:prstGeom prst="roundRect">
            <a:avLst>
              <a:gd name="adj" fmla="val 3205"/>
            </a:avLst>
          </a:prstGeom>
          <a:solidFill>
            <a:sysClr val="window" lastClr="FFFFFF">
              <a:alpha val="94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2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ea"/>
              <a:sym typeface="+mn-lt"/>
            </a:endParaRPr>
          </a:p>
        </p:txBody>
      </p:sp>
      <p:sp>
        <p:nvSpPr>
          <p:cNvPr id="20" name="矩形: 圆角 164"/>
          <p:cNvSpPr/>
          <p:nvPr userDrawn="1"/>
        </p:nvSpPr>
        <p:spPr>
          <a:xfrm>
            <a:off x="1200150" y="3365257"/>
            <a:ext cx="9791700" cy="2757614"/>
          </a:xfrm>
          <a:prstGeom prst="roundRect">
            <a:avLst>
              <a:gd name="adj" fmla="val 3205"/>
            </a:avLst>
          </a:prstGeom>
          <a:gradFill flip="none" rotWithShape="1">
            <a:gsLst>
              <a:gs pos="0">
                <a:sysClr val="window" lastClr="FFFFFF"/>
              </a:gs>
              <a:gs pos="100000">
                <a:srgbClr val="F8F8F8"/>
              </a:gs>
            </a:gsLst>
            <a:lin ang="5400000" scaled="1"/>
            <a:tileRect/>
          </a:gradFill>
          <a:ln w="12700" cap="flat" cmpd="sng" algn="ctr">
            <a:noFill/>
            <a:prstDash val="solid"/>
            <a:miter lim="800000"/>
          </a:ln>
          <a:effectLst>
            <a:outerShdw blurRad="317500" sx="102000" sy="102000" algn="ctr" rotWithShape="0">
              <a:sysClr val="window" lastClr="FFFFFF">
                <a:lumMod val="75000"/>
                <a:alpha val="40000"/>
              </a:sysClr>
            </a:outerShdw>
          </a:effectLst>
        </p:spPr>
        <p:txBody>
          <a:bodyPr rot="0" spcFirstLastPara="0" vertOverflow="overflow" horzOverflow="overflow" vert="horz" wrap="square" lIns="540000" tIns="72000" rIns="540000" bIns="72000" numCol="1" spcCol="0" rtlCol="0" fromWordArt="0" anchor="ctr" anchorCtr="0" forceAA="0" compatLnSpc="1">
            <a:noAutofit/>
          </a:bodyPr>
          <a:lstStyle/>
          <a:p>
            <a:pPr marL="0" marR="0" lvl="0" indent="457200" defTabSz="914400" eaLnBrk="1" fontAlgn="auto" latinLnBrk="0" hangingPunct="1">
              <a:lnSpc>
                <a:spcPct val="12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Arial" panose="020B0604020202020204"/>
              <a:ea typeface="微软雅黑" panose="020B0503020204020204" pitchFamily="34" charset="-122"/>
              <a:cs typeface="+mn-ea"/>
              <a:sym typeface="+mn-lt"/>
            </a:endParaRPr>
          </a:p>
        </p:txBody>
      </p:sp>
    </p:spTree>
  </p:cSld>
  <p:clrMapOvr>
    <a:masterClrMapping/>
  </p:clrMapOvr>
  <p:transition spd="med">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目录样式6-1">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screen"/>
          <a:srcRect l="29063" r="32938"/>
          <a:stretch>
            <a:fillRect/>
          </a:stretch>
        </p:blipFill>
        <p:spPr>
          <a:xfrm>
            <a:off x="0" y="0"/>
            <a:ext cx="3914775" cy="6857999"/>
          </a:xfrm>
          <a:prstGeom prst="rect">
            <a:avLst/>
          </a:prstGeom>
        </p:spPr>
      </p:pic>
      <p:sp>
        <p:nvSpPr>
          <p:cNvPr id="13" name="矩形 12"/>
          <p:cNvSpPr/>
          <p:nvPr userDrawn="1"/>
        </p:nvSpPr>
        <p:spPr>
          <a:xfrm>
            <a:off x="0" y="1"/>
            <a:ext cx="3914775" cy="6857999"/>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0" y="0"/>
            <a:ext cx="3914774" cy="6858000"/>
          </a:xfrm>
          <a:prstGeom prst="rect">
            <a:avLst/>
          </a:prstGeom>
          <a:gradFill flip="none" rotWithShape="1">
            <a:gsLst>
              <a:gs pos="25000">
                <a:schemeClr val="accent1">
                  <a:alpha val="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userDrawn="1"/>
        </p:nvCxnSpPr>
        <p:spPr>
          <a:xfrm>
            <a:off x="3960456" y="0"/>
            <a:ext cx="0" cy="6858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userDrawn="1"/>
        </p:nvGrpSpPr>
        <p:grpSpPr>
          <a:xfrm>
            <a:off x="3961505" y="2797003"/>
            <a:ext cx="122686" cy="1263995"/>
            <a:chOff x="4630742" y="2258287"/>
            <a:chExt cx="122686" cy="1263995"/>
          </a:xfrm>
          <a:solidFill>
            <a:schemeClr val="accent4"/>
          </a:solidFill>
        </p:grpSpPr>
        <p:sp>
          <p:nvSpPr>
            <p:cNvPr id="22" name="等腰三角形 21"/>
            <p:cNvSpPr/>
            <p:nvPr/>
          </p:nvSpPr>
          <p:spPr>
            <a:xfrm rot="5400000">
              <a:off x="4620926" y="2839164"/>
              <a:ext cx="142318" cy="122686"/>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4630742" y="2258287"/>
              <a:ext cx="0" cy="1263995"/>
            </a:xfrm>
            <a:prstGeom prst="line">
              <a:avLst/>
            </a:prstGeom>
            <a:grpFill/>
            <a:ln w="38100">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userDrawn="1"/>
        </p:nvCxnSpPr>
        <p:spPr>
          <a:xfrm>
            <a:off x="1053541" y="2793542"/>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矩形 42"/>
          <p:cNvSpPr/>
          <p:nvPr userDrawn="1"/>
        </p:nvSpPr>
        <p:spPr>
          <a:xfrm>
            <a:off x="846867" y="2752385"/>
            <a:ext cx="2197100" cy="923330"/>
          </a:xfrm>
          <a:prstGeom prst="rect">
            <a:avLst/>
          </a:prstGeom>
        </p:spPr>
        <p:txBody>
          <a:bodyPr wrap="square">
            <a:spAutoFit/>
          </a:bodyPr>
          <a:lstStyle/>
          <a:p>
            <a:pPr lvl="0" algn="dist"/>
            <a:r>
              <a:rPr lang="zh-CN" altLang="en-US" sz="5400" spc="600" dirty="0">
                <a:solidFill>
                  <a:schemeClr val="bg1"/>
                </a:solidFill>
                <a:latin typeface="+mn-ea"/>
                <a:ea typeface="+mn-ea"/>
              </a:rPr>
              <a:t>目录</a:t>
            </a:r>
          </a:p>
        </p:txBody>
      </p:sp>
      <p:sp>
        <p:nvSpPr>
          <p:cNvPr id="44" name="矩形 43"/>
          <p:cNvSpPr/>
          <p:nvPr userDrawn="1"/>
        </p:nvSpPr>
        <p:spPr>
          <a:xfrm>
            <a:off x="963806" y="3595872"/>
            <a:ext cx="1906502" cy="461665"/>
          </a:xfrm>
          <a:prstGeom prst="rect">
            <a:avLst/>
          </a:prstGeom>
        </p:spPr>
        <p:txBody>
          <a:bodyPr wrap="square">
            <a:spAutoFit/>
          </a:bodyPr>
          <a:lstStyle/>
          <a:p>
            <a:pPr lvl="0" algn="dist"/>
            <a:r>
              <a:rPr lang="en-US" altLang="zh-CN" sz="2400" dirty="0">
                <a:solidFill>
                  <a:schemeClr val="bg1"/>
                </a:solidFill>
              </a:rPr>
              <a:t>CONTENTS</a:t>
            </a:r>
          </a:p>
        </p:txBody>
      </p:sp>
      <p:cxnSp>
        <p:nvCxnSpPr>
          <p:cNvPr id="45" name="直接连接符 44"/>
          <p:cNvCxnSpPr/>
          <p:nvPr userDrawn="1"/>
        </p:nvCxnSpPr>
        <p:spPr>
          <a:xfrm>
            <a:off x="1053541" y="4060998"/>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screen"/>
          <a:stretch>
            <a:fillRect/>
          </a:stretch>
        </p:blipFill>
        <p:spPr>
          <a:xfrm>
            <a:off x="1064854" y="2218510"/>
            <a:ext cx="1715719" cy="480234"/>
          </a:xfrm>
          <a:prstGeom prst="rect">
            <a:avLst/>
          </a:prstGeom>
        </p:spPr>
      </p:pic>
      <p:pic>
        <p:nvPicPr>
          <p:cNvPr id="6" name="图片 5"/>
          <p:cNvPicPr>
            <a:picLocks noChangeAspect="1"/>
          </p:cNvPicPr>
          <p:nvPr userDrawn="1"/>
        </p:nvPicPr>
        <p:blipFill rotWithShape="1">
          <a:blip r:embed="rId4" cstate="screen"/>
          <a:srcRect r="15912" b="16285"/>
          <a:stretch>
            <a:fillRect/>
          </a:stretch>
        </p:blipFill>
        <p:spPr>
          <a:xfrm>
            <a:off x="7258050" y="1942165"/>
            <a:ext cx="4949784" cy="4933648"/>
          </a:xfrm>
          <a:prstGeom prst="rect">
            <a:avLst/>
          </a:prstGeom>
        </p:spPr>
      </p:pic>
    </p:spTree>
  </p:cSld>
  <p:clrMapOvr>
    <a:masterClrMapping/>
  </p:clrMapOvr>
  <p:transition spd="med">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目录样式6-2">
    <p:bg>
      <p:bgPr>
        <a:gradFill>
          <a:gsLst>
            <a:gs pos="25000">
              <a:schemeClr val="accent1">
                <a:alpha val="0"/>
              </a:schemeClr>
            </a:gs>
            <a:gs pos="100000">
              <a:schemeClr val="accent1"/>
            </a:gs>
          </a:gsLst>
          <a:lin ang="0" scaled="1"/>
        </a:gradFill>
        <a:effectLst/>
      </p:bgPr>
    </p:bg>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p:cNvPicPr>
            <a:picLocks noChangeAspect="1"/>
          </p:cNvPicPr>
          <p:nvPr userDrawn="1"/>
        </p:nvPicPr>
        <p:blipFill>
          <a:blip r:embed="rId2" cstate="screen"/>
          <a:stretch>
            <a:fillRect/>
          </a:stretch>
        </p:blipFill>
        <p:spPr>
          <a:xfrm>
            <a:off x="6943725" y="493231"/>
            <a:ext cx="5251028" cy="5254131"/>
          </a:xfrm>
          <a:prstGeom prst="rect">
            <a:avLst/>
          </a:prstGeom>
        </p:spPr>
      </p:pic>
      <p:sp>
        <p:nvSpPr>
          <p:cNvPr id="10" name="矩形 9"/>
          <p:cNvSpPr/>
          <p:nvPr userDrawn="1"/>
        </p:nvSpPr>
        <p:spPr>
          <a:xfrm>
            <a:off x="6943725" y="0"/>
            <a:ext cx="5248273"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userDrawn="1"/>
        </p:nvSpPr>
        <p:spPr>
          <a:xfrm>
            <a:off x="660400" y="6054314"/>
            <a:ext cx="2014538" cy="1438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2" hasCustomPrompt="1"/>
          </p:nvPr>
        </p:nvSpPr>
        <p:spPr>
          <a:xfrm>
            <a:off x="510342" y="982400"/>
            <a:ext cx="3551237" cy="606922"/>
          </a:xfrm>
          <a:prstGeom prst="rect">
            <a:avLst/>
          </a:prstGeom>
        </p:spPr>
        <p:txBody>
          <a:bodyPr/>
          <a:lstStyle>
            <a:lvl1pPr marL="0" indent="0">
              <a:buNone/>
              <a:defRPr sz="3200" spc="100">
                <a:solidFill>
                  <a:schemeClr val="bg1"/>
                </a:solidFill>
                <a:latin typeface="微软雅黑" panose="020B0503020204020204" pitchFamily="34" charset="-122"/>
                <a:ea typeface="微软雅黑" panose="020B0503020204020204" pitchFamily="34" charset="-122"/>
              </a:defRPr>
            </a:lvl1pPr>
          </a:lstStyle>
          <a:p>
            <a:pPr lvl="0"/>
            <a:r>
              <a:rPr lang="zh-CN" altLang="en-US" dirty="0"/>
              <a:t>第几部分 ▶</a:t>
            </a:r>
          </a:p>
        </p:txBody>
      </p:sp>
      <p:sp>
        <p:nvSpPr>
          <p:cNvPr id="122" name="文本占位符 15"/>
          <p:cNvSpPr>
            <a:spLocks noGrp="1"/>
          </p:cNvSpPr>
          <p:nvPr>
            <p:ph type="body" sz="quarter" idx="13" hasCustomPrompt="1"/>
          </p:nvPr>
        </p:nvSpPr>
        <p:spPr>
          <a:xfrm>
            <a:off x="510342" y="2742089"/>
            <a:ext cx="7197752" cy="606922"/>
          </a:xfrm>
          <a:prstGeom prst="rect">
            <a:avLst/>
          </a:prstGeom>
        </p:spPr>
        <p:txBody>
          <a:bodyPr/>
          <a:lstStyle>
            <a:lvl1pPr marL="0" indent="0">
              <a:buNone/>
              <a:defRPr sz="4400" spc="100" baseline="0">
                <a:solidFill>
                  <a:schemeClr val="bg1"/>
                </a:solidFill>
                <a:latin typeface="微软雅黑" panose="020B0503020204020204" pitchFamily="34" charset="-122"/>
                <a:ea typeface="微软雅黑" panose="020B0503020204020204" pitchFamily="34" charset="-122"/>
              </a:defRPr>
            </a:lvl1pPr>
          </a:lstStyle>
          <a:p>
            <a:pPr lvl="0"/>
            <a:r>
              <a:rPr lang="zh-CN" altLang="en-US" dirty="0"/>
              <a:t>请在此处添加你的标题</a:t>
            </a:r>
          </a:p>
        </p:txBody>
      </p:sp>
      <p:sp>
        <p:nvSpPr>
          <p:cNvPr id="123" name="文本占位符 15"/>
          <p:cNvSpPr>
            <a:spLocks noGrp="1"/>
          </p:cNvSpPr>
          <p:nvPr>
            <p:ph type="body" sz="quarter" idx="14" hasCustomPrompt="1"/>
          </p:nvPr>
        </p:nvSpPr>
        <p:spPr>
          <a:xfrm>
            <a:off x="561172" y="3837713"/>
            <a:ext cx="7146922" cy="1522912"/>
          </a:xfrm>
          <a:prstGeom prst="rect">
            <a:avLst/>
          </a:prstGeom>
        </p:spPr>
        <p:txBody>
          <a:bodyPr/>
          <a:lstStyle>
            <a:lvl1pPr marL="285750" indent="-285750">
              <a:lnSpc>
                <a:spcPct val="120000"/>
              </a:lnSpc>
              <a:buFont typeface="Arial" panose="020B0604020202020204" pitchFamily="34" charset="0"/>
              <a:buChar char="•"/>
              <a:defRPr sz="1400" spc="100" baseline="0">
                <a:solidFill>
                  <a:schemeClr val="bg1"/>
                </a:solidFill>
                <a:latin typeface="+mn-ea"/>
                <a:ea typeface="+mn-ea"/>
              </a:defRPr>
            </a:lvl1pPr>
          </a:lstStyle>
          <a:p>
            <a:pPr lvl="0"/>
            <a:r>
              <a:rPr lang="zh-CN" altLang="en-US" dirty="0"/>
              <a:t>这里可以写一点点文字，介绍此章节主要内容</a:t>
            </a:r>
            <a:endParaRPr lang="en-US" altLang="zh-CN" dirty="0"/>
          </a:p>
          <a:p>
            <a:pPr lvl="0"/>
            <a:r>
              <a:rPr lang="zh-CN" altLang="en-US" dirty="0"/>
              <a:t>国外现状</a:t>
            </a:r>
            <a:endParaRPr lang="en-US" altLang="zh-CN" dirty="0"/>
          </a:p>
          <a:p>
            <a:pPr lvl="0"/>
            <a:r>
              <a:rPr lang="zh-CN" altLang="en-US" dirty="0"/>
              <a:t>国内现状</a:t>
            </a:r>
            <a:endParaRPr lang="en-US" altLang="zh-CN" dirty="0"/>
          </a:p>
          <a:p>
            <a:pPr lvl="0"/>
            <a:r>
              <a:rPr lang="en-US" altLang="zh-CN" dirty="0"/>
              <a:t>…</a:t>
            </a:r>
          </a:p>
          <a:p>
            <a:pPr lvl="0"/>
            <a:endParaRPr lang="zh-CN" altLang="en-US" dirty="0"/>
          </a:p>
        </p:txBody>
      </p:sp>
      <p:sp>
        <p:nvSpPr>
          <p:cNvPr id="2" name="矩形 1"/>
          <p:cNvSpPr/>
          <p:nvPr userDrawn="1"/>
        </p:nvSpPr>
        <p:spPr>
          <a:xfrm>
            <a:off x="0" y="6167300"/>
            <a:ext cx="12192000" cy="690700"/>
          </a:xfrm>
          <a:prstGeom prst="rect">
            <a:avLst/>
          </a:prstGeom>
          <a:solidFill>
            <a:schemeClr val="bg1"/>
          </a:solidFill>
          <a:ln>
            <a:noFill/>
          </a:ln>
          <a:effectLst>
            <a:outerShdw blurRad="3810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30000"/>
              </a:lnSpc>
            </a:pPr>
            <a:endParaRPr lang="zh-CN" altLang="en-US">
              <a:cs typeface="+mn-ea"/>
            </a:endParaRPr>
          </a:p>
        </p:txBody>
      </p:sp>
      <p:grpSp>
        <p:nvGrpSpPr>
          <p:cNvPr id="115" name="组合 114"/>
          <p:cNvGrpSpPr/>
          <p:nvPr userDrawn="1"/>
        </p:nvGrpSpPr>
        <p:grpSpPr>
          <a:xfrm>
            <a:off x="684666" y="6423435"/>
            <a:ext cx="1915659" cy="208321"/>
            <a:chOff x="598941" y="6399999"/>
            <a:chExt cx="2542613" cy="276499"/>
          </a:xfrm>
          <a:solidFill>
            <a:schemeClr val="accent3"/>
          </a:solidFill>
        </p:grpSpPr>
        <p:grpSp>
          <p:nvGrpSpPr>
            <p:cNvPr id="117" name="组合 116"/>
            <p:cNvGrpSpPr/>
            <p:nvPr/>
          </p:nvGrpSpPr>
          <p:grpSpPr>
            <a:xfrm>
              <a:off x="2055693" y="6402621"/>
              <a:ext cx="1085861" cy="270805"/>
              <a:chOff x="10340336" y="2247899"/>
              <a:chExt cx="2724438" cy="679451"/>
            </a:xfrm>
            <a:grpFill/>
          </p:grpSpPr>
          <p:sp>
            <p:nvSpPr>
              <p:cNvPr id="134"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135"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136" name="组合 135"/>
              <p:cNvGrpSpPr/>
              <p:nvPr/>
            </p:nvGrpSpPr>
            <p:grpSpPr>
              <a:xfrm>
                <a:off x="10340336" y="2247899"/>
                <a:ext cx="547688" cy="679451"/>
                <a:chOff x="5548313" y="2084388"/>
                <a:chExt cx="547688" cy="679451"/>
              </a:xfrm>
              <a:grpFill/>
            </p:grpSpPr>
            <p:sp>
              <p:nvSpPr>
                <p:cNvPr id="141"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37" name="组合 136"/>
              <p:cNvGrpSpPr/>
              <p:nvPr/>
            </p:nvGrpSpPr>
            <p:grpSpPr>
              <a:xfrm>
                <a:off x="11192276" y="2400300"/>
                <a:ext cx="322175" cy="373063"/>
                <a:chOff x="3792874" y="3138488"/>
                <a:chExt cx="322175" cy="373063"/>
              </a:xfrm>
              <a:grpFill/>
            </p:grpSpPr>
            <p:sp>
              <p:nvSpPr>
                <p:cNvPr id="138"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18" name="组合 117"/>
            <p:cNvGrpSpPr/>
            <p:nvPr/>
          </p:nvGrpSpPr>
          <p:grpSpPr>
            <a:xfrm>
              <a:off x="598941" y="6399999"/>
              <a:ext cx="1102619" cy="276499"/>
              <a:chOff x="6738929" y="2270918"/>
              <a:chExt cx="2766486" cy="693738"/>
            </a:xfrm>
            <a:grpFill/>
          </p:grpSpPr>
          <p:grpSp>
            <p:nvGrpSpPr>
              <p:cNvPr id="119" name="组合 118"/>
              <p:cNvGrpSpPr/>
              <p:nvPr/>
            </p:nvGrpSpPr>
            <p:grpSpPr>
              <a:xfrm>
                <a:off x="8180494" y="2355056"/>
                <a:ext cx="484188" cy="509588"/>
                <a:chOff x="6113463" y="3541713"/>
                <a:chExt cx="484188" cy="509588"/>
              </a:xfrm>
              <a:grpFill/>
            </p:grpSpPr>
            <p:sp>
              <p:nvSpPr>
                <p:cNvPr id="132"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1" name="组合 120"/>
              <p:cNvGrpSpPr/>
              <p:nvPr/>
            </p:nvGrpSpPr>
            <p:grpSpPr>
              <a:xfrm>
                <a:off x="6738929" y="2270918"/>
                <a:ext cx="549275" cy="693738"/>
                <a:chOff x="6108700" y="2066926"/>
                <a:chExt cx="549275" cy="693738"/>
              </a:xfrm>
              <a:grpFill/>
            </p:grpSpPr>
            <p:sp>
              <p:nvSpPr>
                <p:cNvPr id="130"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4" name="组合 123"/>
              <p:cNvGrpSpPr/>
              <p:nvPr/>
            </p:nvGrpSpPr>
            <p:grpSpPr>
              <a:xfrm>
                <a:off x="7532962" y="2451100"/>
                <a:ext cx="368300" cy="317500"/>
                <a:chOff x="6186488" y="2930526"/>
                <a:chExt cx="368300" cy="317500"/>
              </a:xfrm>
              <a:grpFill/>
            </p:grpSpPr>
            <p:sp>
              <p:nvSpPr>
                <p:cNvPr id="127"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25"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126"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143" name="图片 142"/>
          <p:cNvPicPr>
            <a:picLocks noChangeAspect="1"/>
          </p:cNvPicPr>
          <p:nvPr userDrawn="1"/>
        </p:nvPicPr>
        <p:blipFill>
          <a:blip r:embed="rId3" cstate="screen"/>
          <a:stretch>
            <a:fillRect/>
          </a:stretch>
        </p:blipFill>
        <p:spPr>
          <a:xfrm>
            <a:off x="10203766" y="6386257"/>
            <a:ext cx="1257421" cy="276480"/>
          </a:xfrm>
          <a:prstGeom prst="rect">
            <a:avLst/>
          </a:prstGeom>
        </p:spPr>
      </p:pic>
    </p:spTree>
  </p:cSld>
  <p:clrMapOvr>
    <a:masterClrMapping/>
  </p:clrMapOvr>
  <p:transition spd="med">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目录样式7-1">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screen"/>
          <a:srcRect t="-74" b="196"/>
          <a:stretch>
            <a:fillRect/>
          </a:stretch>
        </p:blipFill>
        <p:spPr>
          <a:xfrm>
            <a:off x="0" y="-1"/>
            <a:ext cx="12191999" cy="5019675"/>
          </a:xfrm>
          <a:prstGeom prst="rect">
            <a:avLst/>
          </a:prstGeom>
        </p:spPr>
      </p:pic>
      <p:sp>
        <p:nvSpPr>
          <p:cNvPr id="5" name="矩形 4"/>
          <p:cNvSpPr/>
          <p:nvPr userDrawn="1"/>
        </p:nvSpPr>
        <p:spPr>
          <a:xfrm>
            <a:off x="0" y="5019674"/>
            <a:ext cx="12192001" cy="1838326"/>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0"/>
            <a:ext cx="12192001" cy="501967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73461" y="5009909"/>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041996" y="3927615"/>
            <a:ext cx="8108006" cy="2164588"/>
          </a:xfrm>
          <a:prstGeom prst="rect">
            <a:avLst/>
          </a:prstGeom>
          <a:solidFill>
            <a:sysClr val="window" lastClr="FFFFFF"/>
          </a:solidFill>
          <a:ln w="76200" cap="flat" cmpd="sng" algn="ctr">
            <a:solidFill>
              <a:schemeClr val="accent3">
                <a:lumMod val="20000"/>
                <a:lumOff val="80000"/>
              </a:schemeClr>
            </a:solid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4" name="图片 3"/>
          <p:cNvPicPr>
            <a:picLocks noChangeAspect="1"/>
          </p:cNvPicPr>
          <p:nvPr userDrawn="1"/>
        </p:nvPicPr>
        <p:blipFill>
          <a:blip r:embed="rId3" cstate="screen"/>
          <a:stretch>
            <a:fillRect/>
          </a:stretch>
        </p:blipFill>
        <p:spPr>
          <a:xfrm>
            <a:off x="4554764" y="1532412"/>
            <a:ext cx="3082473" cy="862791"/>
          </a:xfrm>
          <a:prstGeom prst="rect">
            <a:avLst/>
          </a:prstGeom>
        </p:spPr>
      </p:pic>
    </p:spTree>
  </p:cSld>
  <p:clrMapOvr>
    <a:masterClrMapping/>
  </p:clrMapOvr>
  <p:transition spd="med">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目录样式7-2">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screen"/>
          <a:srcRect t="-74" b="196"/>
          <a:stretch>
            <a:fillRect/>
          </a:stretch>
        </p:blipFill>
        <p:spPr>
          <a:xfrm>
            <a:off x="0" y="-1"/>
            <a:ext cx="12191999" cy="5019675"/>
          </a:xfrm>
          <a:prstGeom prst="rect">
            <a:avLst/>
          </a:prstGeom>
        </p:spPr>
      </p:pic>
      <p:sp>
        <p:nvSpPr>
          <p:cNvPr id="5" name="矩形 4"/>
          <p:cNvSpPr/>
          <p:nvPr userDrawn="1"/>
        </p:nvSpPr>
        <p:spPr>
          <a:xfrm>
            <a:off x="0" y="5019674"/>
            <a:ext cx="12192001" cy="1838326"/>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0"/>
            <a:ext cx="12192001" cy="501967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73461" y="5009909"/>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473992" y="3927615"/>
            <a:ext cx="9244014" cy="2164588"/>
          </a:xfrm>
          <a:prstGeom prst="rect">
            <a:avLst/>
          </a:prstGeom>
          <a:solidFill>
            <a:sysClr val="window" lastClr="FFFFFF"/>
          </a:solidFill>
          <a:ln w="76200" cap="flat" cmpd="sng" algn="ctr">
            <a:solidFill>
              <a:schemeClr val="accent3">
                <a:lumMod val="20000"/>
                <a:lumOff val="80000"/>
              </a:schemeClr>
            </a:solid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11" name="图片 10"/>
          <p:cNvPicPr>
            <a:picLocks noChangeAspect="1"/>
          </p:cNvPicPr>
          <p:nvPr userDrawn="1"/>
        </p:nvPicPr>
        <p:blipFill>
          <a:blip r:embed="rId3" cstate="screen"/>
          <a:stretch>
            <a:fillRect/>
          </a:stretch>
        </p:blipFill>
        <p:spPr>
          <a:xfrm>
            <a:off x="4554764" y="1532412"/>
            <a:ext cx="3082473" cy="862791"/>
          </a:xfrm>
          <a:prstGeom prst="rect">
            <a:avLst/>
          </a:prstGeom>
        </p:spPr>
      </p:pic>
    </p:spTree>
  </p:cSld>
  <p:clrMapOvr>
    <a:masterClrMapping/>
  </p:clrMapOvr>
  <p:transition spd="med">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目录样式7-3">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screen"/>
          <a:srcRect l="1" t="13078" r="-1" b="115"/>
          <a:stretch>
            <a:fillRect/>
          </a:stretch>
        </p:blipFill>
        <p:spPr>
          <a:xfrm>
            <a:off x="0" y="-1"/>
            <a:ext cx="12191999" cy="4362681"/>
          </a:xfrm>
          <a:prstGeom prst="rect">
            <a:avLst/>
          </a:prstGeom>
        </p:spPr>
      </p:pic>
      <p:sp>
        <p:nvSpPr>
          <p:cNvPr id="5" name="矩形 4"/>
          <p:cNvSpPr/>
          <p:nvPr userDrawn="1"/>
        </p:nvSpPr>
        <p:spPr>
          <a:xfrm>
            <a:off x="0" y="4346687"/>
            <a:ext cx="12192001" cy="2511313"/>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0"/>
            <a:ext cx="12192001" cy="4346687"/>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73936" y="4346687"/>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828800" y="2524126"/>
            <a:ext cx="8494006" cy="3568078"/>
          </a:xfrm>
          <a:prstGeom prst="rect">
            <a:avLst/>
          </a:prstGeom>
          <a:solidFill>
            <a:sysClr val="window" lastClr="FFFFFF"/>
          </a:solidFill>
          <a:ln w="76200" cap="flat" cmpd="sng" algn="ctr">
            <a:solidFill>
              <a:schemeClr val="accent3">
                <a:lumMod val="20000"/>
                <a:lumOff val="80000"/>
              </a:schemeClr>
            </a:solid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69" name="图片 68"/>
          <p:cNvPicPr>
            <a:picLocks noChangeAspect="1"/>
          </p:cNvPicPr>
          <p:nvPr userDrawn="1"/>
        </p:nvPicPr>
        <p:blipFill>
          <a:blip r:embed="rId3" cstate="screen"/>
          <a:stretch>
            <a:fillRect/>
          </a:stretch>
        </p:blipFill>
        <p:spPr>
          <a:xfrm>
            <a:off x="4554764" y="861200"/>
            <a:ext cx="3082473" cy="862791"/>
          </a:xfrm>
          <a:prstGeom prst="rect">
            <a:avLst/>
          </a:prstGeom>
        </p:spPr>
      </p:pic>
    </p:spTree>
  </p:cSld>
  <p:clrMapOvr>
    <a:masterClrMapping/>
  </p:clrMapOvr>
  <p:transition spd="med">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目录样式7-4">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p:cNvPicPr>
            <a:picLocks noChangeAspect="1"/>
          </p:cNvPicPr>
          <p:nvPr userDrawn="1"/>
        </p:nvPicPr>
        <p:blipFill>
          <a:blip r:embed="rId2" cstate="screen"/>
          <a:stretch>
            <a:fillRect/>
          </a:stretch>
        </p:blipFill>
        <p:spPr>
          <a:xfrm>
            <a:off x="6943725" y="1087685"/>
            <a:ext cx="5251028" cy="5254131"/>
          </a:xfrm>
          <a:prstGeom prst="rect">
            <a:avLst/>
          </a:prstGeom>
        </p:spPr>
      </p:pic>
      <p:sp>
        <p:nvSpPr>
          <p:cNvPr id="12" name="矩形 11"/>
          <p:cNvSpPr/>
          <p:nvPr userDrawn="1"/>
        </p:nvSpPr>
        <p:spPr>
          <a:xfrm>
            <a:off x="7423183" y="0"/>
            <a:ext cx="4768815"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6873734" y="3188524"/>
            <a:ext cx="5318266" cy="1205346"/>
          </a:xfrm>
          <a:prstGeom prst="rect">
            <a:avLst/>
          </a:prstGeom>
          <a:solidFill>
            <a:sysClr val="window" lastClr="FFFFFF"/>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sp>
        <p:nvSpPr>
          <p:cNvPr id="44" name="矩形 43"/>
          <p:cNvSpPr/>
          <p:nvPr userDrawn="1"/>
        </p:nvSpPr>
        <p:spPr>
          <a:xfrm>
            <a:off x="6873734" y="3188522"/>
            <a:ext cx="549449" cy="1205348"/>
          </a:xfrm>
          <a:prstGeom prst="rect">
            <a:avLst/>
          </a:prstGeom>
          <a:solidFill>
            <a:schemeClr val="accent4"/>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sp>
        <p:nvSpPr>
          <p:cNvPr id="45" name="文本框 44"/>
          <p:cNvSpPr txBox="1"/>
          <p:nvPr userDrawn="1"/>
        </p:nvSpPr>
        <p:spPr>
          <a:xfrm>
            <a:off x="-2647787" y="-2281727"/>
            <a:ext cx="6031920" cy="11172289"/>
          </a:xfrm>
          <a:prstGeom prst="rect">
            <a:avLst/>
          </a:prstGeom>
          <a:noFill/>
        </p:spPr>
        <p:txBody>
          <a:bodyPr wrap="square" rtlCol="0">
            <a:spAutoFit/>
          </a:bodyPr>
          <a:lstStyle/>
          <a:p>
            <a:r>
              <a:rPr lang="en-US" altLang="zh-CN" sz="72000" dirty="0">
                <a:solidFill>
                  <a:schemeClr val="bg1">
                    <a:alpha val="40000"/>
                  </a:schemeClr>
                </a:solidFill>
              </a:rPr>
              <a:t>0</a:t>
            </a:r>
            <a:endParaRPr lang="zh-CN" altLang="en-US" sz="72000" dirty="0">
              <a:solidFill>
                <a:schemeClr val="bg1">
                  <a:alpha val="40000"/>
                </a:schemeClr>
              </a:solidFill>
            </a:endParaRPr>
          </a:p>
        </p:txBody>
      </p:sp>
      <p:pic>
        <p:nvPicPr>
          <p:cNvPr id="46" name="图片 45"/>
          <p:cNvPicPr>
            <a:picLocks noChangeAspect="1"/>
          </p:cNvPicPr>
          <p:nvPr userDrawn="1"/>
        </p:nvPicPr>
        <p:blipFill>
          <a:blip r:embed="rId3" cstate="screen"/>
          <a:stretch>
            <a:fillRect/>
          </a:stretch>
        </p:blipFill>
        <p:spPr>
          <a:xfrm>
            <a:off x="9485140" y="203173"/>
            <a:ext cx="2510452" cy="702681"/>
          </a:xfrm>
          <a:prstGeom prst="rect">
            <a:avLst/>
          </a:prstGeom>
        </p:spPr>
      </p:pic>
    </p:spTree>
  </p:cSld>
  <p:clrMapOvr>
    <a:masterClrMapping/>
  </p:clrMapOvr>
  <p:transition spd="med">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目录样式8">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p:cNvPicPr>
            <a:picLocks noChangeAspect="1"/>
          </p:cNvPicPr>
          <p:nvPr userDrawn="1"/>
        </p:nvPicPr>
        <p:blipFill>
          <a:blip r:embed="rId2" cstate="screen"/>
          <a:stretch>
            <a:fillRect/>
          </a:stretch>
        </p:blipFill>
        <p:spPr>
          <a:xfrm>
            <a:off x="6943725" y="1087685"/>
            <a:ext cx="5251028" cy="5254131"/>
          </a:xfrm>
          <a:prstGeom prst="rect">
            <a:avLst/>
          </a:prstGeom>
        </p:spPr>
      </p:pic>
      <p:sp>
        <p:nvSpPr>
          <p:cNvPr id="12" name="矩形 11"/>
          <p:cNvSpPr/>
          <p:nvPr userDrawn="1"/>
        </p:nvSpPr>
        <p:spPr>
          <a:xfrm>
            <a:off x="6870981" y="0"/>
            <a:ext cx="5321017"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6873734" y="3188524"/>
            <a:ext cx="5318266" cy="1205346"/>
          </a:xfrm>
          <a:prstGeom prst="rect">
            <a:avLst/>
          </a:prstGeom>
          <a:solidFill>
            <a:sysClr val="window" lastClr="FFFFFF"/>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sp>
        <p:nvSpPr>
          <p:cNvPr id="44" name="矩形 43"/>
          <p:cNvSpPr/>
          <p:nvPr userDrawn="1"/>
        </p:nvSpPr>
        <p:spPr>
          <a:xfrm>
            <a:off x="6873734" y="3188522"/>
            <a:ext cx="549449" cy="1205348"/>
          </a:xfrm>
          <a:prstGeom prst="rect">
            <a:avLst/>
          </a:prstGeom>
          <a:solidFill>
            <a:schemeClr val="accent4"/>
          </a:solidFill>
          <a:ln w="76200" cap="flat" cmpd="sng" algn="ctr">
            <a:noFill/>
            <a:prstDash val="solid"/>
            <a:miter lim="800000"/>
          </a:ln>
          <a:effectLst>
            <a:outerShdw blurRad="558800" sx="102000" sy="102000" algn="ctr"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cs typeface="+mn-cs"/>
            </a:endParaRPr>
          </a:p>
        </p:txBody>
      </p:sp>
      <p:pic>
        <p:nvPicPr>
          <p:cNvPr id="46" name="图片 45"/>
          <p:cNvPicPr>
            <a:picLocks noChangeAspect="1"/>
          </p:cNvPicPr>
          <p:nvPr userDrawn="1"/>
        </p:nvPicPr>
        <p:blipFill>
          <a:blip r:embed="rId3" cstate="screen"/>
          <a:stretch>
            <a:fillRect/>
          </a:stretch>
        </p:blipFill>
        <p:spPr>
          <a:xfrm>
            <a:off x="9485140" y="203173"/>
            <a:ext cx="2510452" cy="702681"/>
          </a:xfrm>
          <a:prstGeom prst="rect">
            <a:avLst/>
          </a:prstGeom>
        </p:spPr>
      </p:pic>
      <p:grpSp>
        <p:nvGrpSpPr>
          <p:cNvPr id="9" name="Group 6"/>
          <p:cNvGrpSpPr/>
          <p:nvPr userDrawn="1"/>
        </p:nvGrpSpPr>
        <p:grpSpPr bwMode="auto">
          <a:xfrm>
            <a:off x="778934" y="687917"/>
            <a:ext cx="3299884" cy="5425016"/>
            <a:chOff x="0" y="0"/>
            <a:chExt cx="2476153" cy="4069266"/>
          </a:xfrm>
          <a:solidFill>
            <a:schemeClr val="bg1">
              <a:alpha val="25000"/>
            </a:schemeClr>
          </a:solidFill>
        </p:grpSpPr>
        <p:sp>
          <p:nvSpPr>
            <p:cNvPr id="10" name="矩形 3"/>
            <p:cNvSpPr>
              <a:spLocks noChangeArrowheads="1"/>
            </p:cNvSpPr>
            <p:nvPr/>
          </p:nvSpPr>
          <p:spPr bwMode="auto">
            <a:xfrm>
              <a:off x="0"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4"/>
            <p:cNvSpPr>
              <a:spLocks noChangeArrowheads="1"/>
            </p:cNvSpPr>
            <p:nvPr/>
          </p:nvSpPr>
          <p:spPr bwMode="auto">
            <a:xfrm>
              <a:off x="437624"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5"/>
            <p:cNvSpPr>
              <a:spLocks noChangeArrowheads="1"/>
            </p:cNvSpPr>
            <p:nvPr/>
          </p:nvSpPr>
          <p:spPr bwMode="auto">
            <a:xfrm>
              <a:off x="875248"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6"/>
            <p:cNvSpPr>
              <a:spLocks noChangeArrowheads="1"/>
            </p:cNvSpPr>
            <p:nvPr/>
          </p:nvSpPr>
          <p:spPr bwMode="auto">
            <a:xfrm>
              <a:off x="1312872"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矩形 7"/>
            <p:cNvSpPr>
              <a:spLocks noChangeArrowheads="1"/>
            </p:cNvSpPr>
            <p:nvPr/>
          </p:nvSpPr>
          <p:spPr bwMode="auto">
            <a:xfrm>
              <a:off x="1750496"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矩形 8"/>
            <p:cNvSpPr>
              <a:spLocks noChangeArrowheads="1"/>
            </p:cNvSpPr>
            <p:nvPr/>
          </p:nvSpPr>
          <p:spPr bwMode="auto">
            <a:xfrm>
              <a:off x="2188121" y="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59"/>
            <p:cNvSpPr>
              <a:spLocks noChangeArrowheads="1"/>
            </p:cNvSpPr>
            <p:nvPr/>
          </p:nvSpPr>
          <p:spPr bwMode="auto">
            <a:xfrm>
              <a:off x="0"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矩形 60"/>
            <p:cNvSpPr>
              <a:spLocks noChangeArrowheads="1"/>
            </p:cNvSpPr>
            <p:nvPr/>
          </p:nvSpPr>
          <p:spPr bwMode="auto">
            <a:xfrm>
              <a:off x="437624"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矩形 61"/>
            <p:cNvSpPr>
              <a:spLocks noChangeArrowheads="1"/>
            </p:cNvSpPr>
            <p:nvPr/>
          </p:nvSpPr>
          <p:spPr bwMode="auto">
            <a:xfrm>
              <a:off x="875248"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矩形 62"/>
            <p:cNvSpPr>
              <a:spLocks noChangeArrowheads="1"/>
            </p:cNvSpPr>
            <p:nvPr/>
          </p:nvSpPr>
          <p:spPr bwMode="auto">
            <a:xfrm>
              <a:off x="1312872"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矩形 63"/>
            <p:cNvSpPr>
              <a:spLocks noChangeArrowheads="1"/>
            </p:cNvSpPr>
            <p:nvPr/>
          </p:nvSpPr>
          <p:spPr bwMode="auto">
            <a:xfrm>
              <a:off x="1750496"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矩形 64"/>
            <p:cNvSpPr>
              <a:spLocks noChangeArrowheads="1"/>
            </p:cNvSpPr>
            <p:nvPr/>
          </p:nvSpPr>
          <p:spPr bwMode="auto">
            <a:xfrm>
              <a:off x="2188121" y="406202"/>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矩形 66"/>
            <p:cNvSpPr>
              <a:spLocks noChangeArrowheads="1"/>
            </p:cNvSpPr>
            <p:nvPr/>
          </p:nvSpPr>
          <p:spPr bwMode="auto">
            <a:xfrm>
              <a:off x="0"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67"/>
            <p:cNvSpPr>
              <a:spLocks noChangeArrowheads="1"/>
            </p:cNvSpPr>
            <p:nvPr/>
          </p:nvSpPr>
          <p:spPr bwMode="auto">
            <a:xfrm>
              <a:off x="437624"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矩形 68"/>
            <p:cNvSpPr>
              <a:spLocks noChangeArrowheads="1"/>
            </p:cNvSpPr>
            <p:nvPr/>
          </p:nvSpPr>
          <p:spPr bwMode="auto">
            <a:xfrm>
              <a:off x="875248"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69"/>
            <p:cNvSpPr>
              <a:spLocks noChangeArrowheads="1"/>
            </p:cNvSpPr>
            <p:nvPr/>
          </p:nvSpPr>
          <p:spPr bwMode="auto">
            <a:xfrm>
              <a:off x="1312872"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矩形 70"/>
            <p:cNvSpPr>
              <a:spLocks noChangeArrowheads="1"/>
            </p:cNvSpPr>
            <p:nvPr/>
          </p:nvSpPr>
          <p:spPr bwMode="auto">
            <a:xfrm>
              <a:off x="1750496"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矩形 71"/>
            <p:cNvSpPr>
              <a:spLocks noChangeArrowheads="1"/>
            </p:cNvSpPr>
            <p:nvPr/>
          </p:nvSpPr>
          <p:spPr bwMode="auto">
            <a:xfrm>
              <a:off x="2188121" y="828081"/>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矩形 73"/>
            <p:cNvSpPr>
              <a:spLocks noChangeArrowheads="1"/>
            </p:cNvSpPr>
            <p:nvPr/>
          </p:nvSpPr>
          <p:spPr bwMode="auto">
            <a:xfrm>
              <a:off x="0"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矩形 74"/>
            <p:cNvSpPr>
              <a:spLocks noChangeArrowheads="1"/>
            </p:cNvSpPr>
            <p:nvPr/>
          </p:nvSpPr>
          <p:spPr bwMode="auto">
            <a:xfrm>
              <a:off x="437624"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矩形 75"/>
            <p:cNvSpPr>
              <a:spLocks noChangeArrowheads="1"/>
            </p:cNvSpPr>
            <p:nvPr/>
          </p:nvSpPr>
          <p:spPr bwMode="auto">
            <a:xfrm>
              <a:off x="875248"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矩形 76"/>
            <p:cNvSpPr>
              <a:spLocks noChangeArrowheads="1"/>
            </p:cNvSpPr>
            <p:nvPr/>
          </p:nvSpPr>
          <p:spPr bwMode="auto">
            <a:xfrm>
              <a:off x="1312872"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矩形 77"/>
            <p:cNvSpPr>
              <a:spLocks noChangeArrowheads="1"/>
            </p:cNvSpPr>
            <p:nvPr/>
          </p:nvSpPr>
          <p:spPr bwMode="auto">
            <a:xfrm>
              <a:off x="1750496"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矩形 78"/>
            <p:cNvSpPr>
              <a:spLocks noChangeArrowheads="1"/>
            </p:cNvSpPr>
            <p:nvPr/>
          </p:nvSpPr>
          <p:spPr bwMode="auto">
            <a:xfrm>
              <a:off x="2188121" y="1249960"/>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矩形 80"/>
            <p:cNvSpPr>
              <a:spLocks noChangeArrowheads="1"/>
            </p:cNvSpPr>
            <p:nvPr/>
          </p:nvSpPr>
          <p:spPr bwMode="auto">
            <a:xfrm>
              <a:off x="0"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矩形 81"/>
            <p:cNvSpPr>
              <a:spLocks noChangeArrowheads="1"/>
            </p:cNvSpPr>
            <p:nvPr/>
          </p:nvSpPr>
          <p:spPr bwMode="auto">
            <a:xfrm>
              <a:off x="437624"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矩形 82"/>
            <p:cNvSpPr>
              <a:spLocks noChangeArrowheads="1"/>
            </p:cNvSpPr>
            <p:nvPr/>
          </p:nvSpPr>
          <p:spPr bwMode="auto">
            <a:xfrm>
              <a:off x="875248"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83"/>
            <p:cNvSpPr>
              <a:spLocks noChangeArrowheads="1"/>
            </p:cNvSpPr>
            <p:nvPr/>
          </p:nvSpPr>
          <p:spPr bwMode="auto">
            <a:xfrm>
              <a:off x="1312872"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矩形 84"/>
            <p:cNvSpPr>
              <a:spLocks noChangeArrowheads="1"/>
            </p:cNvSpPr>
            <p:nvPr/>
          </p:nvSpPr>
          <p:spPr bwMode="auto">
            <a:xfrm>
              <a:off x="1750496"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矩形 85"/>
            <p:cNvSpPr>
              <a:spLocks noChangeArrowheads="1"/>
            </p:cNvSpPr>
            <p:nvPr/>
          </p:nvSpPr>
          <p:spPr bwMode="auto">
            <a:xfrm>
              <a:off x="2188121" y="1671839"/>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矩形 87"/>
            <p:cNvSpPr>
              <a:spLocks noChangeArrowheads="1"/>
            </p:cNvSpPr>
            <p:nvPr/>
          </p:nvSpPr>
          <p:spPr bwMode="auto">
            <a:xfrm>
              <a:off x="0"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矩形 88"/>
            <p:cNvSpPr>
              <a:spLocks noChangeArrowheads="1"/>
            </p:cNvSpPr>
            <p:nvPr/>
          </p:nvSpPr>
          <p:spPr bwMode="auto">
            <a:xfrm>
              <a:off x="437624"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8" name="矩形 89"/>
            <p:cNvSpPr>
              <a:spLocks noChangeArrowheads="1"/>
            </p:cNvSpPr>
            <p:nvPr/>
          </p:nvSpPr>
          <p:spPr bwMode="auto">
            <a:xfrm>
              <a:off x="875248"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矩形 90"/>
            <p:cNvSpPr>
              <a:spLocks noChangeArrowheads="1"/>
            </p:cNvSpPr>
            <p:nvPr/>
          </p:nvSpPr>
          <p:spPr bwMode="auto">
            <a:xfrm>
              <a:off x="1312872"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0" name="矩形 91"/>
            <p:cNvSpPr>
              <a:spLocks noChangeArrowheads="1"/>
            </p:cNvSpPr>
            <p:nvPr/>
          </p:nvSpPr>
          <p:spPr bwMode="auto">
            <a:xfrm>
              <a:off x="1750496"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 name="矩形 92"/>
            <p:cNvSpPr>
              <a:spLocks noChangeArrowheads="1"/>
            </p:cNvSpPr>
            <p:nvPr/>
          </p:nvSpPr>
          <p:spPr bwMode="auto">
            <a:xfrm>
              <a:off x="2188121" y="2093718"/>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矩形 94"/>
            <p:cNvSpPr>
              <a:spLocks noChangeArrowheads="1"/>
            </p:cNvSpPr>
            <p:nvPr/>
          </p:nvSpPr>
          <p:spPr bwMode="auto">
            <a:xfrm>
              <a:off x="0"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3" name="矩形 95"/>
            <p:cNvSpPr>
              <a:spLocks noChangeArrowheads="1"/>
            </p:cNvSpPr>
            <p:nvPr/>
          </p:nvSpPr>
          <p:spPr bwMode="auto">
            <a:xfrm>
              <a:off x="437624"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4" name="矩形 96"/>
            <p:cNvSpPr>
              <a:spLocks noChangeArrowheads="1"/>
            </p:cNvSpPr>
            <p:nvPr/>
          </p:nvSpPr>
          <p:spPr bwMode="auto">
            <a:xfrm>
              <a:off x="875248"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5" name="矩形 97"/>
            <p:cNvSpPr>
              <a:spLocks noChangeArrowheads="1"/>
            </p:cNvSpPr>
            <p:nvPr/>
          </p:nvSpPr>
          <p:spPr bwMode="auto">
            <a:xfrm>
              <a:off x="1312872"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6" name="矩形 98"/>
            <p:cNvSpPr>
              <a:spLocks noChangeArrowheads="1"/>
            </p:cNvSpPr>
            <p:nvPr/>
          </p:nvSpPr>
          <p:spPr bwMode="auto">
            <a:xfrm>
              <a:off x="1750496"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7" name="矩形 99"/>
            <p:cNvSpPr>
              <a:spLocks noChangeArrowheads="1"/>
            </p:cNvSpPr>
            <p:nvPr/>
          </p:nvSpPr>
          <p:spPr bwMode="auto">
            <a:xfrm>
              <a:off x="2188121" y="2515597"/>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矩形 101"/>
            <p:cNvSpPr>
              <a:spLocks noChangeArrowheads="1"/>
            </p:cNvSpPr>
            <p:nvPr/>
          </p:nvSpPr>
          <p:spPr bwMode="auto">
            <a:xfrm>
              <a:off x="0"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 name="矩形 102"/>
            <p:cNvSpPr>
              <a:spLocks noChangeArrowheads="1"/>
            </p:cNvSpPr>
            <p:nvPr/>
          </p:nvSpPr>
          <p:spPr bwMode="auto">
            <a:xfrm>
              <a:off x="437624"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0" name="矩形 103"/>
            <p:cNvSpPr>
              <a:spLocks noChangeArrowheads="1"/>
            </p:cNvSpPr>
            <p:nvPr/>
          </p:nvSpPr>
          <p:spPr bwMode="auto">
            <a:xfrm>
              <a:off x="875248"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1" name="矩形 104"/>
            <p:cNvSpPr>
              <a:spLocks noChangeArrowheads="1"/>
            </p:cNvSpPr>
            <p:nvPr/>
          </p:nvSpPr>
          <p:spPr bwMode="auto">
            <a:xfrm>
              <a:off x="1312872"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2" name="矩形 105"/>
            <p:cNvSpPr>
              <a:spLocks noChangeArrowheads="1"/>
            </p:cNvSpPr>
            <p:nvPr/>
          </p:nvSpPr>
          <p:spPr bwMode="auto">
            <a:xfrm>
              <a:off x="1750496"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3" name="矩形 106"/>
            <p:cNvSpPr>
              <a:spLocks noChangeArrowheads="1"/>
            </p:cNvSpPr>
            <p:nvPr/>
          </p:nvSpPr>
          <p:spPr bwMode="auto">
            <a:xfrm>
              <a:off x="2188121" y="2937476"/>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矩形 108"/>
            <p:cNvSpPr>
              <a:spLocks noChangeArrowheads="1"/>
            </p:cNvSpPr>
            <p:nvPr/>
          </p:nvSpPr>
          <p:spPr bwMode="auto">
            <a:xfrm>
              <a:off x="0"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5" name="矩形 109"/>
            <p:cNvSpPr>
              <a:spLocks noChangeArrowheads="1"/>
            </p:cNvSpPr>
            <p:nvPr/>
          </p:nvSpPr>
          <p:spPr bwMode="auto">
            <a:xfrm>
              <a:off x="437624"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6" name="矩形 110"/>
            <p:cNvSpPr>
              <a:spLocks noChangeArrowheads="1"/>
            </p:cNvSpPr>
            <p:nvPr/>
          </p:nvSpPr>
          <p:spPr bwMode="auto">
            <a:xfrm>
              <a:off x="875248"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7" name="矩形 111"/>
            <p:cNvSpPr>
              <a:spLocks noChangeArrowheads="1"/>
            </p:cNvSpPr>
            <p:nvPr/>
          </p:nvSpPr>
          <p:spPr bwMode="auto">
            <a:xfrm>
              <a:off x="1312872"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8" name="矩形 112"/>
            <p:cNvSpPr>
              <a:spLocks noChangeArrowheads="1"/>
            </p:cNvSpPr>
            <p:nvPr/>
          </p:nvSpPr>
          <p:spPr bwMode="auto">
            <a:xfrm>
              <a:off x="1750496"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9" name="矩形 113"/>
            <p:cNvSpPr>
              <a:spLocks noChangeArrowheads="1"/>
            </p:cNvSpPr>
            <p:nvPr/>
          </p:nvSpPr>
          <p:spPr bwMode="auto">
            <a:xfrm>
              <a:off x="2188121" y="3359355"/>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0" name="矩形 115"/>
            <p:cNvSpPr>
              <a:spLocks noChangeArrowheads="1"/>
            </p:cNvSpPr>
            <p:nvPr/>
          </p:nvSpPr>
          <p:spPr bwMode="auto">
            <a:xfrm>
              <a:off x="0"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1" name="矩形 116"/>
            <p:cNvSpPr>
              <a:spLocks noChangeArrowheads="1"/>
            </p:cNvSpPr>
            <p:nvPr/>
          </p:nvSpPr>
          <p:spPr bwMode="auto">
            <a:xfrm>
              <a:off x="437624"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2" name="矩形 117"/>
            <p:cNvSpPr>
              <a:spLocks noChangeArrowheads="1"/>
            </p:cNvSpPr>
            <p:nvPr/>
          </p:nvSpPr>
          <p:spPr bwMode="auto">
            <a:xfrm>
              <a:off x="875248"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3" name="矩形 118"/>
            <p:cNvSpPr>
              <a:spLocks noChangeArrowheads="1"/>
            </p:cNvSpPr>
            <p:nvPr/>
          </p:nvSpPr>
          <p:spPr bwMode="auto">
            <a:xfrm>
              <a:off x="1312872"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4" name="矩形 119"/>
            <p:cNvSpPr>
              <a:spLocks noChangeArrowheads="1"/>
            </p:cNvSpPr>
            <p:nvPr/>
          </p:nvSpPr>
          <p:spPr bwMode="auto">
            <a:xfrm>
              <a:off x="1750496"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5" name="矩形 120"/>
            <p:cNvSpPr>
              <a:spLocks noChangeArrowheads="1"/>
            </p:cNvSpPr>
            <p:nvPr/>
          </p:nvSpPr>
          <p:spPr bwMode="auto">
            <a:xfrm>
              <a:off x="2188121" y="3781234"/>
              <a:ext cx="288032" cy="2880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algn="ctr" eaLnBrk="1" hangingPunct="1">
                <a:buFont typeface="Arial" panose="020B0604020202020204" pitchFamily="34" charset="0"/>
                <a:buNone/>
              </a:pPr>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Sld>
  <p:clrMapOvr>
    <a:masterClrMapping/>
  </p:clrMapOvr>
  <p:transition spd="med">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sp>
        <p:nvSpPr>
          <p:cNvPr id="25" name="矩形 24"/>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grpSp>
        <p:nvGrpSpPr>
          <p:cNvPr id="56" name="组合 55"/>
          <p:cNvGrpSpPr/>
          <p:nvPr userDrawn="1"/>
        </p:nvGrpSpPr>
        <p:grpSpPr>
          <a:xfrm>
            <a:off x="598941" y="6399999"/>
            <a:ext cx="2542613" cy="276499"/>
            <a:chOff x="598941" y="6399999"/>
            <a:chExt cx="2542613" cy="276499"/>
          </a:xfrm>
          <a:solidFill>
            <a:schemeClr val="bg1"/>
          </a:solidFill>
        </p:grpSpPr>
        <p:grpSp>
          <p:nvGrpSpPr>
            <p:cNvPr id="33" name="组合 32"/>
            <p:cNvGrpSpPr/>
            <p:nvPr/>
          </p:nvGrpSpPr>
          <p:grpSpPr>
            <a:xfrm>
              <a:off x="2055693" y="6402621"/>
              <a:ext cx="1085861" cy="270805"/>
              <a:chOff x="10340336" y="2247899"/>
              <a:chExt cx="2724438" cy="679451"/>
            </a:xfrm>
            <a:grpFill/>
          </p:grpSpPr>
          <p:sp>
            <p:nvSpPr>
              <p:cNvPr id="47"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49" name="组合 48"/>
              <p:cNvGrpSpPr/>
              <p:nvPr/>
            </p:nvGrpSpPr>
            <p:grpSpPr>
              <a:xfrm>
                <a:off x="10340336" y="2247899"/>
                <a:ext cx="547688" cy="679451"/>
                <a:chOff x="5548313" y="2084388"/>
                <a:chExt cx="547688" cy="679451"/>
              </a:xfrm>
              <a:grpFill/>
            </p:grpSpPr>
            <p:sp>
              <p:nvSpPr>
                <p:cNvPr id="5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0" name="组合 49"/>
              <p:cNvGrpSpPr/>
              <p:nvPr/>
            </p:nvGrpSpPr>
            <p:grpSpPr>
              <a:xfrm>
                <a:off x="11192276" y="2400300"/>
                <a:ext cx="322175" cy="373063"/>
                <a:chOff x="3792874" y="3138488"/>
                <a:chExt cx="322175" cy="373063"/>
              </a:xfrm>
              <a:grpFill/>
            </p:grpSpPr>
            <p:sp>
              <p:nvSpPr>
                <p:cNvPr id="51"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4" name="组合 33"/>
            <p:cNvGrpSpPr/>
            <p:nvPr/>
          </p:nvGrpSpPr>
          <p:grpSpPr>
            <a:xfrm>
              <a:off x="598941" y="6399999"/>
              <a:ext cx="1102619" cy="276499"/>
              <a:chOff x="6738929" y="2270918"/>
              <a:chExt cx="2766486" cy="693738"/>
            </a:xfrm>
            <a:grpFill/>
          </p:grpSpPr>
          <p:grpSp>
            <p:nvGrpSpPr>
              <p:cNvPr id="35" name="组合 34"/>
              <p:cNvGrpSpPr/>
              <p:nvPr/>
            </p:nvGrpSpPr>
            <p:grpSpPr>
              <a:xfrm>
                <a:off x="8180494" y="2355056"/>
                <a:ext cx="484188" cy="509588"/>
                <a:chOff x="6113463" y="3541713"/>
                <a:chExt cx="484188" cy="509588"/>
              </a:xfrm>
              <a:grpFill/>
            </p:grpSpPr>
            <p:sp>
              <p:nvSpPr>
                <p:cNvPr id="4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6" name="组合 35"/>
              <p:cNvGrpSpPr/>
              <p:nvPr/>
            </p:nvGrpSpPr>
            <p:grpSpPr>
              <a:xfrm>
                <a:off x="6738929" y="2270918"/>
                <a:ext cx="549275" cy="693738"/>
                <a:chOff x="6108700" y="2066926"/>
                <a:chExt cx="549275" cy="693738"/>
              </a:xfrm>
              <a:grpFill/>
            </p:grpSpPr>
            <p:sp>
              <p:nvSpPr>
                <p:cNvPr id="4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7" name="组合 36"/>
              <p:cNvGrpSpPr/>
              <p:nvPr/>
            </p:nvGrpSpPr>
            <p:grpSpPr>
              <a:xfrm>
                <a:off x="7532962" y="2451100"/>
                <a:ext cx="368300" cy="317500"/>
                <a:chOff x="6186488" y="2930526"/>
                <a:chExt cx="368300" cy="317500"/>
              </a:xfrm>
              <a:grpFill/>
            </p:grpSpPr>
            <p:sp>
              <p:nvSpPr>
                <p:cNvPr id="4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3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57" name="图片 56"/>
          <p:cNvPicPr>
            <a:picLocks noChangeAspect="1"/>
          </p:cNvPicPr>
          <p:nvPr userDrawn="1"/>
        </p:nvPicPr>
        <p:blipFill>
          <a:blip r:embed="rId2" cstate="screen"/>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内页样式1-一段一图">
    <p:spTree>
      <p:nvGrpSpPr>
        <p:cNvPr id="1" name=""/>
        <p:cNvGrpSpPr/>
        <p:nvPr/>
      </p:nvGrpSpPr>
      <p:grpSpPr>
        <a:xfrm>
          <a:off x="0" y="0"/>
          <a:ext cx="0" cy="0"/>
          <a:chOff x="0" y="0"/>
          <a:chExt cx="0" cy="0"/>
        </a:xfrm>
      </p:grpSpPr>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pic>
        <p:nvPicPr>
          <p:cNvPr id="57" name="图片 56"/>
          <p:cNvPicPr>
            <a:picLocks noChangeAspect="1"/>
          </p:cNvPicPr>
          <p:nvPr userDrawn="1"/>
        </p:nvPicPr>
        <p:blipFill>
          <a:blip r:embed="rId2" cstate="screen"/>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417309" y="362097"/>
            <a:ext cx="8643848" cy="5909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36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cxnSp>
        <p:nvCxnSpPr>
          <p:cNvPr id="87" name="直接连接符 86"/>
          <p:cNvCxnSpPr/>
          <p:nvPr userDrawn="1"/>
        </p:nvCxnSpPr>
        <p:spPr>
          <a:xfrm>
            <a:off x="442913" y="957831"/>
            <a:ext cx="1130617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userDrawn="1"/>
        </p:nvPicPr>
        <p:blipFill>
          <a:blip r:embed="rId2" cstate="screen"/>
          <a:stretch>
            <a:fillRect/>
          </a:stretch>
        </p:blipFill>
        <p:spPr>
          <a:xfrm>
            <a:off x="9877585" y="334397"/>
            <a:ext cx="1871503" cy="561768"/>
          </a:xfrm>
          <a:prstGeom prst="rect">
            <a:avLst/>
          </a:prstGeom>
        </p:spPr>
      </p:pic>
      <p:sp>
        <p:nvSpPr>
          <p:cNvPr id="3" name="矩形 2"/>
          <p:cNvSpPr/>
          <p:nvPr userDrawn="1"/>
        </p:nvSpPr>
        <p:spPr>
          <a:xfrm>
            <a:off x="447254" y="957831"/>
            <a:ext cx="7808986" cy="94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1"/>
          <p:cNvSpPr txBox="1">
            <a:spLocks noChangeArrowheads="1"/>
          </p:cNvSpPr>
          <p:nvPr userDrawn="1"/>
        </p:nvSpPr>
        <p:spPr bwMode="auto">
          <a:xfrm>
            <a:off x="11792769" y="56260"/>
            <a:ext cx="36322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charset="0"/>
                <a:ea typeface="宋体" pitchFamily="2" charset="-122"/>
              </a:defRPr>
            </a:lvl1pPr>
            <a:lvl2pPr marL="742950" indent="-285750">
              <a:defRPr>
                <a:solidFill>
                  <a:schemeClr val="tx1"/>
                </a:solidFill>
                <a:latin typeface="Calibri" panose="020F0502020204030204" charset="0"/>
                <a:ea typeface="宋体" pitchFamily="2" charset="-122"/>
              </a:defRPr>
            </a:lvl2pPr>
            <a:lvl3pPr marL="1143000" indent="-228600">
              <a:defRPr>
                <a:solidFill>
                  <a:schemeClr val="tx1"/>
                </a:solidFill>
                <a:latin typeface="Calibri" panose="020F0502020204030204" charset="0"/>
                <a:ea typeface="宋体" pitchFamily="2" charset="-122"/>
              </a:defRPr>
            </a:lvl3pPr>
            <a:lvl4pPr marL="1600200" indent="-228600">
              <a:defRPr>
                <a:solidFill>
                  <a:schemeClr val="tx1"/>
                </a:solidFill>
                <a:latin typeface="Calibri" panose="020F0502020204030204" charset="0"/>
                <a:ea typeface="宋体" pitchFamily="2" charset="-122"/>
              </a:defRPr>
            </a:lvl4pPr>
            <a:lvl5pPr marL="2057400" indent="-228600">
              <a:defRPr>
                <a:solidFill>
                  <a:schemeClr val="tx1"/>
                </a:solidFill>
                <a:latin typeface="Calibri" panose="020F050202020403020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itchFamily="2" charset="-122"/>
              </a:defRPr>
            </a:lvl9pPr>
          </a:lstStyle>
          <a:p>
            <a:pPr>
              <a:defRPr/>
            </a:pPr>
            <a:fld id="{ED856349-79DF-4269-BEE4-3014BAD1A95F}" type="slidenum">
              <a:rPr lang="en-US" altLang="zh-CN" sz="1400" b="1" smtClean="0">
                <a:solidFill>
                  <a:srgbClr val="404040"/>
                </a:solidFill>
              </a:rPr>
              <a:t>‹#›</a:t>
            </a:fld>
            <a:endParaRPr lang="zh-CN" altLang="en-US" sz="1400" b="1" dirty="0">
              <a:solidFill>
                <a:srgbClr val="404040"/>
              </a:solidFill>
            </a:endParaRPr>
          </a:p>
        </p:txBody>
      </p:sp>
    </p:spTree>
  </p:cSld>
  <p:clrMapOvr>
    <a:masterClrMapping/>
  </p:clrMapOvr>
  <p:transition spd="med">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内页样式2-一段一图">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sp>
        <p:nvSpPr>
          <p:cNvPr id="88" name="矩形 87"/>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2" cstate="screen"/>
          <a:stretch>
            <a:fillRect/>
          </a:stretch>
        </p:blipFill>
        <p:spPr>
          <a:xfrm>
            <a:off x="9790193" y="252089"/>
            <a:ext cx="1969223" cy="432990"/>
          </a:xfrm>
          <a:prstGeom prst="rect">
            <a:avLst/>
          </a:prstGeom>
        </p:spPr>
      </p:pic>
    </p:spTree>
  </p:cSld>
  <p:clrMapOvr>
    <a:masterClrMapping/>
  </p:clrMapOvr>
  <p:transition spd="med">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4" name="平行四边形 3"/>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72" name="组合 71"/>
          <p:cNvGrpSpPr/>
          <p:nvPr userDrawn="1"/>
        </p:nvGrpSpPr>
        <p:grpSpPr>
          <a:xfrm>
            <a:off x="598941" y="6399999"/>
            <a:ext cx="2542613" cy="276499"/>
            <a:chOff x="598941" y="6399999"/>
            <a:chExt cx="2542613" cy="276499"/>
          </a:xfrm>
          <a:solidFill>
            <a:schemeClr val="accent3"/>
          </a:solidFill>
        </p:grpSpPr>
        <p:grpSp>
          <p:nvGrpSpPr>
            <p:cNvPr id="73" name="组合 72"/>
            <p:cNvGrpSpPr/>
            <p:nvPr/>
          </p:nvGrpSpPr>
          <p:grpSpPr>
            <a:xfrm>
              <a:off x="2055693" y="6402621"/>
              <a:ext cx="1085861" cy="270805"/>
              <a:chOff x="10340336" y="2247899"/>
              <a:chExt cx="2724438" cy="679451"/>
            </a:xfrm>
            <a:grpFill/>
          </p:grpSpPr>
          <p:sp>
            <p:nvSpPr>
              <p:cNvPr id="87"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88"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89" name="组合 88"/>
              <p:cNvGrpSpPr/>
              <p:nvPr/>
            </p:nvGrpSpPr>
            <p:grpSpPr>
              <a:xfrm>
                <a:off x="10340336" y="2247899"/>
                <a:ext cx="547688" cy="679451"/>
                <a:chOff x="5548313" y="2084388"/>
                <a:chExt cx="547688" cy="679451"/>
              </a:xfrm>
              <a:grpFill/>
            </p:grpSpPr>
            <p:sp>
              <p:nvSpPr>
                <p:cNvPr id="9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0" name="组合 89"/>
              <p:cNvGrpSpPr/>
              <p:nvPr/>
            </p:nvGrpSpPr>
            <p:grpSpPr>
              <a:xfrm>
                <a:off x="11192276" y="2400300"/>
                <a:ext cx="322175" cy="373063"/>
                <a:chOff x="3792874" y="3138488"/>
                <a:chExt cx="322175" cy="373063"/>
              </a:xfrm>
              <a:grpFill/>
            </p:grpSpPr>
            <p:sp>
              <p:nvSpPr>
                <p:cNvPr id="91"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4" name="组合 73"/>
            <p:cNvGrpSpPr/>
            <p:nvPr/>
          </p:nvGrpSpPr>
          <p:grpSpPr>
            <a:xfrm>
              <a:off x="598941" y="6399999"/>
              <a:ext cx="1102619" cy="276499"/>
              <a:chOff x="6738929" y="2270918"/>
              <a:chExt cx="2766486" cy="693738"/>
            </a:xfrm>
            <a:grpFill/>
          </p:grpSpPr>
          <p:grpSp>
            <p:nvGrpSpPr>
              <p:cNvPr id="75" name="组合 74"/>
              <p:cNvGrpSpPr/>
              <p:nvPr/>
            </p:nvGrpSpPr>
            <p:grpSpPr>
              <a:xfrm>
                <a:off x="8180494" y="2355056"/>
                <a:ext cx="484188" cy="509588"/>
                <a:chOff x="6113463" y="3541713"/>
                <a:chExt cx="484188" cy="509588"/>
              </a:xfrm>
              <a:grpFill/>
            </p:grpSpPr>
            <p:sp>
              <p:nvSpPr>
                <p:cNvPr id="8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6" name="组合 75"/>
              <p:cNvGrpSpPr/>
              <p:nvPr/>
            </p:nvGrpSpPr>
            <p:grpSpPr>
              <a:xfrm>
                <a:off x="6738929" y="2270918"/>
                <a:ext cx="549275" cy="693738"/>
                <a:chOff x="6108700" y="2066926"/>
                <a:chExt cx="549275" cy="693738"/>
              </a:xfrm>
              <a:grpFill/>
            </p:grpSpPr>
            <p:sp>
              <p:nvSpPr>
                <p:cNvPr id="8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7" name="组合 76"/>
              <p:cNvGrpSpPr/>
              <p:nvPr/>
            </p:nvGrpSpPr>
            <p:grpSpPr>
              <a:xfrm>
                <a:off x="7532962" y="2451100"/>
                <a:ext cx="368300" cy="317500"/>
                <a:chOff x="6186488" y="2930526"/>
                <a:chExt cx="368300" cy="317500"/>
              </a:xfrm>
              <a:grpFill/>
            </p:grpSpPr>
            <p:sp>
              <p:nvSpPr>
                <p:cNvPr id="8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7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96" name="直接连接符 95"/>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pic>
        <p:nvPicPr>
          <p:cNvPr id="98" name="图片 97"/>
          <p:cNvPicPr>
            <a:picLocks noChangeAspect="1"/>
          </p:cNvPicPr>
          <p:nvPr userDrawn="1"/>
        </p:nvPicPr>
        <p:blipFill>
          <a:blip r:embed="rId2" cstate="screen"/>
          <a:stretch>
            <a:fillRect/>
          </a:stretch>
        </p:blipFill>
        <p:spPr>
          <a:xfrm>
            <a:off x="10277475" y="241566"/>
            <a:ext cx="1819275" cy="509219"/>
          </a:xfrm>
          <a:prstGeom prst="rect">
            <a:avLst/>
          </a:prstGeom>
        </p:spPr>
      </p:pic>
    </p:spTree>
  </p:cSld>
  <p:clrMapOvr>
    <a:masterClrMapping/>
  </p:clrMapOvr>
  <p:transition spd="med">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内页样式3-一段一图">
    <p:spTree>
      <p:nvGrpSpPr>
        <p:cNvPr id="1" name=""/>
        <p:cNvGrpSpPr/>
        <p:nvPr/>
      </p:nvGrpSpPr>
      <p:grpSpPr>
        <a:xfrm>
          <a:off x="0" y="0"/>
          <a:ext cx="0" cy="0"/>
          <a:chOff x="0" y="0"/>
          <a:chExt cx="0" cy="0"/>
        </a:xfrm>
      </p:grpSpPr>
      <p:sp>
        <p:nvSpPr>
          <p:cNvPr id="32" name="任意多边形: 形状 77"/>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pic>
        <p:nvPicPr>
          <p:cNvPr id="98" name="图片 97"/>
          <p:cNvPicPr>
            <a:picLocks noChangeAspect="1"/>
          </p:cNvPicPr>
          <p:nvPr userDrawn="1"/>
        </p:nvPicPr>
        <p:blipFill>
          <a:blip r:embed="rId2" cstate="screen"/>
          <a:stretch>
            <a:fillRect/>
          </a:stretch>
        </p:blipFill>
        <p:spPr>
          <a:xfrm>
            <a:off x="10277475" y="241566"/>
            <a:ext cx="1819275" cy="509219"/>
          </a:xfrm>
          <a:prstGeom prst="rect">
            <a:avLst/>
          </a:prstGeom>
        </p:spPr>
      </p:pic>
    </p:spTree>
  </p:cSld>
  <p:clrMapOvr>
    <a:masterClrMapping/>
  </p:clrMapOvr>
  <p:transition spd="med">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368806"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screen"/>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screen"/>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内页样式４-一段一图">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screen"/>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56" name="组合 55"/>
          <p:cNvGrpSpPr/>
          <p:nvPr userDrawn="1"/>
        </p:nvGrpSpPr>
        <p:grpSpPr>
          <a:xfrm>
            <a:off x="522741" y="6399999"/>
            <a:ext cx="2542613" cy="276499"/>
            <a:chOff x="598941" y="6399999"/>
            <a:chExt cx="2542613" cy="276499"/>
          </a:xfrm>
          <a:solidFill>
            <a:schemeClr val="accent3"/>
          </a:solidFill>
        </p:grpSpPr>
        <p:grpSp>
          <p:nvGrpSpPr>
            <p:cNvPr id="33" name="组合 32"/>
            <p:cNvGrpSpPr/>
            <p:nvPr/>
          </p:nvGrpSpPr>
          <p:grpSpPr>
            <a:xfrm>
              <a:off x="2055693" y="6402621"/>
              <a:ext cx="1085861" cy="270805"/>
              <a:chOff x="10340336" y="2247899"/>
              <a:chExt cx="2724438" cy="679451"/>
            </a:xfrm>
            <a:grpFill/>
          </p:grpSpPr>
          <p:sp>
            <p:nvSpPr>
              <p:cNvPr id="47"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49" name="组合 48"/>
              <p:cNvGrpSpPr/>
              <p:nvPr/>
            </p:nvGrpSpPr>
            <p:grpSpPr>
              <a:xfrm>
                <a:off x="10340336" y="2247899"/>
                <a:ext cx="547688" cy="679451"/>
                <a:chOff x="5548313" y="2084388"/>
                <a:chExt cx="547688" cy="679451"/>
              </a:xfrm>
              <a:grpFill/>
            </p:grpSpPr>
            <p:sp>
              <p:nvSpPr>
                <p:cNvPr id="5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50" name="组合 49"/>
              <p:cNvGrpSpPr/>
              <p:nvPr/>
            </p:nvGrpSpPr>
            <p:grpSpPr>
              <a:xfrm>
                <a:off x="11192276" y="2400300"/>
                <a:ext cx="322175" cy="373063"/>
                <a:chOff x="3792874" y="3138488"/>
                <a:chExt cx="322175" cy="373063"/>
              </a:xfrm>
              <a:grpFill/>
            </p:grpSpPr>
            <p:sp>
              <p:nvSpPr>
                <p:cNvPr id="51"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4" name="组合 33"/>
            <p:cNvGrpSpPr/>
            <p:nvPr/>
          </p:nvGrpSpPr>
          <p:grpSpPr>
            <a:xfrm>
              <a:off x="598941" y="6399999"/>
              <a:ext cx="1102619" cy="276499"/>
              <a:chOff x="6738929" y="2270918"/>
              <a:chExt cx="2766486" cy="693738"/>
            </a:xfrm>
            <a:grpFill/>
          </p:grpSpPr>
          <p:grpSp>
            <p:nvGrpSpPr>
              <p:cNvPr id="35" name="组合 34"/>
              <p:cNvGrpSpPr/>
              <p:nvPr/>
            </p:nvGrpSpPr>
            <p:grpSpPr>
              <a:xfrm>
                <a:off x="8180494" y="2355056"/>
                <a:ext cx="484188" cy="509588"/>
                <a:chOff x="6113463" y="3541713"/>
                <a:chExt cx="484188" cy="509588"/>
              </a:xfrm>
              <a:grpFill/>
            </p:grpSpPr>
            <p:sp>
              <p:nvSpPr>
                <p:cNvPr id="4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6" name="组合 35"/>
              <p:cNvGrpSpPr/>
              <p:nvPr/>
            </p:nvGrpSpPr>
            <p:grpSpPr>
              <a:xfrm>
                <a:off x="6738929" y="2270918"/>
                <a:ext cx="549275" cy="693738"/>
                <a:chOff x="6108700" y="2066926"/>
                <a:chExt cx="549275" cy="693738"/>
              </a:xfrm>
              <a:grpFill/>
            </p:grpSpPr>
            <p:sp>
              <p:nvSpPr>
                <p:cNvPr id="4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7" name="组合 36"/>
              <p:cNvGrpSpPr/>
              <p:nvPr/>
            </p:nvGrpSpPr>
            <p:grpSpPr>
              <a:xfrm>
                <a:off x="7532962" y="2451100"/>
                <a:ext cx="368300" cy="317500"/>
                <a:chOff x="6186488" y="2930526"/>
                <a:chExt cx="368300" cy="317500"/>
              </a:xfrm>
              <a:grpFill/>
            </p:grpSpPr>
            <p:sp>
              <p:nvSpPr>
                <p:cNvPr id="4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8"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39"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57" name="图片 56"/>
          <p:cNvPicPr>
            <a:picLocks noChangeAspect="1"/>
          </p:cNvPicPr>
          <p:nvPr userDrawn="1"/>
        </p:nvPicPr>
        <p:blipFill rotWithShape="1">
          <a:blip r:embed="rId2" cstate="screen"/>
          <a:srcRect l="-333"/>
          <a:stretch>
            <a:fillRect/>
          </a:stretch>
        </p:blipFill>
        <p:spPr>
          <a:xfrm>
            <a:off x="11282579" y="252089"/>
            <a:ext cx="432990" cy="432990"/>
          </a:xfrm>
          <a:prstGeom prst="rect">
            <a:avLst/>
          </a:prstGeom>
        </p:spPr>
      </p:pic>
      <p:cxnSp>
        <p:nvCxnSpPr>
          <p:cNvPr id="87" name="直接连接符 86"/>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53621"/>
            <a:ext cx="1221064" cy="438825"/>
            <a:chOff x="-529708" y="381991"/>
            <a:chExt cx="1221064" cy="438825"/>
          </a:xfrm>
        </p:grpSpPr>
        <p:sp>
          <p:nvSpPr>
            <p:cNvPr id="58" name="梯形 57"/>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梯形 58"/>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梯形 59"/>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内页样式5-一段一图">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pic>
        <p:nvPicPr>
          <p:cNvPr id="86" name="图片 85"/>
          <p:cNvPicPr>
            <a:picLocks noChangeAspect="1"/>
          </p:cNvPicPr>
          <p:nvPr userDrawn="1"/>
        </p:nvPicPr>
        <p:blipFill rotWithShape="1">
          <a:blip r:embed="rId2" cstate="screen"/>
          <a:srcRect l="-333"/>
          <a:stretch>
            <a:fillRect/>
          </a:stretch>
        </p:blipFill>
        <p:spPr>
          <a:xfrm>
            <a:off x="11282579" y="252089"/>
            <a:ext cx="432990" cy="432990"/>
          </a:xfrm>
          <a:prstGeom prst="rect">
            <a:avLst/>
          </a:prstGeom>
        </p:spPr>
      </p:pic>
    </p:spTree>
  </p:cSld>
  <p:clrMapOvr>
    <a:masterClrMapping/>
  </p:clrMapOvr>
  <p:transition spd="med">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内页样式6-常规">
    <p:spTree>
      <p:nvGrpSpPr>
        <p:cNvPr id="1" name=""/>
        <p:cNvGrpSpPr/>
        <p:nvPr/>
      </p:nvGrpSpPr>
      <p:grpSpPr>
        <a:xfrm>
          <a:off x="0" y="0"/>
          <a:ext cx="0" cy="0"/>
          <a:chOff x="0" y="0"/>
          <a:chExt cx="0" cy="0"/>
        </a:xfrm>
      </p:grpSpPr>
      <p:sp>
        <p:nvSpPr>
          <p:cNvPr id="47" name="矩形 46"/>
          <p:cNvSpPr/>
          <p:nvPr userDrawn="1"/>
        </p:nvSpPr>
        <p:spPr>
          <a:xfrm>
            <a:off x="442912" y="-82551"/>
            <a:ext cx="11306175" cy="908709"/>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2490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8" name="组合 7"/>
          <p:cNvGrpSpPr/>
          <p:nvPr userDrawn="1"/>
        </p:nvGrpSpPr>
        <p:grpSpPr>
          <a:xfrm>
            <a:off x="598941" y="6399999"/>
            <a:ext cx="2542613" cy="276499"/>
            <a:chOff x="598941" y="6399999"/>
            <a:chExt cx="2542613" cy="276499"/>
          </a:xfrm>
          <a:solidFill>
            <a:schemeClr val="accent3"/>
          </a:solidFill>
        </p:grpSpPr>
        <p:grpSp>
          <p:nvGrpSpPr>
            <p:cNvPr id="9" name="组合 8"/>
            <p:cNvGrpSpPr/>
            <p:nvPr/>
          </p:nvGrpSpPr>
          <p:grpSpPr>
            <a:xfrm>
              <a:off x="2055693" y="6402621"/>
              <a:ext cx="1085861" cy="270805"/>
              <a:chOff x="10340336" y="2247899"/>
              <a:chExt cx="2724438" cy="679451"/>
            </a:xfrm>
            <a:grpFill/>
          </p:grpSpPr>
          <p:sp>
            <p:nvSpPr>
              <p:cNvPr id="23"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10340336" y="2247899"/>
                <a:ext cx="547688" cy="679451"/>
                <a:chOff x="5548313" y="2084388"/>
                <a:chExt cx="547688" cy="679451"/>
              </a:xfrm>
              <a:grpFill/>
            </p:grpSpPr>
            <p:sp>
              <p:nvSpPr>
                <p:cNvPr id="30"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6" name="组合 25"/>
              <p:cNvGrpSpPr/>
              <p:nvPr/>
            </p:nvGrpSpPr>
            <p:grpSpPr>
              <a:xfrm>
                <a:off x="11192276" y="2400300"/>
                <a:ext cx="322175" cy="373063"/>
                <a:chOff x="3792874" y="3138488"/>
                <a:chExt cx="322175" cy="373063"/>
              </a:xfrm>
              <a:grpFill/>
            </p:grpSpPr>
            <p:sp>
              <p:nvSpPr>
                <p:cNvPr id="27"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0" name="组合 9"/>
            <p:cNvGrpSpPr/>
            <p:nvPr/>
          </p:nvGrpSpPr>
          <p:grpSpPr>
            <a:xfrm>
              <a:off x="598941" y="6399999"/>
              <a:ext cx="1102619" cy="276499"/>
              <a:chOff x="6738929" y="2270918"/>
              <a:chExt cx="2766486" cy="693738"/>
            </a:xfrm>
            <a:grpFill/>
          </p:grpSpPr>
          <p:grpSp>
            <p:nvGrpSpPr>
              <p:cNvPr id="11" name="组合 10"/>
              <p:cNvGrpSpPr/>
              <p:nvPr/>
            </p:nvGrpSpPr>
            <p:grpSpPr>
              <a:xfrm>
                <a:off x="8180494" y="2355056"/>
                <a:ext cx="484188" cy="509588"/>
                <a:chOff x="6113463" y="3541713"/>
                <a:chExt cx="484188" cy="509588"/>
              </a:xfrm>
              <a:grpFill/>
            </p:grpSpPr>
            <p:sp>
              <p:nvSpPr>
                <p:cNvPr id="21"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 name="组合 11"/>
              <p:cNvGrpSpPr/>
              <p:nvPr/>
            </p:nvGrpSpPr>
            <p:grpSpPr>
              <a:xfrm>
                <a:off x="6738929" y="2270918"/>
                <a:ext cx="549275" cy="693738"/>
                <a:chOff x="6108700" y="2066926"/>
                <a:chExt cx="549275" cy="693738"/>
              </a:xfrm>
              <a:grpFill/>
            </p:grpSpPr>
            <p:sp>
              <p:nvSpPr>
                <p:cNvPr id="19"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3" name="组合 12"/>
              <p:cNvGrpSpPr/>
              <p:nvPr/>
            </p:nvGrpSpPr>
            <p:grpSpPr>
              <a:xfrm>
                <a:off x="7532962" y="2451100"/>
                <a:ext cx="368300" cy="317500"/>
                <a:chOff x="6186488" y="2930526"/>
                <a:chExt cx="368300" cy="317500"/>
              </a:xfrm>
              <a:grpFill/>
            </p:grpSpPr>
            <p:sp>
              <p:nvSpPr>
                <p:cNvPr id="16"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4"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screen"/>
          <a:stretch>
            <a:fillRect/>
          </a:stretch>
        </p:blipFill>
        <p:spPr>
          <a:xfrm>
            <a:off x="9590168" y="252089"/>
            <a:ext cx="1969223" cy="432990"/>
          </a:xfrm>
          <a:prstGeom prst="rect">
            <a:avLst/>
          </a:prstGeom>
        </p:spPr>
      </p:pic>
      <p:grpSp>
        <p:nvGrpSpPr>
          <p:cNvPr id="46" name="组合 45"/>
          <p:cNvGrpSpPr/>
          <p:nvPr userDrawn="1"/>
        </p:nvGrpSpPr>
        <p:grpSpPr>
          <a:xfrm>
            <a:off x="637534" y="199773"/>
            <a:ext cx="463263" cy="481001"/>
            <a:chOff x="598941" y="128599"/>
            <a:chExt cx="463263" cy="481001"/>
          </a:xfrm>
        </p:grpSpPr>
        <p:sp>
          <p:nvSpPr>
            <p:cNvPr id="45" name="矩形 44"/>
            <p:cNvSpPr/>
            <p:nvPr userDrawn="1"/>
          </p:nvSpPr>
          <p:spPr>
            <a:xfrm>
              <a:off x="701671" y="249067"/>
              <a:ext cx="360533" cy="3605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userDrawn="1"/>
          </p:nvSpPr>
          <p:spPr>
            <a:xfrm>
              <a:off x="701671" y="247801"/>
              <a:ext cx="275115" cy="256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598941" y="128599"/>
              <a:ext cx="360533" cy="360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med">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内页样式6-一段一图">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sp>
        <p:nvSpPr>
          <p:cNvPr id="35" name="矩形 34"/>
          <p:cNvSpPr/>
          <p:nvPr userDrawn="1"/>
        </p:nvSpPr>
        <p:spPr>
          <a:xfrm>
            <a:off x="9402184" y="-82800"/>
            <a:ext cx="2346903" cy="9072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userDrawn="1"/>
        </p:nvSpPr>
        <p:spPr>
          <a:xfrm>
            <a:off x="9402184" y="0"/>
            <a:ext cx="2346904"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userDrawn="1"/>
        </p:nvPicPr>
        <p:blipFill>
          <a:blip r:embed="rId2" cstate="screen"/>
          <a:stretch>
            <a:fillRect/>
          </a:stretch>
        </p:blipFill>
        <p:spPr>
          <a:xfrm>
            <a:off x="9590168" y="252089"/>
            <a:ext cx="1969223" cy="432990"/>
          </a:xfrm>
          <a:prstGeom prst="rect">
            <a:avLst/>
          </a:prstGeom>
        </p:spPr>
      </p:pic>
    </p:spTree>
  </p:cSld>
  <p:clrMapOvr>
    <a:masterClrMapping/>
  </p:clrMapOvr>
  <p:transition spd="med">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内页样式7-常规">
    <p:spTree>
      <p:nvGrpSpPr>
        <p:cNvPr id="1" name=""/>
        <p:cNvGrpSpPr/>
        <p:nvPr/>
      </p:nvGrpSpPr>
      <p:grpSpPr>
        <a:xfrm>
          <a:off x="0" y="0"/>
          <a:ext cx="0" cy="0"/>
          <a:chOff x="0" y="0"/>
          <a:chExt cx="0" cy="0"/>
        </a:xfrm>
      </p:grpSpPr>
      <p:sp>
        <p:nvSpPr>
          <p:cNvPr id="2" name="平行四边形 1"/>
          <p:cNvSpPr/>
          <p:nvPr userDrawn="1"/>
        </p:nvSpPr>
        <p:spPr>
          <a:xfrm>
            <a:off x="658714" y="482300"/>
            <a:ext cx="748201" cy="484094"/>
          </a:xfrm>
          <a:prstGeom prst="parallelogram">
            <a:avLst>
              <a:gd name="adj" fmla="val 71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userDrawn="1"/>
        </p:nvSpPr>
        <p:spPr>
          <a:xfrm>
            <a:off x="442912" y="-82800"/>
            <a:ext cx="11306175" cy="8460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1855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grpSp>
        <p:nvGrpSpPr>
          <p:cNvPr id="8" name="组合 7"/>
          <p:cNvGrpSpPr/>
          <p:nvPr userDrawn="1"/>
        </p:nvGrpSpPr>
        <p:grpSpPr>
          <a:xfrm>
            <a:off x="598941" y="6399999"/>
            <a:ext cx="2542613" cy="276499"/>
            <a:chOff x="598941" y="6399999"/>
            <a:chExt cx="2542613" cy="276499"/>
          </a:xfrm>
          <a:solidFill>
            <a:schemeClr val="accent3"/>
          </a:solidFill>
        </p:grpSpPr>
        <p:grpSp>
          <p:nvGrpSpPr>
            <p:cNvPr id="9" name="组合 8"/>
            <p:cNvGrpSpPr/>
            <p:nvPr/>
          </p:nvGrpSpPr>
          <p:grpSpPr>
            <a:xfrm>
              <a:off x="2055693" y="6402621"/>
              <a:ext cx="1085861" cy="270805"/>
              <a:chOff x="10340336" y="2247899"/>
              <a:chExt cx="2724438" cy="679451"/>
            </a:xfrm>
            <a:grpFill/>
          </p:grpSpPr>
          <p:sp>
            <p:nvSpPr>
              <p:cNvPr id="23"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24"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25" name="组合 24"/>
              <p:cNvGrpSpPr/>
              <p:nvPr/>
            </p:nvGrpSpPr>
            <p:grpSpPr>
              <a:xfrm>
                <a:off x="10340336" y="2247899"/>
                <a:ext cx="547688" cy="679451"/>
                <a:chOff x="5548313" y="2084388"/>
                <a:chExt cx="547688" cy="679451"/>
              </a:xfrm>
              <a:grpFill/>
            </p:grpSpPr>
            <p:sp>
              <p:nvSpPr>
                <p:cNvPr id="30"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26" name="组合 25"/>
              <p:cNvGrpSpPr/>
              <p:nvPr/>
            </p:nvGrpSpPr>
            <p:grpSpPr>
              <a:xfrm>
                <a:off x="11192276" y="2400300"/>
                <a:ext cx="322175" cy="373063"/>
                <a:chOff x="3792874" y="3138488"/>
                <a:chExt cx="322175" cy="373063"/>
              </a:xfrm>
              <a:grpFill/>
            </p:grpSpPr>
            <p:sp>
              <p:nvSpPr>
                <p:cNvPr id="27"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0" name="组合 9"/>
            <p:cNvGrpSpPr/>
            <p:nvPr/>
          </p:nvGrpSpPr>
          <p:grpSpPr>
            <a:xfrm>
              <a:off x="598941" y="6399999"/>
              <a:ext cx="1102619" cy="276499"/>
              <a:chOff x="6738929" y="2270918"/>
              <a:chExt cx="2766486" cy="693738"/>
            </a:xfrm>
            <a:grpFill/>
          </p:grpSpPr>
          <p:grpSp>
            <p:nvGrpSpPr>
              <p:cNvPr id="11" name="组合 10"/>
              <p:cNvGrpSpPr/>
              <p:nvPr/>
            </p:nvGrpSpPr>
            <p:grpSpPr>
              <a:xfrm>
                <a:off x="8180494" y="2355056"/>
                <a:ext cx="484188" cy="509588"/>
                <a:chOff x="6113463" y="3541713"/>
                <a:chExt cx="484188" cy="509588"/>
              </a:xfrm>
              <a:grpFill/>
            </p:grpSpPr>
            <p:sp>
              <p:nvSpPr>
                <p:cNvPr id="21"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2" name="组合 11"/>
              <p:cNvGrpSpPr/>
              <p:nvPr/>
            </p:nvGrpSpPr>
            <p:grpSpPr>
              <a:xfrm>
                <a:off x="6738929" y="2270918"/>
                <a:ext cx="549275" cy="693738"/>
                <a:chOff x="6108700" y="2066926"/>
                <a:chExt cx="549275" cy="693738"/>
              </a:xfrm>
              <a:grpFill/>
            </p:grpSpPr>
            <p:sp>
              <p:nvSpPr>
                <p:cNvPr id="19"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3" name="组合 12"/>
              <p:cNvGrpSpPr/>
              <p:nvPr/>
            </p:nvGrpSpPr>
            <p:grpSpPr>
              <a:xfrm>
                <a:off x="7532962" y="2451100"/>
                <a:ext cx="368300" cy="317500"/>
                <a:chOff x="6186488" y="2930526"/>
                <a:chExt cx="368300" cy="317500"/>
              </a:xfrm>
              <a:grpFill/>
            </p:grpSpPr>
            <p:sp>
              <p:nvSpPr>
                <p:cNvPr id="16"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4"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15"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screen"/>
          <a:stretch>
            <a:fillRect/>
          </a:stretch>
        </p:blipFill>
        <p:spPr>
          <a:xfrm>
            <a:off x="9590168" y="188589"/>
            <a:ext cx="1969223" cy="432990"/>
          </a:xfrm>
          <a:prstGeom prst="rect">
            <a:avLst/>
          </a:prstGeom>
        </p:spPr>
      </p:pic>
      <p:sp>
        <p:nvSpPr>
          <p:cNvPr id="43" name="矩形 42"/>
          <p:cNvSpPr/>
          <p:nvPr userDrawn="1"/>
        </p:nvSpPr>
        <p:spPr>
          <a:xfrm>
            <a:off x="648385" y="0"/>
            <a:ext cx="413819" cy="966395"/>
          </a:xfrm>
          <a:prstGeom prst="rect">
            <a:avLst/>
          </a:prstGeom>
          <a:ln>
            <a:noFill/>
          </a:ln>
          <a:effectLst>
            <a:outerShdw blurRad="127000" dist="25400" dir="5400000" sx="102000" sy="102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内页样式7-一段一图">
    <p:spTree>
      <p:nvGrpSpPr>
        <p:cNvPr id="1" name=""/>
        <p:cNvGrpSpPr/>
        <p:nvPr/>
      </p:nvGrpSpPr>
      <p:grpSpPr>
        <a:xfrm>
          <a:off x="0" y="0"/>
          <a:ext cx="0" cy="0"/>
          <a:chOff x="0" y="0"/>
          <a:chExt cx="0" cy="0"/>
        </a:xfrm>
      </p:grpSpPr>
      <p:sp>
        <p:nvSpPr>
          <p:cNvPr id="34" name="文本框 33"/>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t>‹#›</a:t>
            </a:fld>
            <a:endParaRPr lang="zh-CN" altLang="en-US" sz="1600" dirty="0">
              <a:solidFill>
                <a:schemeClr val="accent3"/>
              </a:solidFill>
              <a:latin typeface="微软雅黑" panose="020B0503020204020204" pitchFamily="34" charset="-122"/>
            </a:endParaRPr>
          </a:p>
        </p:txBody>
      </p:sp>
      <p:sp>
        <p:nvSpPr>
          <p:cNvPr id="7" name="矩形 6"/>
          <p:cNvSpPr/>
          <p:nvPr userDrawn="1"/>
        </p:nvSpPr>
        <p:spPr>
          <a:xfrm>
            <a:off x="9385300" y="-82550"/>
            <a:ext cx="2363787" cy="845208"/>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385300" y="0"/>
            <a:ext cx="2363788"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screen"/>
          <a:stretch>
            <a:fillRect/>
          </a:stretch>
        </p:blipFill>
        <p:spPr>
          <a:xfrm>
            <a:off x="9590168" y="188589"/>
            <a:ext cx="1969223" cy="432990"/>
          </a:xfrm>
          <a:prstGeom prst="rect">
            <a:avLst/>
          </a:prstGeom>
        </p:spPr>
      </p:pic>
    </p:spTree>
  </p:cSld>
  <p:clrMapOvr>
    <a:masterClrMapping/>
  </p:clrMapOvr>
  <p:transition spd="med">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内页样式8-常规">
    <p:spTree>
      <p:nvGrpSpPr>
        <p:cNvPr id="1" name=""/>
        <p:cNvGrpSpPr/>
        <p:nvPr/>
      </p:nvGrpSpPr>
      <p:grpSpPr>
        <a:xfrm>
          <a:off x="0" y="0"/>
          <a:ext cx="0" cy="0"/>
          <a:chOff x="0" y="0"/>
          <a:chExt cx="0" cy="0"/>
        </a:xfrm>
      </p:grpSpPr>
      <p:sp>
        <p:nvSpPr>
          <p:cNvPr id="7" name="矩形 6"/>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318632" y="0"/>
            <a:ext cx="11550080"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9" name="标题 11"/>
          <p:cNvSpPr>
            <a:spLocks noGrp="1"/>
          </p:cNvSpPr>
          <p:nvPr>
            <p:ph type="title"/>
          </p:nvPr>
        </p:nvSpPr>
        <p:spPr>
          <a:xfrm>
            <a:off x="541539" y="247495"/>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solidFill>
                  <a:schemeClr val="bg1"/>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grpSp>
        <p:nvGrpSpPr>
          <p:cNvPr id="13" name="组合 12"/>
          <p:cNvGrpSpPr/>
          <p:nvPr userDrawn="1"/>
        </p:nvGrpSpPr>
        <p:grpSpPr>
          <a:xfrm>
            <a:off x="598941" y="6399999"/>
            <a:ext cx="2542613" cy="276499"/>
            <a:chOff x="598941" y="6399999"/>
            <a:chExt cx="2542613" cy="276499"/>
          </a:xfrm>
          <a:solidFill>
            <a:schemeClr val="bg1"/>
          </a:solidFill>
        </p:grpSpPr>
        <p:grpSp>
          <p:nvGrpSpPr>
            <p:cNvPr id="14" name="组合 13"/>
            <p:cNvGrpSpPr/>
            <p:nvPr/>
          </p:nvGrpSpPr>
          <p:grpSpPr>
            <a:xfrm>
              <a:off x="2055693" y="6402621"/>
              <a:ext cx="1085861" cy="270805"/>
              <a:chOff x="10340336" y="2247899"/>
              <a:chExt cx="2724438" cy="679451"/>
            </a:xfrm>
            <a:grpFill/>
          </p:grpSpPr>
          <p:sp>
            <p:nvSpPr>
              <p:cNvPr id="28" name="Freeform 5"/>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endParaRPr lang="zh-CN" altLang="en-US"/>
              </a:p>
            </p:txBody>
          </p:sp>
          <p:sp>
            <p:nvSpPr>
              <p:cNvPr id="29" name="Freeform 6"/>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endParaRPr lang="zh-CN" altLang="en-US"/>
              </a:p>
            </p:txBody>
          </p:sp>
          <p:grpSp>
            <p:nvGrpSpPr>
              <p:cNvPr id="30" name="组合 29"/>
              <p:cNvGrpSpPr/>
              <p:nvPr/>
            </p:nvGrpSpPr>
            <p:grpSpPr>
              <a:xfrm>
                <a:off x="10340336" y="2247899"/>
                <a:ext cx="547688" cy="679451"/>
                <a:chOff x="5548313" y="2084388"/>
                <a:chExt cx="547688" cy="679451"/>
              </a:xfrm>
              <a:grpFill/>
            </p:grpSpPr>
            <p:sp>
              <p:nvSpPr>
                <p:cNvPr id="35"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31" name="组合 30"/>
              <p:cNvGrpSpPr/>
              <p:nvPr/>
            </p:nvGrpSpPr>
            <p:grpSpPr>
              <a:xfrm>
                <a:off x="11192276" y="2400300"/>
                <a:ext cx="322175" cy="373063"/>
                <a:chOff x="3792874" y="3138488"/>
                <a:chExt cx="322175" cy="373063"/>
              </a:xfrm>
              <a:grpFill/>
            </p:grpSpPr>
            <p:sp>
              <p:nvSpPr>
                <p:cNvPr id="32" name="Freeform 15"/>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6"/>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7"/>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15" name="组合 14"/>
            <p:cNvGrpSpPr/>
            <p:nvPr/>
          </p:nvGrpSpPr>
          <p:grpSpPr>
            <a:xfrm>
              <a:off x="598941" y="6399999"/>
              <a:ext cx="1102619" cy="276499"/>
              <a:chOff x="6738929" y="2270918"/>
              <a:chExt cx="2766486" cy="693738"/>
            </a:xfrm>
            <a:grpFill/>
          </p:grpSpPr>
          <p:grpSp>
            <p:nvGrpSpPr>
              <p:cNvPr id="16" name="组合 15"/>
              <p:cNvGrpSpPr/>
              <p:nvPr/>
            </p:nvGrpSpPr>
            <p:grpSpPr>
              <a:xfrm>
                <a:off x="8180494" y="2355056"/>
                <a:ext cx="484188" cy="509588"/>
                <a:chOff x="6113463" y="3541713"/>
                <a:chExt cx="484188" cy="509588"/>
              </a:xfrm>
              <a:grpFill/>
            </p:grpSpPr>
            <p:sp>
              <p:nvSpPr>
                <p:cNvPr id="26"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6738929" y="2270918"/>
                <a:ext cx="549275" cy="693738"/>
                <a:chOff x="6108700" y="2066926"/>
                <a:chExt cx="549275" cy="693738"/>
              </a:xfrm>
              <a:grpFill/>
            </p:grpSpPr>
            <p:sp>
              <p:nvSpPr>
                <p:cNvPr id="24"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8" name="组合 17"/>
              <p:cNvGrpSpPr/>
              <p:nvPr/>
            </p:nvGrpSpPr>
            <p:grpSpPr>
              <a:xfrm>
                <a:off x="7532962" y="2451100"/>
                <a:ext cx="368300" cy="317500"/>
                <a:chOff x="6186488" y="2930526"/>
                <a:chExt cx="368300" cy="317500"/>
              </a:xfrm>
              <a:grpFill/>
            </p:grpSpPr>
            <p:sp>
              <p:nvSpPr>
                <p:cNvPr id="21"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9" name="Freeform 11"/>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endParaRPr lang="zh-CN" altLang="en-US"/>
              </a:p>
            </p:txBody>
          </p:sp>
          <p:sp>
            <p:nvSpPr>
              <p:cNvPr id="20" name="Freeform 12"/>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endParaRPr lang="zh-CN" altLang="en-US"/>
              </a:p>
            </p:txBody>
          </p:sp>
        </p:grpSp>
      </p:grpSp>
      <p:pic>
        <p:nvPicPr>
          <p:cNvPr id="40" name="图片 39"/>
          <p:cNvPicPr>
            <a:picLocks noChangeAspect="1"/>
          </p:cNvPicPr>
          <p:nvPr userDrawn="1"/>
        </p:nvPicPr>
        <p:blipFill>
          <a:blip r:embed="rId2" cstate="screen"/>
          <a:stretch>
            <a:fillRect/>
          </a:stretch>
        </p:blipFill>
        <p:spPr>
          <a:xfrm>
            <a:off x="9564050" y="131404"/>
            <a:ext cx="2243119" cy="627854"/>
          </a:xfrm>
          <a:prstGeom prst="rect">
            <a:avLst/>
          </a:prstGeom>
        </p:spPr>
      </p:pic>
    </p:spTree>
  </p:cSld>
  <p:clrMapOvr>
    <a:masterClrMapping/>
  </p:clrMapOvr>
  <p:transition spd="med">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内页样式8-一段一图">
    <p:spTree>
      <p:nvGrpSpPr>
        <p:cNvPr id="1" name=""/>
        <p:cNvGrpSpPr/>
        <p:nvPr/>
      </p:nvGrpSpPr>
      <p:grpSpPr>
        <a:xfrm>
          <a:off x="0" y="0"/>
          <a:ext cx="0" cy="0"/>
          <a:chOff x="0" y="0"/>
          <a:chExt cx="0" cy="0"/>
        </a:xfrm>
      </p:grpSpPr>
      <p:sp>
        <p:nvSpPr>
          <p:cNvPr id="7" name="矩形 6"/>
          <p:cNvSpPr/>
          <p:nvPr userDrawn="1"/>
        </p:nvSpPr>
        <p:spPr>
          <a:xfrm>
            <a:off x="11144922" y="6188075"/>
            <a:ext cx="72379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9488246" y="0"/>
            <a:ext cx="2380466"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t>‹#›</a:t>
            </a:fld>
            <a:endParaRPr lang="zh-CN" altLang="en-US" sz="1600" dirty="0">
              <a:solidFill>
                <a:srgbClr val="F2F2F2"/>
              </a:solidFill>
              <a:latin typeface="微软雅黑" panose="020B0503020204020204" pitchFamily="34" charset="-122"/>
            </a:endParaRPr>
          </a:p>
        </p:txBody>
      </p:sp>
      <p:pic>
        <p:nvPicPr>
          <p:cNvPr id="40" name="图片 39"/>
          <p:cNvPicPr>
            <a:picLocks noChangeAspect="1"/>
          </p:cNvPicPr>
          <p:nvPr userDrawn="1"/>
        </p:nvPicPr>
        <p:blipFill>
          <a:blip r:embed="rId2" cstate="screen"/>
          <a:stretch>
            <a:fillRect/>
          </a:stretch>
        </p:blipFill>
        <p:spPr>
          <a:xfrm>
            <a:off x="9564050" y="131404"/>
            <a:ext cx="2243119" cy="627854"/>
          </a:xfrm>
          <a:prstGeom prst="rect">
            <a:avLst/>
          </a:prstGeom>
        </p:spPr>
      </p:pic>
    </p:spTree>
  </p:cSld>
  <p:clrMapOvr>
    <a:masterClrMapping/>
  </p:clrMapOvr>
  <p:transition spd="med">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
        <p:nvSpPr>
          <p:cNvPr id="5" name="ïşlíḓè"/>
          <p:cNvSpPr/>
          <p:nvPr userDrawn="1"/>
        </p:nvSpPr>
        <p:spPr>
          <a:xfrm>
            <a:off x="-3560" y="2387600"/>
            <a:ext cx="9581785" cy="4470400"/>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a:solidFill>
                <a:srgbClr val="FFFFFF"/>
              </a:solidFill>
            </a:endParaRPr>
          </a:p>
        </p:txBody>
      </p:sp>
      <p:sp>
        <p:nvSpPr>
          <p:cNvPr id="31" name="iśļïḓê"/>
          <p:cNvSpPr/>
          <p:nvPr userDrawn="1"/>
        </p:nvSpPr>
        <p:spPr bwMode="auto">
          <a:xfrm flipH="1">
            <a:off x="-1" y="-4989"/>
            <a:ext cx="9581785" cy="6865116"/>
          </a:xfrm>
          <a:custGeom>
            <a:avLst/>
            <a:gdLst>
              <a:gd name="connsiteX0" fmla="*/ 9581785 w 9581785"/>
              <a:gd name="connsiteY0" fmla="*/ 0 h 6865116"/>
              <a:gd name="connsiteX1" fmla="*/ 6463 w 9581785"/>
              <a:gd name="connsiteY1" fmla="*/ 0 h 6865116"/>
              <a:gd name="connsiteX2" fmla="*/ 0 w 9581785"/>
              <a:gd name="connsiteY2" fmla="*/ 6865116 h 6865116"/>
              <a:gd name="connsiteX3" fmla="*/ 9435691 w 9581785"/>
              <a:gd name="connsiteY3" fmla="*/ 3424381 h 6865116"/>
              <a:gd name="connsiteX4" fmla="*/ 9581785 w 9581785"/>
              <a:gd name="connsiteY4" fmla="*/ 3311401 h 6865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1785" h="6865116">
                <a:moveTo>
                  <a:pt x="9581785" y="0"/>
                </a:moveTo>
                <a:lnTo>
                  <a:pt x="6463" y="0"/>
                </a:lnTo>
                <a:lnTo>
                  <a:pt x="0" y="6865116"/>
                </a:lnTo>
                <a:cubicBezTo>
                  <a:pt x="5057128" y="5756514"/>
                  <a:pt x="7899338" y="4547950"/>
                  <a:pt x="9435691" y="3424381"/>
                </a:cubicBezTo>
                <a:lnTo>
                  <a:pt x="9581785" y="3311401"/>
                </a:lnTo>
                <a:close/>
              </a:path>
            </a:pathLst>
          </a:custGeom>
          <a:solidFill>
            <a:srgbClr val="FFFFFF"/>
          </a:solidFill>
          <a:ln>
            <a:noFill/>
          </a:ln>
        </p:spPr>
        <p:txBody>
          <a:bodyPr vert="horz" wrap="square" lIns="91440" tIns="45720" rIns="91440" bIns="45720" numCol="1" anchor="t" anchorCtr="0" compatLnSpc="1">
            <a:noAutofit/>
          </a:bodyPr>
          <a:lstStyle/>
          <a:p>
            <a:pPr eaLnBrk="1" fontAlgn="auto" hangingPunct="1">
              <a:spcBef>
                <a:spcPts val="0"/>
              </a:spcBef>
              <a:spcAft>
                <a:spcPts val="0"/>
              </a:spcAft>
            </a:pPr>
            <a:endParaRPr lang="zh-CN" altLang="en-US" dirty="0">
              <a:solidFill>
                <a:srgbClr val="000000"/>
              </a:solidFill>
              <a:latin typeface="Arial" panose="020B0604020202020204"/>
              <a:ea typeface="微软雅黑" panose="020B0503020204020204" pitchFamily="34" charset="-122"/>
            </a:endParaRPr>
          </a:p>
        </p:txBody>
      </p:sp>
      <p:sp>
        <p:nvSpPr>
          <p:cNvPr id="34" name="ïSļîḑè"/>
          <p:cNvSpPr/>
          <p:nvPr userDrawn="1"/>
        </p:nvSpPr>
        <p:spPr bwMode="auto">
          <a:xfrm flipH="1">
            <a:off x="3558" y="44794"/>
            <a:ext cx="9578226" cy="6590321"/>
          </a:xfrm>
          <a:custGeom>
            <a:avLst/>
            <a:gdLst>
              <a:gd name="connsiteX0" fmla="*/ 9578226 w 9578226"/>
              <a:gd name="connsiteY0" fmla="*/ 0 h 6590321"/>
              <a:gd name="connsiteX1" fmla="*/ 6205 w 9578226"/>
              <a:gd name="connsiteY1" fmla="*/ 0 h 6590321"/>
              <a:gd name="connsiteX2" fmla="*/ 0 w 9578226"/>
              <a:gd name="connsiteY2" fmla="*/ 6590321 h 6590321"/>
              <a:gd name="connsiteX3" fmla="*/ 9493338 w 9578226"/>
              <a:gd name="connsiteY3" fmla="*/ 2984432 h 6590321"/>
              <a:gd name="connsiteX4" fmla="*/ 9578226 w 9578226"/>
              <a:gd name="connsiteY4" fmla="*/ 2908618 h 6590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8226" h="6590321">
                <a:moveTo>
                  <a:pt x="9578226" y="0"/>
                </a:moveTo>
                <a:lnTo>
                  <a:pt x="6205" y="0"/>
                </a:lnTo>
                <a:lnTo>
                  <a:pt x="0" y="6590321"/>
                </a:lnTo>
                <a:cubicBezTo>
                  <a:pt x="5310859" y="5426098"/>
                  <a:pt x="8101833" y="4148147"/>
                  <a:pt x="9493338" y="2984432"/>
                </a:cubicBezTo>
                <a:lnTo>
                  <a:pt x="9578226" y="2908618"/>
                </a:lnTo>
                <a:close/>
              </a:path>
            </a:pathLst>
          </a:custGeom>
          <a:gradFill>
            <a:gsLst>
              <a:gs pos="0">
                <a:schemeClr val="accent1"/>
              </a:gs>
              <a:gs pos="98000">
                <a:schemeClr val="bg1"/>
              </a:gs>
            </a:gsLst>
            <a:lin ang="10800000" scaled="0"/>
          </a:gradFill>
          <a:ln>
            <a:noFill/>
          </a:ln>
        </p:spPr>
        <p:txBody>
          <a:bodyPr vert="horz" wrap="square" lIns="91440" tIns="45720" rIns="91440" bIns="45720" numCol="1" anchor="t" anchorCtr="0" compatLnSpc="1">
            <a:noAutofit/>
          </a:bodyPr>
          <a:lstStyle/>
          <a:p>
            <a:pPr eaLnBrk="1" fontAlgn="auto" hangingPunct="1">
              <a:spcBef>
                <a:spcPts val="0"/>
              </a:spcBef>
              <a:spcAft>
                <a:spcPts val="0"/>
              </a:spcAft>
            </a:pPr>
            <a:endParaRPr lang="zh-CN" altLang="en-US" dirty="0">
              <a:solidFill>
                <a:srgbClr val="000000"/>
              </a:solidFill>
              <a:latin typeface="Arial" panose="020B0604020202020204"/>
              <a:ea typeface="微软雅黑" panose="020B0503020204020204" pitchFamily="34" charset="-122"/>
            </a:endParaRPr>
          </a:p>
        </p:txBody>
      </p:sp>
      <p:sp>
        <p:nvSpPr>
          <p:cNvPr id="27" name="iṣľiḋé"/>
          <p:cNvSpPr/>
          <p:nvPr userDrawn="1"/>
        </p:nvSpPr>
        <p:spPr bwMode="auto">
          <a:xfrm flipH="1">
            <a:off x="-13714" y="-4989"/>
            <a:ext cx="9621936" cy="6367328"/>
          </a:xfrm>
          <a:custGeom>
            <a:avLst/>
            <a:gdLst>
              <a:gd name="connsiteX0" fmla="*/ 9580005 w 9580005"/>
              <a:gd name="connsiteY0" fmla="*/ 0 h 6339580"/>
              <a:gd name="connsiteX1" fmla="*/ 5969 w 9580005"/>
              <a:gd name="connsiteY1" fmla="*/ 0 h 6339580"/>
              <a:gd name="connsiteX2" fmla="*/ 0 w 9580005"/>
              <a:gd name="connsiteY2" fmla="*/ 6339580 h 6339580"/>
              <a:gd name="connsiteX3" fmla="*/ 9549201 w 9580005"/>
              <a:gd name="connsiteY3" fmla="*/ 2491289 h 6339580"/>
              <a:gd name="connsiteX4" fmla="*/ 9580005 w 9580005"/>
              <a:gd name="connsiteY4" fmla="*/ 2457799 h 6339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80005" h="6339580">
                <a:moveTo>
                  <a:pt x="9580005" y="0"/>
                </a:moveTo>
                <a:lnTo>
                  <a:pt x="5969" y="0"/>
                </a:lnTo>
                <a:lnTo>
                  <a:pt x="0" y="6339580"/>
                </a:lnTo>
                <a:cubicBezTo>
                  <a:pt x="5692847" y="5091619"/>
                  <a:pt x="8380317" y="3708020"/>
                  <a:pt x="9549201" y="2491289"/>
                </a:cubicBezTo>
                <a:lnTo>
                  <a:pt x="9580005" y="2457799"/>
                </a:lnTo>
                <a:close/>
              </a:path>
            </a:pathLst>
          </a:custGeom>
          <a:solidFill>
            <a:srgbClr val="FFFFFF"/>
          </a:solidFill>
          <a:ln>
            <a:noFill/>
          </a:ln>
        </p:spPr>
        <p:txBody>
          <a:bodyPr vert="horz" wrap="square" lIns="91440" tIns="45720" rIns="91440" bIns="45720" numCol="1" anchor="t" anchorCtr="0" compatLnSpc="1">
            <a:noAutofit/>
          </a:bodyPr>
          <a:lstStyle/>
          <a:p>
            <a:pPr eaLnBrk="1" fontAlgn="auto" hangingPunct="1">
              <a:spcBef>
                <a:spcPts val="0"/>
              </a:spcBef>
              <a:spcAft>
                <a:spcPts val="0"/>
              </a:spcAft>
            </a:pPr>
            <a:endParaRPr lang="zh-CN" altLang="en-US" dirty="0">
              <a:solidFill>
                <a:srgbClr val="000000"/>
              </a:solidFill>
              <a:latin typeface="Arial" panose="020B0604020202020204"/>
              <a:ea typeface="微软雅黑" panose="020B0503020204020204" pitchFamily="34" charset="-122"/>
            </a:endParaRPr>
          </a:p>
        </p:txBody>
      </p:sp>
      <p:sp>
        <p:nvSpPr>
          <p:cNvPr id="13" name="标题 12"/>
          <p:cNvSpPr>
            <a:spLocks noGrp="1"/>
          </p:cNvSpPr>
          <p:nvPr userDrawn="1">
            <p:ph type="ctrTitle" hasCustomPrompt="1"/>
          </p:nvPr>
        </p:nvSpPr>
        <p:spPr>
          <a:xfrm>
            <a:off x="669925" y="1822450"/>
            <a:ext cx="10850564" cy="1606550"/>
          </a:xfrm>
          <a:prstGeom prst="rect">
            <a:avLst/>
          </a:prstGeom>
        </p:spPr>
        <p:txBody>
          <a:bodyPr anchor="b">
            <a:normAutofit/>
          </a:bodyPr>
          <a:lstStyle>
            <a:lvl1pPr marL="0" indent="0" algn="r">
              <a:buFont typeface="Arial" panose="020B0604020202020204" pitchFamily="34" charset="0"/>
              <a:buNone/>
              <a:defRPr sz="3200" b="1">
                <a:solidFill>
                  <a:schemeClr val="accent1"/>
                </a:solidFill>
              </a:defRPr>
            </a:lvl1pPr>
          </a:lstStyle>
          <a:p>
            <a:r>
              <a:rPr lang="en-US" altLang="zh-CN" dirty="0"/>
              <a:t>Conclusion</a:t>
            </a:r>
            <a:endParaRPr lang="zh-CN" altLang="en-US" dirty="0"/>
          </a:p>
        </p:txBody>
      </p:sp>
      <p:sp>
        <p:nvSpPr>
          <p:cNvPr id="8" name="文本占位符 7"/>
          <p:cNvSpPr>
            <a:spLocks noGrp="1"/>
          </p:cNvSpPr>
          <p:nvPr>
            <p:ph type="body" sz="quarter" idx="10" hasCustomPrompt="1"/>
          </p:nvPr>
        </p:nvSpPr>
        <p:spPr>
          <a:xfrm>
            <a:off x="669925" y="4017660"/>
            <a:ext cx="10850564" cy="296271"/>
          </a:xfrm>
          <a:prstGeom prst="rect">
            <a:avLst/>
          </a:prstGeom>
        </p:spPr>
        <p:txBody>
          <a:bodyPr vert="horz" anchor="ctr">
            <a:noAutofit/>
          </a:bodyPr>
          <a:lstStyle>
            <a:lvl1pPr marL="0" indent="0" algn="r">
              <a:buNone/>
              <a:defRPr sz="14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8"/>
          <p:cNvSpPr>
            <a:spLocks noGrp="1"/>
          </p:cNvSpPr>
          <p:nvPr>
            <p:ph type="body" sz="quarter" idx="11" hasCustomPrompt="1"/>
          </p:nvPr>
        </p:nvSpPr>
        <p:spPr>
          <a:xfrm>
            <a:off x="669925" y="4329937"/>
            <a:ext cx="10850564" cy="296271"/>
          </a:xfrm>
          <a:prstGeom prst="rect">
            <a:avLst/>
          </a:prstGeom>
        </p:spPr>
        <p:txBody>
          <a:bodyPr vert="horz" anchor="ctr">
            <a:noAutofit/>
          </a:bodyPr>
          <a:lstStyle>
            <a:lvl1pPr marL="0" indent="0" algn="r">
              <a:buNone/>
              <a:defRPr sz="14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pic>
        <p:nvPicPr>
          <p:cNvPr id="2" name="图片 1"/>
          <p:cNvPicPr>
            <a:picLocks noChangeAspect="1"/>
          </p:cNvPicPr>
          <p:nvPr userDrawn="1"/>
        </p:nvPicPr>
        <p:blipFill>
          <a:blip r:embed="rId3"/>
          <a:stretch>
            <a:fillRect/>
          </a:stretch>
        </p:blipFill>
        <p:spPr>
          <a:xfrm>
            <a:off x="8862403" y="502903"/>
            <a:ext cx="2658086" cy="713294"/>
          </a:xfrm>
          <a:prstGeom prst="rect">
            <a:avLst/>
          </a:prstGeom>
        </p:spPr>
      </p:pic>
    </p:spTree>
  </p:cSld>
  <p:clrMapOvr>
    <a:overrideClrMapping bg1="lt1" tx1="dk1" bg2="lt2" tx2="dk2" accent1="accent1" accent2="accent2" accent3="accent3" accent4="accent4" accent5="accent5" accent6="accent6" hlink="hlink" folHlink="folHlink"/>
  </p:clrMapOvr>
  <p:transition spd="med">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theme" Target="../theme/theme2.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Lst>
  <p:transition spd="med">
    <p:fade/>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 id="2147483742" r:id="rId43"/>
    <p:sldLayoutId id="2147483743" r:id="rId44"/>
    <p:sldLayoutId id="2147483744" r:id="rId45"/>
    <p:sldLayoutId id="2147483745" r:id="rId46"/>
    <p:sldLayoutId id="2147483746" r:id="rId47"/>
    <p:sldLayoutId id="2147483747" r:id="rId48"/>
  </p:sldLayoutIdLst>
  <p:transition spd="med">
    <p:fade/>
  </p:transition>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slideLayout" Target="../slideLayouts/slideLayout50.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image" Target="../media/image4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34.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1340768"/>
            <a:ext cx="12192000" cy="20882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a:solidFill>
                  <a:schemeClr val="bg1"/>
                </a:solidFill>
                <a:latin typeface="微软雅黑" panose="020B0503020204020204" pitchFamily="34" charset="-122"/>
                <a:ea typeface="微软雅黑" panose="020B0503020204020204" pitchFamily="34" charset="-122"/>
              </a:rPr>
              <a:t>非理想测量下的用户中心多TRP协同优化研究</a:t>
            </a:r>
            <a:endParaRPr lang="en-US" altLang="zh-CN" sz="4000" b="1" dirty="0">
              <a:solidFill>
                <a:schemeClr val="bg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19336" y="155828"/>
            <a:ext cx="2042592" cy="584775"/>
          </a:xfrm>
          <a:prstGeom prst="rect">
            <a:avLst/>
          </a:prstGeom>
          <a:noFill/>
        </p:spPr>
        <p:txBody>
          <a:bodyPr wrap="square">
            <a:spAutoFit/>
          </a:bodyPr>
          <a:lstStyle/>
          <a:p>
            <a:r>
              <a:rPr lang="zh-CN" altLang="en-US" sz="3200" b="1" dirty="0">
                <a:solidFill>
                  <a:schemeClr val="tx2">
                    <a:lumMod val="75000"/>
                  </a:schemeClr>
                </a:solidFill>
                <a:latin typeface="微软雅黑" panose="020B0503020204020204" pitchFamily="34" charset="-122"/>
                <a:ea typeface="微软雅黑" panose="020B0503020204020204" pitchFamily="34" charset="-122"/>
              </a:rPr>
              <a:t>研究汇报</a:t>
            </a:r>
          </a:p>
        </p:txBody>
      </p:sp>
    </p:spTree>
  </p:cSld>
  <p:clrMapOvr>
    <a:masterClrMapping/>
  </p:clrMapOvr>
  <mc:AlternateContent xmlns:mc="http://schemas.openxmlformats.org/markup-compatibility/2006" xmlns:p14="http://schemas.microsoft.com/office/powerpoint/2010/main">
    <mc:Choice Requires="p14">
      <p:transition spd="slow" p14:dur="2000" advTm="1173"/>
    </mc:Choice>
    <mc:Fallback xmlns="">
      <p:transition spd="slow" advTm="117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idx="4294967295"/>
          </p:nvPr>
        </p:nvSpPr>
        <p:spPr>
          <a:xfrm>
            <a:off x="1279525" y="2528666"/>
            <a:ext cx="1806575" cy="675057"/>
          </a:xfrm>
        </p:spPr>
        <p:txBody>
          <a:bodyPr/>
          <a:lstStyle/>
          <a:p>
            <a:pPr algn="ctr"/>
            <a:r>
              <a:rPr lang="zh-CN" altLang="en-US" sz="6000" b="1" dirty="0">
                <a:solidFill>
                  <a:schemeClr val="bg1"/>
                </a:solidFill>
              </a:rPr>
              <a:t>主要内容</a:t>
            </a:r>
          </a:p>
        </p:txBody>
      </p:sp>
      <p:grpSp>
        <p:nvGrpSpPr>
          <p:cNvPr id="30" name="组合 29"/>
          <p:cNvGrpSpPr/>
          <p:nvPr>
            <p:custDataLst>
              <p:tags r:id="rId1"/>
            </p:custDataLst>
          </p:nvPr>
        </p:nvGrpSpPr>
        <p:grpSpPr>
          <a:xfrm>
            <a:off x="5675907" y="569134"/>
            <a:ext cx="5190522" cy="1098506"/>
            <a:chOff x="5337036" y="1031947"/>
            <a:chExt cx="5190522" cy="1098506"/>
          </a:xfrm>
        </p:grpSpPr>
        <p:sp>
          <p:nvSpPr>
            <p:cNvPr id="46" name="文本框 45"/>
            <p:cNvSpPr txBox="1"/>
            <p:nvPr>
              <p:custDataLst>
                <p:tags r:id="rId11"/>
              </p:custDataLst>
            </p:nvPr>
          </p:nvSpPr>
          <p:spPr>
            <a:xfrm>
              <a:off x="5337036" y="1031947"/>
              <a:ext cx="612668" cy="1098506"/>
            </a:xfrm>
            <a:prstGeom prst="rect">
              <a:avLst/>
            </a:prstGeom>
            <a:noFill/>
          </p:spPr>
          <p:txBody>
            <a:bodyPr wrap="none" rtlCol="0">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6000" b="1" i="1" u="none" strike="noStrike" kern="1200" cap="none" spc="0" normalizeH="0" baseline="0" noProof="0" dirty="0">
                  <a:ln>
                    <a:noFill/>
                  </a:ln>
                  <a:solidFill>
                    <a:srgbClr val="C00000"/>
                  </a:solidFill>
                  <a:effectLst/>
                  <a:uLnTx/>
                  <a:uFillTx/>
                  <a:latin typeface="Century Gothic" panose="020B0502020202020204" pitchFamily="34" charset="0"/>
                  <a:ea typeface="微软雅黑" panose="020B0503020204020204" pitchFamily="34" charset="-122"/>
                  <a:cs typeface="+mn-ea"/>
                  <a:sym typeface="+mn-lt"/>
                </a:rPr>
                <a:t>1</a:t>
              </a:r>
              <a:endParaRPr kumimoji="0" lang="zh-CN" altLang="en-US" sz="5400" b="1" i="1" u="none" strike="noStrike" kern="1200" cap="none" spc="0" normalizeH="0" baseline="0" noProof="0" dirty="0">
                <a:ln>
                  <a:noFill/>
                </a:ln>
                <a:solidFill>
                  <a:srgbClr val="C00000"/>
                </a:solidFill>
                <a:effectLst/>
                <a:uLnTx/>
                <a:uFillTx/>
                <a:latin typeface="Century Gothic" panose="020B0502020202020204" pitchFamily="34" charset="0"/>
                <a:ea typeface="微软雅黑" panose="020B0503020204020204" pitchFamily="34" charset="-122"/>
                <a:cs typeface="+mn-ea"/>
                <a:sym typeface="+mn-lt"/>
              </a:endParaRPr>
            </a:p>
          </p:txBody>
        </p:sp>
        <p:sp>
          <p:nvSpPr>
            <p:cNvPr id="48" name="文本框 47"/>
            <p:cNvSpPr txBox="1"/>
            <p:nvPr>
              <p:custDataLst>
                <p:tags r:id="rId12"/>
              </p:custDataLst>
            </p:nvPr>
          </p:nvSpPr>
          <p:spPr>
            <a:xfrm>
              <a:off x="6355262" y="1304201"/>
              <a:ext cx="4172296" cy="553998"/>
            </a:xfrm>
            <a:prstGeom prst="rect">
              <a:avLst/>
            </a:prstGeom>
            <a:noFill/>
          </p:spPr>
          <p:txBody>
            <a:bodyPr wrap="none" lIns="0" tIns="0" rIns="0" bIns="0" rtlCol="0">
              <a:spAutoFit/>
            </a:bodyPr>
            <a:lstStyle/>
            <a:p>
              <a:pPr marL="17145">
                <a:spcBef>
                  <a:spcPts val="105"/>
                </a:spcBef>
              </a:pPr>
              <a:r>
                <a:rPr lang="zh-CN" altLang="en-US" sz="3600" b="1" dirty="0">
                  <a:solidFill>
                    <a:srgbClr val="C00000"/>
                  </a:solidFill>
                  <a:latin typeface="Century Gothic" panose="020B0502020202020204" pitchFamily="34" charset="0"/>
                  <a:ea typeface="微软雅黑" panose="020B0503020204020204" pitchFamily="34" charset="-122"/>
                  <a:cs typeface="+mn-ea"/>
                </a:rPr>
                <a:t>研究问题与验收场景</a:t>
              </a:r>
            </a:p>
          </p:txBody>
        </p:sp>
      </p:grpSp>
      <p:grpSp>
        <p:nvGrpSpPr>
          <p:cNvPr id="59" name="组合 58"/>
          <p:cNvGrpSpPr/>
          <p:nvPr>
            <p:custDataLst>
              <p:tags r:id="rId2"/>
            </p:custDataLst>
          </p:nvPr>
        </p:nvGrpSpPr>
        <p:grpSpPr>
          <a:xfrm>
            <a:off x="5683198" y="2012029"/>
            <a:ext cx="4278628" cy="1481021"/>
            <a:chOff x="5337036" y="1031947"/>
            <a:chExt cx="4278628" cy="1481021"/>
          </a:xfrm>
        </p:grpSpPr>
        <p:sp>
          <p:nvSpPr>
            <p:cNvPr id="60" name="文本框 59"/>
            <p:cNvSpPr txBox="1"/>
            <p:nvPr>
              <p:custDataLst>
                <p:tags r:id="rId9"/>
              </p:custDataLst>
            </p:nvPr>
          </p:nvSpPr>
          <p:spPr>
            <a:xfrm>
              <a:off x="5337036" y="1031947"/>
              <a:ext cx="612668" cy="1098506"/>
            </a:xfrm>
            <a:prstGeom prst="rect">
              <a:avLst/>
            </a:prstGeom>
            <a:noFill/>
          </p:spPr>
          <p:txBody>
            <a:bodyPr wrap="none" rtlCol="0">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6000" b="1" i="1" u="none" strike="noStrike" kern="1200" cap="none" spc="0" normalizeH="0" baseline="0" noProof="0" dirty="0">
                  <a:ln>
                    <a:noFill/>
                  </a:ln>
                  <a:solidFill>
                    <a:srgbClr val="002B84"/>
                  </a:solidFill>
                  <a:effectLst/>
                  <a:uLnTx/>
                  <a:uFillTx/>
                  <a:latin typeface="Century Gothic" panose="020B0502020202020204" pitchFamily="34" charset="0"/>
                  <a:ea typeface="微软雅黑" panose="020B0503020204020204" pitchFamily="34" charset="-122"/>
                  <a:cs typeface="+mn-ea"/>
                  <a:sym typeface="+mn-lt"/>
                </a:rPr>
                <a:t>2</a:t>
              </a:r>
              <a:endParaRPr kumimoji="0" lang="zh-CN" altLang="en-US" sz="6000" b="1" i="1" u="none" strike="noStrike" kern="1200" cap="none" spc="0" normalizeH="0" baseline="0" noProof="0" dirty="0">
                <a:ln>
                  <a:noFill/>
                </a:ln>
                <a:solidFill>
                  <a:srgbClr val="002B84"/>
                </a:solidFill>
                <a:effectLst/>
                <a:uLnTx/>
                <a:uFillTx/>
                <a:latin typeface="Century Gothic" panose="020B0502020202020204" pitchFamily="34" charset="0"/>
                <a:ea typeface="微软雅黑" panose="020B0503020204020204" pitchFamily="34" charset="-122"/>
                <a:cs typeface="+mn-ea"/>
                <a:sym typeface="+mn-lt"/>
              </a:endParaRPr>
            </a:p>
          </p:txBody>
        </p:sp>
        <p:sp>
          <p:nvSpPr>
            <p:cNvPr id="62" name="文本框 61"/>
            <p:cNvSpPr txBox="1"/>
            <p:nvPr>
              <p:custDataLst>
                <p:tags r:id="rId10"/>
              </p:custDataLst>
            </p:nvPr>
          </p:nvSpPr>
          <p:spPr>
            <a:xfrm>
              <a:off x="6384010" y="1248904"/>
              <a:ext cx="3231654" cy="1264064"/>
            </a:xfrm>
            <a:prstGeom prst="rect">
              <a:avLst/>
            </a:prstGeom>
            <a:noFill/>
          </p:spPr>
          <p:txBody>
            <a:bodyPr wrap="none" lIns="0" tIns="0" rIns="0" bIns="0" rtlCol="0">
              <a:spAutoFit/>
            </a:bodyPr>
            <a:lstStyle/>
            <a:p>
              <a:pPr>
                <a:lnSpc>
                  <a:spcPct val="120000"/>
                </a:lnSpc>
              </a:pPr>
              <a:r>
                <a:rPr lang="zh-CN" altLang="en-US" sz="3600" b="1" dirty="0">
                  <a:solidFill>
                    <a:srgbClr val="002B84"/>
                  </a:solidFill>
                  <a:latin typeface="Century Gothic" panose="020B0502020202020204" pitchFamily="34" charset="0"/>
                  <a:ea typeface="微软雅黑" panose="020B0503020204020204" pitchFamily="34" charset="-122"/>
                  <a:cs typeface="+mn-ea"/>
                </a:rPr>
                <a:t>系统模型与框架</a:t>
              </a:r>
            </a:p>
            <a:p>
              <a:pPr lvl="0">
                <a:lnSpc>
                  <a:spcPct val="120000"/>
                </a:lnSpc>
              </a:pPr>
              <a:endParaRPr lang="zh-CN" altLang="en-US" sz="3600" b="1" dirty="0">
                <a:solidFill>
                  <a:srgbClr val="002B84"/>
                </a:solidFill>
                <a:latin typeface="Century Gothic" panose="020B0502020202020204" pitchFamily="34" charset="0"/>
                <a:ea typeface="微软雅黑" panose="020B0503020204020204" pitchFamily="34" charset="-122"/>
                <a:cs typeface="+mn-ea"/>
                <a:sym typeface="+mn-lt"/>
              </a:endParaRPr>
            </a:p>
          </p:txBody>
        </p:sp>
      </p:grpSp>
      <p:grpSp>
        <p:nvGrpSpPr>
          <p:cNvPr id="66" name="组合 65"/>
          <p:cNvGrpSpPr/>
          <p:nvPr>
            <p:custDataLst>
              <p:tags r:id="rId3"/>
            </p:custDataLst>
          </p:nvPr>
        </p:nvGrpSpPr>
        <p:grpSpPr>
          <a:xfrm>
            <a:off x="5675907" y="4918106"/>
            <a:ext cx="3804264" cy="1098506"/>
            <a:chOff x="5337036" y="1031947"/>
            <a:chExt cx="3804264" cy="1098506"/>
          </a:xfrm>
        </p:grpSpPr>
        <p:sp>
          <p:nvSpPr>
            <p:cNvPr id="67" name="文本框 66"/>
            <p:cNvSpPr txBox="1"/>
            <p:nvPr>
              <p:custDataLst>
                <p:tags r:id="rId7"/>
              </p:custDataLst>
            </p:nvPr>
          </p:nvSpPr>
          <p:spPr>
            <a:xfrm>
              <a:off x="5337036" y="1031947"/>
              <a:ext cx="612668" cy="1098506"/>
            </a:xfrm>
            <a:prstGeom prst="rect">
              <a:avLst/>
            </a:prstGeom>
            <a:noFill/>
          </p:spPr>
          <p:txBody>
            <a:bodyPr wrap="none" rtlCol="0">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6000" b="1" i="1" u="none" strike="noStrike" kern="1200" cap="none" spc="0" normalizeH="0" baseline="0" noProof="0" dirty="0">
                  <a:ln>
                    <a:noFill/>
                  </a:ln>
                  <a:solidFill>
                    <a:srgbClr val="002B84"/>
                  </a:solidFill>
                  <a:effectLst/>
                  <a:uLnTx/>
                  <a:uFillTx/>
                  <a:latin typeface="Century Gothic" panose="020B0502020202020204" pitchFamily="34" charset="0"/>
                  <a:ea typeface="微软雅黑" panose="020B0503020204020204" pitchFamily="34" charset="-122"/>
                  <a:cs typeface="+mn-ea"/>
                  <a:sym typeface="+mn-lt"/>
                </a:rPr>
                <a:t>4</a:t>
              </a:r>
              <a:endParaRPr kumimoji="0" lang="zh-CN" altLang="en-US" sz="6000" b="1" i="1" u="none" strike="noStrike" kern="1200" cap="none" spc="0" normalizeH="0" baseline="0" noProof="0" dirty="0">
                <a:ln>
                  <a:noFill/>
                </a:ln>
                <a:solidFill>
                  <a:srgbClr val="002B84"/>
                </a:solidFill>
                <a:effectLst/>
                <a:uLnTx/>
                <a:uFillTx/>
                <a:latin typeface="Century Gothic" panose="020B0502020202020204" pitchFamily="34" charset="0"/>
                <a:ea typeface="微软雅黑" panose="020B0503020204020204" pitchFamily="34" charset="-122"/>
                <a:cs typeface="+mn-ea"/>
                <a:sym typeface="+mn-lt"/>
              </a:endParaRPr>
            </a:p>
          </p:txBody>
        </p:sp>
        <p:sp>
          <p:nvSpPr>
            <p:cNvPr id="69" name="文本框 68"/>
            <p:cNvSpPr txBox="1"/>
            <p:nvPr>
              <p:custDataLst>
                <p:tags r:id="rId8"/>
              </p:custDataLst>
            </p:nvPr>
          </p:nvSpPr>
          <p:spPr>
            <a:xfrm>
              <a:off x="6371311" y="1290123"/>
              <a:ext cx="2769989" cy="553998"/>
            </a:xfrm>
            <a:prstGeom prst="rect">
              <a:avLst/>
            </a:prstGeom>
            <a:noFill/>
          </p:spPr>
          <p:txBody>
            <a:bodyPr wrap="none" lIns="0" tIns="0" rIns="0" bIns="0" rtlCol="0">
              <a:spAutoFit/>
            </a:bodyPr>
            <a:lstStyle/>
            <a:p>
              <a:pPr>
                <a:spcBef>
                  <a:spcPct val="20000"/>
                </a:spcBef>
              </a:pPr>
              <a:r>
                <a:rPr lang="zh-CN" altLang="en-US" sz="3600" b="1" dirty="0">
                  <a:solidFill>
                    <a:srgbClr val="002B84"/>
                  </a:solidFill>
                  <a:latin typeface="Century Gothic" panose="020B0502020202020204" pitchFamily="34" charset="0"/>
                  <a:ea typeface="微软雅黑" panose="020B0503020204020204" pitchFamily="34" charset="-122"/>
                  <a:cs typeface="+mn-ea"/>
                  <a:sym typeface="+mn-ea"/>
                </a:rPr>
                <a:t>新版研究方案</a:t>
              </a:r>
              <a:endParaRPr lang="zh-CN" altLang="en-US" sz="3600" b="1" dirty="0">
                <a:solidFill>
                  <a:srgbClr val="013A89"/>
                </a:solidFill>
                <a:latin typeface="Century Gothic" panose="020B0502020202020204" pitchFamily="34" charset="0"/>
                <a:ea typeface="微软雅黑" panose="020B0503020204020204" pitchFamily="34" charset="-122"/>
                <a:cs typeface="+mn-ea"/>
                <a:sym typeface="+mn-lt"/>
              </a:endParaRPr>
            </a:p>
          </p:txBody>
        </p:sp>
      </p:grpSp>
      <p:grpSp>
        <p:nvGrpSpPr>
          <p:cNvPr id="13" name="组合 12"/>
          <p:cNvGrpSpPr/>
          <p:nvPr>
            <p:custDataLst>
              <p:tags r:id="rId4"/>
            </p:custDataLst>
          </p:nvPr>
        </p:nvGrpSpPr>
        <p:grpSpPr>
          <a:xfrm>
            <a:off x="5675658" y="3484713"/>
            <a:ext cx="4462974" cy="1098506"/>
            <a:chOff x="5337036" y="1031947"/>
            <a:chExt cx="4462974" cy="1098506"/>
          </a:xfrm>
        </p:grpSpPr>
        <p:sp>
          <p:nvSpPr>
            <p:cNvPr id="14" name="文本框 13"/>
            <p:cNvSpPr txBox="1"/>
            <p:nvPr>
              <p:custDataLst>
                <p:tags r:id="rId5"/>
              </p:custDataLst>
            </p:nvPr>
          </p:nvSpPr>
          <p:spPr>
            <a:xfrm>
              <a:off x="5337036" y="1031947"/>
              <a:ext cx="612668" cy="1098506"/>
            </a:xfrm>
            <a:prstGeom prst="rect">
              <a:avLst/>
            </a:prstGeom>
            <a:noFill/>
          </p:spPr>
          <p:txBody>
            <a:bodyPr wrap="none" rtlCol="0">
              <a:spAutoFit/>
            </a:body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altLang="zh-CN" sz="6000" b="1" i="1" u="none" strike="noStrike" kern="1200" cap="none" spc="0" normalizeH="0" baseline="0" noProof="0" dirty="0">
                  <a:ln>
                    <a:noFill/>
                  </a:ln>
                  <a:solidFill>
                    <a:srgbClr val="013A89"/>
                  </a:solidFill>
                  <a:effectLst/>
                  <a:uLnTx/>
                  <a:uFillTx/>
                  <a:latin typeface="Century Gothic" panose="020B0502020202020204" pitchFamily="34" charset="0"/>
                  <a:ea typeface="微软雅黑" panose="020B0503020204020204" pitchFamily="34" charset="-122"/>
                  <a:cs typeface="+mn-ea"/>
                  <a:sym typeface="+mn-lt"/>
                </a:rPr>
                <a:t>3</a:t>
              </a:r>
              <a:endParaRPr kumimoji="0" lang="zh-CN" altLang="en-US" sz="6000" b="1" i="1" u="none" strike="noStrike" kern="1200" cap="none" spc="0" normalizeH="0" baseline="0" noProof="0" dirty="0">
                <a:ln>
                  <a:noFill/>
                </a:ln>
                <a:solidFill>
                  <a:srgbClr val="013A89"/>
                </a:solidFill>
                <a:effectLst/>
                <a:uLnTx/>
                <a:uFillTx/>
                <a:latin typeface="Century Gothic" panose="020B0502020202020204" pitchFamily="34" charset="0"/>
                <a:ea typeface="微软雅黑" panose="020B0503020204020204" pitchFamily="34" charset="-122"/>
                <a:cs typeface="+mn-ea"/>
                <a:sym typeface="+mn-lt"/>
              </a:endParaRPr>
            </a:p>
          </p:txBody>
        </p:sp>
        <p:sp>
          <p:nvSpPr>
            <p:cNvPr id="15" name="文本框 14"/>
            <p:cNvSpPr txBox="1"/>
            <p:nvPr>
              <p:custDataLst>
                <p:tags r:id="rId6"/>
              </p:custDataLst>
            </p:nvPr>
          </p:nvSpPr>
          <p:spPr>
            <a:xfrm>
              <a:off x="6384010" y="1248904"/>
              <a:ext cx="3416000" cy="553998"/>
            </a:xfrm>
            <a:prstGeom prst="rect">
              <a:avLst/>
            </a:prstGeom>
            <a:noFill/>
          </p:spPr>
          <p:txBody>
            <a:bodyPr wrap="none" lIns="0" tIns="0" rIns="0" bIns="0" rtlCol="0">
              <a:spAutoFit/>
            </a:bodyPr>
            <a:lstStyle/>
            <a:p>
              <a:pPr>
                <a:spcBef>
                  <a:spcPct val="20000"/>
                </a:spcBef>
              </a:pPr>
              <a:r>
                <a:rPr lang="en-US" altLang="zh-CN" sz="3600" b="1" dirty="0">
                  <a:solidFill>
                    <a:srgbClr val="002B84"/>
                  </a:solidFill>
                  <a:latin typeface="Century Gothic" panose="020B0502020202020204" pitchFamily="34" charset="0"/>
                  <a:ea typeface="微软雅黑" panose="020B0503020204020204" pitchFamily="34" charset="-122"/>
                  <a:cs typeface="+mn-ea"/>
                  <a:sym typeface="+mn-ea"/>
                </a:rPr>
                <a:t>WMMSE-ADMM</a:t>
              </a:r>
              <a:endParaRPr lang="zh-CN" altLang="en-GB" sz="3600" b="1" dirty="0">
                <a:solidFill>
                  <a:srgbClr val="002B84"/>
                </a:solidFill>
                <a:latin typeface="Century Gothic" panose="020B0502020202020204" pitchFamily="34" charset="0"/>
                <a:ea typeface="微软雅黑" panose="020B0503020204020204" pitchFamily="34" charset="-122"/>
                <a:cs typeface="+mn-ea"/>
              </a:endParaRPr>
            </a:p>
          </p:txBody>
        </p:sp>
      </p:gr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309" y="362097"/>
            <a:ext cx="4801314" cy="590931"/>
          </a:xfrm>
        </p:spPr>
        <p:txBody>
          <a:bodyPr wrap="none"/>
          <a:lstStyle/>
          <a:p>
            <a:r>
              <a:rPr lang="zh-CN" altLang="en-US" b="1" dirty="0">
                <a:solidFill>
                  <a:srgbClr val="092B56"/>
                </a:solidFill>
                <a:latin typeface="Microsoft YaHei"/>
              </a:rPr>
              <a:t>研究问题、方法与目标</a:t>
            </a:r>
            <a:endParaRPr b="1" dirty="0">
              <a:solidFill>
                <a:srgbClr val="092B56"/>
              </a:solidFill>
              <a:latin typeface="Microsoft YaHei"/>
            </a:endParaRPr>
          </a:p>
        </p:txBody>
      </p:sp>
      <p:sp>
        <p:nvSpPr>
          <p:cNvPr id="3" name="TextBox 2"/>
          <p:cNvSpPr txBox="1"/>
          <p:nvPr/>
        </p:nvSpPr>
        <p:spPr>
          <a:xfrm>
            <a:off x="594360" y="1348716"/>
            <a:ext cx="2880360" cy="320088"/>
          </a:xfrm>
          <a:prstGeom prst="rect">
            <a:avLst/>
          </a:prstGeom>
          <a:noFill/>
        </p:spPr>
        <p:txBody>
          <a:bodyPr wrap="square" lIns="27432" tIns="13716" rIns="27432" bIns="13716" anchor="ctr">
            <a:spAutoFit/>
          </a:bodyPr>
          <a:lstStyle/>
          <a:p>
            <a:pPr algn="ctr"/>
            <a:r>
              <a:rPr lang="zh-CN" altLang="en-US" sz="1900" b="1" dirty="0">
                <a:solidFill>
                  <a:srgbClr val="092B56"/>
                </a:solidFill>
                <a:latin typeface="Microsoft YaHei"/>
              </a:rPr>
              <a:t>研究问题</a:t>
            </a:r>
            <a:r>
              <a:rPr sz="1900" b="1" dirty="0" err="1">
                <a:solidFill>
                  <a:srgbClr val="092B56"/>
                </a:solidFill>
                <a:latin typeface="Microsoft YaHei"/>
              </a:rPr>
              <a:t>中的困难</a:t>
            </a:r>
            <a:endParaRPr sz="1900" b="1" dirty="0">
              <a:solidFill>
                <a:srgbClr val="092B56"/>
              </a:solidFill>
              <a:latin typeface="Microsoft YaHei"/>
            </a:endParaRPr>
          </a:p>
        </p:txBody>
      </p:sp>
      <p:sp>
        <p:nvSpPr>
          <p:cNvPr id="4" name="TextBox 3"/>
          <p:cNvSpPr txBox="1"/>
          <p:nvPr/>
        </p:nvSpPr>
        <p:spPr>
          <a:xfrm>
            <a:off x="4690872" y="1348716"/>
            <a:ext cx="2889504" cy="320088"/>
          </a:xfrm>
          <a:prstGeom prst="rect">
            <a:avLst/>
          </a:prstGeom>
          <a:noFill/>
        </p:spPr>
        <p:txBody>
          <a:bodyPr wrap="square" lIns="27432" tIns="13716" rIns="27432" bIns="13716" anchor="ctr">
            <a:spAutoFit/>
          </a:bodyPr>
          <a:lstStyle/>
          <a:p>
            <a:pPr algn="ctr"/>
            <a:r>
              <a:rPr sz="1900" b="1" dirty="0" err="1">
                <a:solidFill>
                  <a:srgbClr val="092B56"/>
                </a:solidFill>
                <a:latin typeface="Microsoft YaHei"/>
              </a:rPr>
              <a:t>研究方法</a:t>
            </a:r>
            <a:endParaRPr sz="1900" b="1" dirty="0">
              <a:solidFill>
                <a:srgbClr val="092B56"/>
              </a:solidFill>
              <a:latin typeface="Microsoft YaHei"/>
            </a:endParaRPr>
          </a:p>
        </p:txBody>
      </p:sp>
      <p:sp>
        <p:nvSpPr>
          <p:cNvPr id="5" name="TextBox 4"/>
          <p:cNvSpPr txBox="1"/>
          <p:nvPr/>
        </p:nvSpPr>
        <p:spPr>
          <a:xfrm>
            <a:off x="8833104" y="1348716"/>
            <a:ext cx="2697480" cy="320088"/>
          </a:xfrm>
          <a:prstGeom prst="rect">
            <a:avLst/>
          </a:prstGeom>
          <a:noFill/>
        </p:spPr>
        <p:txBody>
          <a:bodyPr wrap="square" lIns="27432" tIns="13716" rIns="27432" bIns="13716" anchor="ctr">
            <a:spAutoFit/>
          </a:bodyPr>
          <a:lstStyle/>
          <a:p>
            <a:pPr algn="ctr"/>
            <a:r>
              <a:rPr lang="zh-CN" altLang="en-US" sz="1900" b="1" dirty="0">
                <a:solidFill>
                  <a:srgbClr val="092B56"/>
                </a:solidFill>
                <a:latin typeface="Microsoft YaHei"/>
              </a:rPr>
              <a:t>研究目标</a:t>
            </a:r>
            <a:endParaRPr sz="1900" b="1" dirty="0">
              <a:solidFill>
                <a:srgbClr val="092B56"/>
              </a:solidFill>
              <a:latin typeface="Microsoft YaHei"/>
            </a:endParaRPr>
          </a:p>
        </p:txBody>
      </p:sp>
      <p:sp>
        <p:nvSpPr>
          <p:cNvPr id="6" name="Rounded Rectangle 5"/>
          <p:cNvSpPr/>
          <p:nvPr/>
        </p:nvSpPr>
        <p:spPr>
          <a:xfrm>
            <a:off x="594360" y="1883664"/>
            <a:ext cx="3273552" cy="850392"/>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4360" y="1883664"/>
            <a:ext cx="3273552"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906524"/>
            <a:ext cx="3127248"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01</a:t>
            </a:r>
          </a:p>
        </p:txBody>
      </p:sp>
      <p:sp>
        <p:nvSpPr>
          <p:cNvPr id="9" name="TextBox 8"/>
          <p:cNvSpPr txBox="1"/>
          <p:nvPr/>
        </p:nvSpPr>
        <p:spPr>
          <a:xfrm>
            <a:off x="713232" y="2263673"/>
            <a:ext cx="3035808" cy="520142"/>
          </a:xfrm>
          <a:prstGeom prst="rect">
            <a:avLst/>
          </a:prstGeom>
          <a:noFill/>
        </p:spPr>
        <p:txBody>
          <a:bodyPr wrap="square" lIns="27432" tIns="13716" rIns="27432" bIns="13716" anchor="ctr">
            <a:spAutoFit/>
          </a:bodyPr>
          <a:lstStyle/>
          <a:p>
            <a:pPr algn="l"/>
            <a:r>
              <a:rPr lang="zh-CN" altLang="en-US" sz="1600" b="0" dirty="0">
                <a:solidFill>
                  <a:srgbClr val="000000"/>
                </a:solidFill>
                <a:latin typeface="Microsoft YaHei"/>
              </a:rPr>
              <a:t>非理想测量：不同 </a:t>
            </a:r>
            <a:r>
              <a:rPr lang="en-US" altLang="zh-CN" sz="1600" b="0" dirty="0">
                <a:solidFill>
                  <a:srgbClr val="000000"/>
                </a:solidFill>
                <a:latin typeface="Microsoft YaHei"/>
              </a:rPr>
              <a:t>UE–TRP </a:t>
            </a:r>
            <a:r>
              <a:rPr lang="zh-CN" altLang="en-US" sz="1600" b="0" dirty="0">
                <a:solidFill>
                  <a:srgbClr val="000000"/>
                </a:solidFill>
                <a:latin typeface="Microsoft YaHei"/>
              </a:rPr>
              <a:t>链路的 </a:t>
            </a:r>
            <a:r>
              <a:rPr lang="en-US" altLang="zh-CN" sz="1600" b="0" dirty="0">
                <a:solidFill>
                  <a:srgbClr val="000000"/>
                </a:solidFill>
                <a:latin typeface="Microsoft YaHei"/>
              </a:rPr>
              <a:t>CSI </a:t>
            </a:r>
            <a:r>
              <a:rPr lang="zh-CN" altLang="en-US" sz="1600" b="0" dirty="0">
                <a:solidFill>
                  <a:srgbClr val="000000"/>
                </a:solidFill>
                <a:latin typeface="Microsoft YaHei"/>
              </a:rPr>
              <a:t>质量存在差异</a:t>
            </a:r>
            <a:endParaRPr sz="1600" b="0" dirty="0">
              <a:solidFill>
                <a:srgbClr val="000000"/>
              </a:solidFill>
              <a:latin typeface="Microsoft YaHei"/>
            </a:endParaRPr>
          </a:p>
        </p:txBody>
      </p:sp>
      <p:cxnSp>
        <p:nvCxnSpPr>
          <p:cNvPr id="10" name="Connector 9"/>
          <p:cNvCxnSpPr/>
          <p:nvPr/>
        </p:nvCxnSpPr>
        <p:spPr>
          <a:xfrm>
            <a:off x="3913632" y="2304288"/>
            <a:ext cx="457200"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425696" y="1883664"/>
            <a:ext cx="3749039" cy="850392"/>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1918093"/>
            <a:ext cx="3511296" cy="766364"/>
          </a:xfrm>
          <a:prstGeom prst="rect">
            <a:avLst/>
          </a:prstGeom>
          <a:noFill/>
        </p:spPr>
        <p:txBody>
          <a:bodyPr wrap="square" lIns="27432" tIns="13716" rIns="27432" bIns="13716" anchor="ctr">
            <a:spAutoFit/>
          </a:bodyPr>
          <a:lstStyle/>
          <a:p>
            <a:r>
              <a:rPr lang="zh-CN" altLang="zh-CN" sz="1600" b="1" dirty="0"/>
              <a:t>测量质量感知建模</a:t>
            </a:r>
            <a:r>
              <a:rPr lang="zh-CN" altLang="zh-CN" sz="1600" dirty="0"/>
              <a:t>：以链路误差统计 </a:t>
            </a:r>
            <a:r>
              <a:rPr lang="en-US" altLang="zh-CN" sz="1600" dirty="0" err="1"/>
              <a:t>Cklg</a:t>
            </a:r>
            <a:r>
              <a:rPr lang="zh-CN" altLang="zh-CN" sz="1600" dirty="0"/>
              <a:t>为基础，</a:t>
            </a:r>
            <a:r>
              <a:rPr lang="zh-CN" altLang="en-US" sz="1600" dirty="0"/>
              <a:t>不同链路</a:t>
            </a:r>
            <a:r>
              <a:rPr lang="en-US" altLang="zh-CN" sz="1600" dirty="0" err="1"/>
              <a:t>Cklg</a:t>
            </a:r>
            <a:r>
              <a:rPr lang="zh-CN" altLang="en-US" sz="1600" dirty="0"/>
              <a:t>不同，接收器与预编码更新也不同</a:t>
            </a:r>
            <a:endParaRPr sz="1600" b="0" dirty="0">
              <a:solidFill>
                <a:srgbClr val="000000"/>
              </a:solidFill>
              <a:latin typeface="Microsoft YaHei"/>
            </a:endParaRPr>
          </a:p>
        </p:txBody>
      </p:sp>
      <p:cxnSp>
        <p:nvCxnSpPr>
          <p:cNvPr id="15" name="Connector 14"/>
          <p:cNvCxnSpPr/>
          <p:nvPr/>
        </p:nvCxnSpPr>
        <p:spPr>
          <a:xfrm>
            <a:off x="8220456" y="2304288"/>
            <a:ext cx="448056"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714232" y="1883664"/>
            <a:ext cx="2852928" cy="850392"/>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33104" y="2059726"/>
            <a:ext cx="2615184" cy="520142"/>
          </a:xfrm>
          <a:prstGeom prst="rect">
            <a:avLst/>
          </a:prstGeom>
          <a:noFill/>
        </p:spPr>
        <p:txBody>
          <a:bodyPr wrap="square" lIns="27432" tIns="13716" rIns="27432" bIns="13716" anchor="ctr">
            <a:spAutoFit/>
          </a:bodyPr>
          <a:lstStyle/>
          <a:p>
            <a:r>
              <a:rPr lang="zh-CN" altLang="zh-CN" sz="1600" dirty="0"/>
              <a:t>提高协同传输对估计误差的适应能力</a:t>
            </a:r>
            <a:endParaRPr sz="1550" b="0" dirty="0">
              <a:solidFill>
                <a:srgbClr val="000000"/>
              </a:solidFill>
              <a:latin typeface="Microsoft YaHei"/>
            </a:endParaRPr>
          </a:p>
        </p:txBody>
      </p:sp>
      <p:sp>
        <p:nvSpPr>
          <p:cNvPr id="20" name="Rounded Rectangle 19"/>
          <p:cNvSpPr/>
          <p:nvPr/>
        </p:nvSpPr>
        <p:spPr>
          <a:xfrm>
            <a:off x="594360" y="3026664"/>
            <a:ext cx="3273552" cy="850392"/>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3026664"/>
            <a:ext cx="3273552"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 y="3049524"/>
            <a:ext cx="3127248"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02</a:t>
            </a:r>
          </a:p>
        </p:txBody>
      </p:sp>
      <p:sp>
        <p:nvSpPr>
          <p:cNvPr id="23" name="TextBox 22"/>
          <p:cNvSpPr txBox="1"/>
          <p:nvPr/>
        </p:nvSpPr>
        <p:spPr>
          <a:xfrm>
            <a:off x="713232" y="3406673"/>
            <a:ext cx="3035808" cy="520142"/>
          </a:xfrm>
          <a:prstGeom prst="rect">
            <a:avLst/>
          </a:prstGeom>
          <a:noFill/>
        </p:spPr>
        <p:txBody>
          <a:bodyPr wrap="square" lIns="27432" tIns="13716" rIns="27432" bIns="13716" anchor="ctr">
            <a:spAutoFit/>
          </a:bodyPr>
          <a:lstStyle/>
          <a:p>
            <a:pPr algn="l"/>
            <a:r>
              <a:rPr sz="1600" b="0" dirty="0" err="1">
                <a:solidFill>
                  <a:srgbClr val="000000"/>
                </a:solidFill>
                <a:latin typeface="Microsoft YaHei"/>
              </a:rPr>
              <a:t>边缘</a:t>
            </a:r>
            <a:r>
              <a:rPr sz="1600" b="0" dirty="0">
                <a:solidFill>
                  <a:srgbClr val="000000"/>
                </a:solidFill>
                <a:latin typeface="Microsoft YaHei"/>
              </a:rPr>
              <a:t> UE </a:t>
            </a:r>
            <a:r>
              <a:rPr lang="zh-CN" altLang="en-US" sz="1600" b="0" dirty="0">
                <a:solidFill>
                  <a:srgbClr val="000000"/>
                </a:solidFill>
                <a:latin typeface="Microsoft YaHei"/>
              </a:rPr>
              <a:t>信号弱、</a:t>
            </a:r>
            <a:r>
              <a:rPr sz="1600" b="0" dirty="0" err="1">
                <a:solidFill>
                  <a:srgbClr val="000000"/>
                </a:solidFill>
                <a:latin typeface="Microsoft YaHei"/>
              </a:rPr>
              <a:t>受干扰影响</a:t>
            </a:r>
            <a:r>
              <a:rPr lang="zh-CN" altLang="en-US" sz="1600" b="0" dirty="0">
                <a:solidFill>
                  <a:srgbClr val="000000"/>
                </a:solidFill>
                <a:latin typeface="Microsoft YaHei"/>
              </a:rPr>
              <a:t>明显</a:t>
            </a:r>
            <a:endParaRPr sz="1600" b="0" dirty="0">
              <a:solidFill>
                <a:srgbClr val="000000"/>
              </a:solidFill>
              <a:latin typeface="Microsoft YaHei"/>
            </a:endParaRPr>
          </a:p>
        </p:txBody>
      </p:sp>
      <p:cxnSp>
        <p:nvCxnSpPr>
          <p:cNvPr id="24" name="Connector 23"/>
          <p:cNvCxnSpPr/>
          <p:nvPr/>
        </p:nvCxnSpPr>
        <p:spPr>
          <a:xfrm>
            <a:off x="3913632" y="3447288"/>
            <a:ext cx="457200" cy="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425696" y="3026664"/>
            <a:ext cx="3749039" cy="850392"/>
          </a:xfrm>
          <a:prstGeom prst="roundRect">
            <a:avLst/>
          </a:prstGeom>
          <a:solidFill>
            <a:srgbClr val="E0ECF6"/>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34957" y="3099835"/>
            <a:ext cx="3511296" cy="766364"/>
          </a:xfrm>
          <a:prstGeom prst="rect">
            <a:avLst/>
          </a:prstGeom>
          <a:noFill/>
        </p:spPr>
        <p:txBody>
          <a:bodyPr wrap="square" lIns="27432" tIns="13716" rIns="27432" bIns="13716" anchor="ctr">
            <a:spAutoFit/>
          </a:bodyPr>
          <a:lstStyle/>
          <a:p>
            <a:r>
              <a:rPr lang="zh-CN" altLang="zh-CN" sz="1600" b="1" dirty="0"/>
              <a:t>用户中心协同＋WMMSE</a:t>
            </a:r>
            <a:r>
              <a:rPr lang="zh-CN" altLang="zh-CN" sz="1600" dirty="0"/>
              <a:t>：用户中心协同提供增强有用信号的机会，</a:t>
            </a:r>
            <a:r>
              <a:rPr lang="en-US" altLang="zh-CN" sz="1600" dirty="0"/>
              <a:t>WMMSE</a:t>
            </a:r>
            <a:r>
              <a:rPr lang="zh-CN" altLang="zh-CN" sz="1600" dirty="0"/>
              <a:t>协调有用信号与干扰</a:t>
            </a:r>
            <a:r>
              <a:rPr lang="zh-CN" altLang="en-US" sz="1600" dirty="0"/>
              <a:t>，</a:t>
            </a:r>
            <a:r>
              <a:rPr lang="zh-CN" altLang="zh-CN" sz="1600" dirty="0"/>
              <a:t>处理</a:t>
            </a:r>
            <a:r>
              <a:rPr lang="zh-CN" altLang="en-US" sz="1600" dirty="0"/>
              <a:t>均衡</a:t>
            </a:r>
            <a:endParaRPr sz="1600" b="0" dirty="0">
              <a:solidFill>
                <a:srgbClr val="000000"/>
              </a:solidFill>
              <a:latin typeface="Microsoft YaHei"/>
            </a:endParaRPr>
          </a:p>
        </p:txBody>
      </p:sp>
      <p:cxnSp>
        <p:nvCxnSpPr>
          <p:cNvPr id="29" name="Connector 28"/>
          <p:cNvCxnSpPr/>
          <p:nvPr/>
        </p:nvCxnSpPr>
        <p:spPr>
          <a:xfrm>
            <a:off x="8220456" y="3447288"/>
            <a:ext cx="448056" cy="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714232" y="3026664"/>
            <a:ext cx="2852928" cy="850392"/>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85965" y="3234816"/>
            <a:ext cx="2615184" cy="520142"/>
          </a:xfrm>
          <a:prstGeom prst="rect">
            <a:avLst/>
          </a:prstGeom>
          <a:noFill/>
        </p:spPr>
        <p:txBody>
          <a:bodyPr wrap="square" lIns="27432" tIns="13716" rIns="27432" bIns="13716" anchor="ctr">
            <a:spAutoFit/>
          </a:bodyPr>
          <a:lstStyle/>
          <a:p>
            <a:r>
              <a:rPr lang="zh-CN" altLang="zh-CN" sz="1600" dirty="0"/>
              <a:t>改善边缘 UE 体验，兼顾整体速率</a:t>
            </a:r>
            <a:endParaRPr sz="1550" b="0" dirty="0">
              <a:solidFill>
                <a:srgbClr val="000000"/>
              </a:solidFill>
              <a:latin typeface="Microsoft YaHei"/>
            </a:endParaRPr>
          </a:p>
        </p:txBody>
      </p:sp>
      <p:sp>
        <p:nvSpPr>
          <p:cNvPr id="34" name="Rounded Rectangle 33"/>
          <p:cNvSpPr/>
          <p:nvPr/>
        </p:nvSpPr>
        <p:spPr>
          <a:xfrm>
            <a:off x="594360" y="4169664"/>
            <a:ext cx="3273552" cy="850392"/>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94360" y="4169664"/>
            <a:ext cx="3273552"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 y="4192524"/>
            <a:ext cx="3127248"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03</a:t>
            </a:r>
          </a:p>
        </p:txBody>
      </p:sp>
      <p:sp>
        <p:nvSpPr>
          <p:cNvPr id="37" name="TextBox 36"/>
          <p:cNvSpPr txBox="1"/>
          <p:nvPr/>
        </p:nvSpPr>
        <p:spPr>
          <a:xfrm>
            <a:off x="713232" y="4672783"/>
            <a:ext cx="3035808" cy="273921"/>
          </a:xfrm>
          <a:prstGeom prst="rect">
            <a:avLst/>
          </a:prstGeom>
          <a:noFill/>
        </p:spPr>
        <p:txBody>
          <a:bodyPr wrap="square" lIns="27432" tIns="13716" rIns="27432" bIns="13716" anchor="ctr">
            <a:spAutoFit/>
          </a:bodyPr>
          <a:lstStyle/>
          <a:p>
            <a:pPr algn="l"/>
            <a:r>
              <a:rPr lang="zh-CN" altLang="en-US" sz="1600" b="0" dirty="0">
                <a:solidFill>
                  <a:srgbClr val="000000"/>
                </a:solidFill>
                <a:latin typeface="Microsoft YaHei"/>
              </a:rPr>
              <a:t>不同资源组共享功率预算</a:t>
            </a:r>
            <a:endParaRPr sz="1600" b="0" dirty="0">
              <a:solidFill>
                <a:srgbClr val="000000"/>
              </a:solidFill>
              <a:latin typeface="Microsoft YaHei"/>
            </a:endParaRPr>
          </a:p>
        </p:txBody>
      </p:sp>
      <p:cxnSp>
        <p:nvCxnSpPr>
          <p:cNvPr id="38" name="Connector 37"/>
          <p:cNvCxnSpPr/>
          <p:nvPr/>
        </p:nvCxnSpPr>
        <p:spPr>
          <a:xfrm>
            <a:off x="3913632" y="4590288"/>
            <a:ext cx="457200" cy="0"/>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425696" y="4169664"/>
            <a:ext cx="3749039" cy="850392"/>
          </a:xfrm>
          <a:prstGeom prst="roundRect">
            <a:avLst/>
          </a:prstGeom>
          <a:solidFill>
            <a:srgbClr val="E0ECF6"/>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44568" y="4184498"/>
            <a:ext cx="3511296" cy="766364"/>
          </a:xfrm>
          <a:prstGeom prst="rect">
            <a:avLst/>
          </a:prstGeom>
          <a:noFill/>
        </p:spPr>
        <p:txBody>
          <a:bodyPr wrap="square" lIns="27432" tIns="13716" rIns="27432" bIns="13716" anchor="ctr">
            <a:spAutoFit/>
          </a:bodyPr>
          <a:lstStyle/>
          <a:p>
            <a:r>
              <a:rPr lang="zh-CN" altLang="zh-CN" sz="1600" b="1" dirty="0"/>
              <a:t>ADMM 约束求解</a:t>
            </a:r>
            <a:r>
              <a:rPr lang="zh-CN" altLang="zh-CN" sz="1600" dirty="0"/>
              <a:t>：</a:t>
            </a:r>
            <a:r>
              <a:rPr lang="zh-CN" altLang="en-US" sz="1600" dirty="0"/>
              <a:t>提供可拆分求解结构，功率约束和目标更新分开处理，通过一致性迭代联合求解</a:t>
            </a:r>
            <a:endParaRPr sz="1600" b="0" dirty="0">
              <a:solidFill>
                <a:srgbClr val="000000"/>
              </a:solidFill>
              <a:latin typeface="Microsoft YaHei"/>
            </a:endParaRPr>
          </a:p>
        </p:txBody>
      </p:sp>
      <p:cxnSp>
        <p:nvCxnSpPr>
          <p:cNvPr id="43" name="Connector 42"/>
          <p:cNvCxnSpPr/>
          <p:nvPr/>
        </p:nvCxnSpPr>
        <p:spPr>
          <a:xfrm>
            <a:off x="8220456" y="4590288"/>
            <a:ext cx="448056" cy="0"/>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714232" y="4169664"/>
            <a:ext cx="2852928" cy="850392"/>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863584" y="4359911"/>
            <a:ext cx="2615184" cy="520142"/>
          </a:xfrm>
          <a:prstGeom prst="rect">
            <a:avLst/>
          </a:prstGeom>
          <a:noFill/>
        </p:spPr>
        <p:txBody>
          <a:bodyPr wrap="square" lIns="27432" tIns="13716" rIns="27432" bIns="13716" anchor="ctr">
            <a:spAutoFit/>
          </a:bodyPr>
          <a:lstStyle/>
          <a:p>
            <a:r>
              <a:rPr lang="zh-CN" altLang="zh-CN" sz="1600" dirty="0"/>
              <a:t>控制空口发射功率，提高大规模求解效率</a:t>
            </a:r>
            <a:endParaRPr sz="1550" b="0" dirty="0">
              <a:solidFill>
                <a:srgbClr val="000000"/>
              </a:solidFill>
              <a:latin typeface="Microsoft YaHei"/>
            </a:endParaRPr>
          </a:p>
        </p:txBody>
      </p:sp>
      <p:sp>
        <p:nvSpPr>
          <p:cNvPr id="48" name="文本框 47">
            <a:extLst>
              <a:ext uri="{FF2B5EF4-FFF2-40B4-BE49-F238E27FC236}">
                <a16:creationId xmlns:a16="http://schemas.microsoft.com/office/drawing/2014/main" id="{63BED6DF-8150-EA99-6BC5-75F8EFE39117}"/>
              </a:ext>
            </a:extLst>
          </p:cNvPr>
          <p:cNvSpPr txBox="1"/>
          <p:nvPr/>
        </p:nvSpPr>
        <p:spPr>
          <a:xfrm>
            <a:off x="526598" y="5283456"/>
            <a:ext cx="11040562" cy="1200329"/>
          </a:xfrm>
          <a:prstGeom prst="rect">
            <a:avLst/>
          </a:prstGeom>
          <a:noFill/>
        </p:spPr>
        <p:txBody>
          <a:bodyPr wrap="square" rtlCol="0">
            <a:spAutoFit/>
          </a:bodyPr>
          <a:lstStyle/>
          <a:p>
            <a:r>
              <a:rPr lang="zh-CN" altLang="zh-CN" dirty="0"/>
              <a:t>在非理想 SRS/CSI 条件下，如何利用用户中心多 TRP 协同，改善边缘 UE 体验，并控制发射功率和求解开销。这三个困难分别对应</a:t>
            </a:r>
            <a:r>
              <a:rPr lang="zh-CN" altLang="zh-CN" b="1" dirty="0"/>
              <a:t>误差建模</a:t>
            </a:r>
            <a:r>
              <a:rPr lang="zh-CN" altLang="zh-CN" dirty="0"/>
              <a:t>、</a:t>
            </a:r>
            <a:r>
              <a:rPr lang="zh-CN" altLang="zh-CN" b="1" dirty="0"/>
              <a:t>协同预编码</a:t>
            </a:r>
            <a:r>
              <a:rPr lang="zh-CN" altLang="zh-CN" dirty="0"/>
              <a:t>和</a:t>
            </a:r>
            <a:r>
              <a:rPr lang="zh-CN" altLang="zh-CN" b="1" dirty="0"/>
              <a:t>跨资源功率约束</a:t>
            </a:r>
            <a:r>
              <a:rPr lang="zh-CN" altLang="zh-CN" dirty="0"/>
              <a:t>。最终用体验和功率检验通信效果，用残差与运行开销检验求解质量和可扩展性。</a:t>
            </a:r>
            <a:endParaRPr lang="zh-CN" altLang="en-US"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sz="2500" b="1">
                <a:solidFill>
                  <a:srgbClr val="092B56"/>
                </a:solidFill>
                <a:latin typeface="Microsoft YaHei"/>
              </a:rPr>
              <a:t>网络拓扑与协同架构</a:t>
            </a:r>
          </a:p>
        </p:txBody>
      </p:sp>
      <p:pic>
        <p:nvPicPr>
          <p:cNvPr id="3" name="Picture 2" descr="topology_full.png"/>
          <p:cNvPicPr>
            <a:picLocks noChangeAspect="1"/>
          </p:cNvPicPr>
          <p:nvPr/>
        </p:nvPicPr>
        <p:blipFill>
          <a:blip r:embed="rId3"/>
          <a:srcRect l="21400"/>
          <a:stretch>
            <a:fillRect/>
          </a:stretch>
        </p:blipFill>
        <p:spPr>
          <a:xfrm>
            <a:off x="417308" y="1280160"/>
            <a:ext cx="6119515" cy="5144147"/>
          </a:xfrm>
          <a:prstGeom prst="rect">
            <a:avLst/>
          </a:prstGeom>
        </p:spPr>
      </p:pic>
      <p:pic>
        <p:nvPicPr>
          <p:cNvPr id="6" name="Picture 5" descr="topology_zoom.png"/>
          <p:cNvPicPr>
            <a:picLocks noChangeAspect="1"/>
          </p:cNvPicPr>
          <p:nvPr/>
        </p:nvPicPr>
        <p:blipFill>
          <a:blip r:embed="rId4"/>
          <a:srcRect l="21261"/>
          <a:stretch>
            <a:fillRect/>
          </a:stretch>
        </p:blipFill>
        <p:spPr>
          <a:xfrm>
            <a:off x="7461503" y="1687854"/>
            <a:ext cx="3624845" cy="3195042"/>
          </a:xfrm>
          <a:prstGeom prst="rect">
            <a:avLst/>
          </a:prstGeom>
        </p:spPr>
      </p:pic>
      <p:sp>
        <p:nvSpPr>
          <p:cNvPr id="7" name="Rectangle 6"/>
          <p:cNvSpPr/>
          <p:nvPr/>
        </p:nvSpPr>
        <p:spPr>
          <a:xfrm>
            <a:off x="7132320" y="1261872"/>
            <a:ext cx="64008" cy="283464"/>
          </a:xfrm>
          <a:prstGeom prst="rect">
            <a:avLst/>
          </a:prstGeom>
          <a:solidFill>
            <a:srgbClr val="B12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87768" y="1161288"/>
            <a:ext cx="4343400" cy="484632"/>
          </a:xfrm>
          <a:prstGeom prst="rect">
            <a:avLst/>
          </a:prstGeom>
          <a:noFill/>
        </p:spPr>
        <p:txBody>
          <a:bodyPr wrap="square" lIns="36576" tIns="13716" rIns="36576" bIns="13716" anchor="ctr">
            <a:spAutoFit/>
          </a:bodyPr>
          <a:lstStyle/>
          <a:p>
            <a:pPr algn="l">
              <a:spcBef>
                <a:spcPts val="0"/>
              </a:spcBef>
              <a:spcAft>
                <a:spcPts val="200"/>
              </a:spcAft>
            </a:pPr>
            <a:r>
              <a:rPr sz="2000" b="1">
                <a:solidFill>
                  <a:srgbClr val="000000"/>
                </a:solidFill>
                <a:latin typeface="Microsoft YaHei"/>
              </a:rPr>
              <a:t>共址扇区 · 用户中心服务</a:t>
            </a:r>
          </a:p>
        </p:txBody>
      </p:sp>
      <p:sp>
        <p:nvSpPr>
          <p:cNvPr id="9" name="TextBox 8"/>
          <p:cNvSpPr txBox="1"/>
          <p:nvPr/>
        </p:nvSpPr>
        <p:spPr>
          <a:xfrm>
            <a:off x="7443216" y="4895690"/>
            <a:ext cx="4224528" cy="532197"/>
          </a:xfrm>
          <a:prstGeom prst="rect">
            <a:avLst/>
          </a:prstGeom>
          <a:noFill/>
        </p:spPr>
        <p:txBody>
          <a:bodyPr wrap="square" lIns="36576" tIns="13716" rIns="36576" bIns="13716" anchor="ctr">
            <a:spAutoFit/>
          </a:bodyPr>
          <a:lstStyle/>
          <a:p>
            <a:pPr algn="l">
              <a:spcBef>
                <a:spcPts val="0"/>
              </a:spcBef>
              <a:spcAft>
                <a:spcPts val="200"/>
              </a:spcAft>
            </a:pPr>
            <a:r>
              <a:rPr sz="1639" b="0" dirty="0">
                <a:solidFill>
                  <a:srgbClr val="000000"/>
                </a:solidFill>
                <a:latin typeface="Microsoft YaHei"/>
              </a:rPr>
              <a:t>① </a:t>
            </a:r>
            <a:r>
              <a:rPr sz="1639" b="0" dirty="0" err="1">
                <a:solidFill>
                  <a:srgbClr val="000000"/>
                </a:solidFill>
                <a:latin typeface="Microsoft YaHei"/>
              </a:rPr>
              <a:t>三个</a:t>
            </a:r>
            <a:r>
              <a:rPr sz="1639" b="0" dirty="0">
                <a:solidFill>
                  <a:srgbClr val="000000"/>
                </a:solidFill>
                <a:latin typeface="Microsoft YaHei"/>
              </a:rPr>
              <a:t> TRP </a:t>
            </a:r>
            <a:r>
              <a:rPr sz="1639" b="0" dirty="0" err="1">
                <a:solidFill>
                  <a:srgbClr val="000000"/>
                </a:solidFill>
                <a:latin typeface="Microsoft YaHei"/>
              </a:rPr>
              <a:t>共用一个站址</a:t>
            </a:r>
            <a:r>
              <a:rPr sz="1639" b="0" dirty="0">
                <a:solidFill>
                  <a:srgbClr val="000000"/>
                </a:solidFill>
                <a:latin typeface="Microsoft YaHei"/>
              </a:rPr>
              <a:t>，</a:t>
            </a:r>
            <a:r>
              <a:rPr lang="zh-CN" altLang="en-US" sz="1639" b="0" dirty="0">
                <a:solidFill>
                  <a:srgbClr val="000000"/>
                </a:solidFill>
                <a:latin typeface="Microsoft YaHei"/>
              </a:rPr>
              <a:t>一共七个站址，</a:t>
            </a:r>
            <a:r>
              <a:rPr sz="1639" b="0" dirty="0" err="1">
                <a:solidFill>
                  <a:srgbClr val="000000"/>
                </a:solidFill>
                <a:latin typeface="Microsoft YaHei"/>
              </a:rPr>
              <a:t>箭头表示扇区主方向</a:t>
            </a:r>
            <a:r>
              <a:rPr sz="1639" b="0" dirty="0">
                <a:solidFill>
                  <a:srgbClr val="000000"/>
                </a:solidFill>
                <a:latin typeface="Microsoft YaHei"/>
              </a:rPr>
              <a:t>。</a:t>
            </a:r>
          </a:p>
        </p:txBody>
      </p:sp>
      <p:sp>
        <p:nvSpPr>
          <p:cNvPr id="10" name="TextBox 9"/>
          <p:cNvSpPr txBox="1"/>
          <p:nvPr/>
        </p:nvSpPr>
        <p:spPr>
          <a:xfrm>
            <a:off x="7443216" y="5407754"/>
            <a:ext cx="4224528" cy="532197"/>
          </a:xfrm>
          <a:prstGeom prst="rect">
            <a:avLst/>
          </a:prstGeom>
          <a:noFill/>
        </p:spPr>
        <p:txBody>
          <a:bodyPr wrap="square" lIns="36576" tIns="13716" rIns="36576" bIns="13716" anchor="ctr">
            <a:spAutoFit/>
          </a:bodyPr>
          <a:lstStyle/>
          <a:p>
            <a:pPr>
              <a:spcBef>
                <a:spcPts val="0"/>
              </a:spcBef>
              <a:spcAft>
                <a:spcPts val="200"/>
              </a:spcAft>
            </a:pPr>
            <a:r>
              <a:rPr sz="1639" b="0" dirty="0">
                <a:solidFill>
                  <a:srgbClr val="000000"/>
                </a:solidFill>
                <a:latin typeface="Microsoft YaHei"/>
              </a:rPr>
              <a:t>② UE 由</a:t>
            </a:r>
            <a:r>
              <a:rPr lang="zh-CN" altLang="zh-CN" sz="1600" dirty="0"/>
              <a:t>归属 TRP + 距离最近的其他活动 TRP</a:t>
            </a:r>
            <a:r>
              <a:rPr sz="1639" b="0" dirty="0" err="1">
                <a:solidFill>
                  <a:srgbClr val="000000"/>
                </a:solidFill>
                <a:latin typeface="Microsoft YaHei"/>
              </a:rPr>
              <a:t>服务；CPU</a:t>
            </a:r>
            <a:r>
              <a:rPr sz="1639" b="0" dirty="0">
                <a:solidFill>
                  <a:srgbClr val="000000"/>
                </a:solidFill>
                <a:latin typeface="Microsoft YaHei"/>
              </a:rPr>
              <a:t> </a:t>
            </a:r>
            <a:r>
              <a:rPr sz="1639" b="0" dirty="0" err="1">
                <a:solidFill>
                  <a:srgbClr val="000000"/>
                </a:solidFill>
                <a:latin typeface="Microsoft YaHei"/>
              </a:rPr>
              <a:t>集中计算预编码</a:t>
            </a:r>
            <a:r>
              <a:rPr sz="1639" b="0" dirty="0">
                <a:solidFill>
                  <a:srgbClr val="000000"/>
                </a:solidFill>
                <a:latin typeface="Microsoft YaHei"/>
              </a:rPr>
              <a:t>。</a:t>
            </a:r>
          </a:p>
        </p:txBody>
      </p:sp>
      <p:sp>
        <p:nvSpPr>
          <p:cNvPr id="11" name="TextBox 10"/>
          <p:cNvSpPr txBox="1"/>
          <p:nvPr/>
        </p:nvSpPr>
        <p:spPr>
          <a:xfrm>
            <a:off x="7461504" y="5939951"/>
            <a:ext cx="4206240" cy="338328"/>
          </a:xfrm>
          <a:prstGeom prst="rect">
            <a:avLst/>
          </a:prstGeom>
          <a:noFill/>
        </p:spPr>
        <p:txBody>
          <a:bodyPr wrap="square" lIns="36576" tIns="13716" rIns="36576" bIns="13716" anchor="ctr">
            <a:spAutoFit/>
          </a:bodyPr>
          <a:lstStyle/>
          <a:p>
            <a:pPr algn="l">
              <a:spcBef>
                <a:spcPts val="0"/>
              </a:spcBef>
              <a:spcAft>
                <a:spcPts val="200"/>
              </a:spcAft>
            </a:pPr>
            <a:r>
              <a:rPr sz="1540" b="1" dirty="0" err="1">
                <a:solidFill>
                  <a:srgbClr val="000000"/>
                </a:solidFill>
                <a:latin typeface="Microsoft YaHei"/>
              </a:rPr>
              <a:t>彩色小点＝实际</a:t>
            </a:r>
            <a:r>
              <a:rPr sz="1540" b="1" dirty="0">
                <a:solidFill>
                  <a:srgbClr val="000000"/>
                </a:solidFill>
                <a:latin typeface="Microsoft YaHei"/>
              </a:rPr>
              <a:t> </a:t>
            </a:r>
            <a:r>
              <a:rPr sz="1540" b="1" dirty="0" err="1">
                <a:solidFill>
                  <a:srgbClr val="000000"/>
                </a:solidFill>
                <a:latin typeface="Microsoft YaHei"/>
              </a:rPr>
              <a:t>UE；颜色＝初始归属站址</a:t>
            </a:r>
            <a:r>
              <a:rPr sz="1540" b="1" dirty="0">
                <a:solidFill>
                  <a:srgbClr val="000000"/>
                </a:solidFill>
                <a:latin typeface="Microsoft YaHe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309" y="362097"/>
            <a:ext cx="3877985" cy="590931"/>
          </a:xfrm>
        </p:spPr>
        <p:txBody>
          <a:bodyPr wrap="none"/>
          <a:lstStyle/>
          <a:p>
            <a:r>
              <a:rPr lang="zh-CN" altLang="zh-CN" dirty="0"/>
              <a:t>代码调用与数据流</a:t>
            </a:r>
            <a:endParaRPr b="1" dirty="0">
              <a:solidFill>
                <a:srgbClr val="092B56"/>
              </a:solidFill>
              <a:latin typeface="Microsoft YaHei"/>
            </a:endParaRPr>
          </a:p>
        </p:txBody>
      </p:sp>
      <p:sp>
        <p:nvSpPr>
          <p:cNvPr id="4" name="Rounded Rectangle 3"/>
          <p:cNvSpPr/>
          <p:nvPr/>
        </p:nvSpPr>
        <p:spPr>
          <a:xfrm>
            <a:off x="612648" y="1847088"/>
            <a:ext cx="1993392" cy="1490472"/>
          </a:xfrm>
          <a:prstGeom prst="roundRect">
            <a:avLst/>
          </a:prstGeom>
          <a:solidFill>
            <a:srgbClr val="F4F9FD"/>
          </a:solidFill>
          <a:ln w="10160">
            <a:solidFill>
              <a:srgbClr val="092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2648" y="1847088"/>
            <a:ext cx="1993392" cy="402336"/>
          </a:xfrm>
          <a:prstGeom prst="roundRect">
            <a:avLst/>
          </a:prstGeom>
          <a:solidFill>
            <a:srgbClr val="092B56"/>
          </a:solidFill>
          <a:ln w="10160">
            <a:solidFill>
              <a:srgbClr val="092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69948"/>
            <a:ext cx="1847088" cy="347472"/>
          </a:xfrm>
          <a:prstGeom prst="rect">
            <a:avLst/>
          </a:prstGeom>
          <a:noFill/>
        </p:spPr>
        <p:txBody>
          <a:bodyPr wrap="square" lIns="27432" tIns="13716" rIns="27432" bIns="13716" anchor="ctr">
            <a:spAutoFit/>
          </a:bodyPr>
          <a:lstStyle/>
          <a:p>
            <a:pPr algn="ctr"/>
            <a:r>
              <a:rPr sz="1540" b="1">
                <a:solidFill>
                  <a:srgbClr val="FFFFFF"/>
                </a:solidFill>
                <a:latin typeface="Microsoft YaHei"/>
              </a:rPr>
              <a:t>① 场景/业务</a:t>
            </a:r>
          </a:p>
        </p:txBody>
      </p:sp>
      <p:sp>
        <p:nvSpPr>
          <p:cNvPr id="7" name="TextBox 6"/>
          <p:cNvSpPr txBox="1"/>
          <p:nvPr/>
        </p:nvSpPr>
        <p:spPr>
          <a:xfrm>
            <a:off x="731520" y="2313432"/>
            <a:ext cx="1755648" cy="987551"/>
          </a:xfrm>
          <a:prstGeom prst="rect">
            <a:avLst/>
          </a:prstGeom>
          <a:noFill/>
        </p:spPr>
        <p:txBody>
          <a:bodyPr wrap="square" lIns="27432" tIns="13716" rIns="27432" bIns="13716" anchor="ctr">
            <a:spAutoFit/>
          </a:bodyPr>
          <a:lstStyle/>
          <a:p>
            <a:pPr algn="l"/>
            <a:r>
              <a:rPr sz="1370" b="0" dirty="0" err="1">
                <a:solidFill>
                  <a:srgbClr val="000000"/>
                </a:solidFill>
                <a:latin typeface="Microsoft YaHei"/>
              </a:rPr>
              <a:t>站址、扇区、UE</a:t>
            </a:r>
            <a:r>
              <a:rPr sz="1370" b="0" dirty="0">
                <a:solidFill>
                  <a:srgbClr val="000000"/>
                </a:solidFill>
                <a:latin typeface="Microsoft YaHei"/>
              </a:rPr>
              <a:t> </a:t>
            </a:r>
            <a:r>
              <a:rPr sz="1370" b="0" dirty="0" err="1">
                <a:solidFill>
                  <a:srgbClr val="000000"/>
                </a:solidFill>
                <a:latin typeface="Microsoft YaHei"/>
              </a:rPr>
              <a:t>位置</a:t>
            </a:r>
            <a:endParaRPr sz="1370" b="0" dirty="0">
              <a:solidFill>
                <a:srgbClr val="000000"/>
              </a:solidFill>
              <a:latin typeface="Microsoft YaHei"/>
            </a:endParaRPr>
          </a:p>
          <a:p>
            <a:pPr algn="l"/>
            <a:r>
              <a:rPr sz="1370" b="0" dirty="0" err="1">
                <a:solidFill>
                  <a:srgbClr val="000000"/>
                </a:solidFill>
                <a:latin typeface="Microsoft YaHei"/>
              </a:rPr>
              <a:t>生成服务集与业务到达</a:t>
            </a:r>
            <a:endParaRPr sz="1370" b="0" dirty="0">
              <a:solidFill>
                <a:srgbClr val="000000"/>
              </a:solidFill>
              <a:latin typeface="Microsoft YaHei"/>
            </a:endParaRPr>
          </a:p>
        </p:txBody>
      </p:sp>
      <p:sp>
        <p:nvSpPr>
          <p:cNvPr id="8" name="Rounded Rectangle 7"/>
          <p:cNvSpPr/>
          <p:nvPr/>
        </p:nvSpPr>
        <p:spPr>
          <a:xfrm>
            <a:off x="2880360" y="1847088"/>
            <a:ext cx="1993392" cy="1490472"/>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80360" y="1847088"/>
            <a:ext cx="1993392"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53512" y="1869948"/>
            <a:ext cx="1847088" cy="347472"/>
          </a:xfrm>
          <a:prstGeom prst="rect">
            <a:avLst/>
          </a:prstGeom>
          <a:noFill/>
        </p:spPr>
        <p:txBody>
          <a:bodyPr wrap="square" lIns="27432" tIns="13716" rIns="27432" bIns="13716" anchor="ctr">
            <a:spAutoFit/>
          </a:bodyPr>
          <a:lstStyle/>
          <a:p>
            <a:pPr algn="ctr"/>
            <a:r>
              <a:rPr sz="1540" b="1">
                <a:solidFill>
                  <a:srgbClr val="FFFFFF"/>
                </a:solidFill>
                <a:latin typeface="Microsoft YaHei"/>
              </a:rPr>
              <a:t>② 真信道</a:t>
            </a:r>
          </a:p>
        </p:txBody>
      </p:sp>
      <p:sp>
        <p:nvSpPr>
          <p:cNvPr id="11" name="TextBox 10"/>
          <p:cNvSpPr txBox="1"/>
          <p:nvPr/>
        </p:nvSpPr>
        <p:spPr>
          <a:xfrm>
            <a:off x="2999232" y="2397448"/>
            <a:ext cx="1755648" cy="669414"/>
          </a:xfrm>
          <a:prstGeom prst="rect">
            <a:avLst/>
          </a:prstGeom>
          <a:noFill/>
        </p:spPr>
        <p:txBody>
          <a:bodyPr wrap="square" lIns="27432" tIns="13716" rIns="27432" bIns="13716" anchor="ctr">
            <a:spAutoFit/>
          </a:bodyPr>
          <a:lstStyle/>
          <a:p>
            <a:r>
              <a:rPr lang="zh-CN" altLang="zh-CN" sz="1400" dirty="0"/>
              <a:t>几何增益＋接收相关性＋复高斯</a:t>
            </a:r>
            <a:endParaRPr lang="en-US" altLang="zh-CN" sz="1400" dirty="0"/>
          </a:p>
          <a:p>
            <a:r>
              <a:rPr sz="1370" b="0" dirty="0" err="1">
                <a:solidFill>
                  <a:srgbClr val="000000"/>
                </a:solidFill>
                <a:latin typeface="Microsoft YaHei"/>
              </a:rPr>
              <a:t>Hᵗʳ</a:t>
            </a:r>
            <a:r>
              <a:rPr sz="1370" b="0" dirty="0">
                <a:solidFill>
                  <a:srgbClr val="000000"/>
                </a:solidFill>
                <a:latin typeface="Microsoft YaHei"/>
              </a:rPr>
              <a:t>ᵘᵉ：4×64 / </a:t>
            </a:r>
            <a:r>
              <a:rPr sz="1370" b="0" dirty="0" err="1">
                <a:solidFill>
                  <a:srgbClr val="000000"/>
                </a:solidFill>
                <a:latin typeface="Microsoft YaHei"/>
              </a:rPr>
              <a:t>链路</a:t>
            </a:r>
            <a:endParaRPr sz="1370" b="0" dirty="0">
              <a:solidFill>
                <a:srgbClr val="000000"/>
              </a:solidFill>
              <a:latin typeface="Microsoft YaHei"/>
            </a:endParaRPr>
          </a:p>
        </p:txBody>
      </p:sp>
      <p:sp>
        <p:nvSpPr>
          <p:cNvPr id="12" name="Rounded Rectangle 11"/>
          <p:cNvSpPr/>
          <p:nvPr/>
        </p:nvSpPr>
        <p:spPr>
          <a:xfrm>
            <a:off x="5148072" y="1847088"/>
            <a:ext cx="1993392" cy="1490472"/>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48072" y="1847088"/>
            <a:ext cx="1993392"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52644" y="1921109"/>
            <a:ext cx="1847088" cy="264688"/>
          </a:xfrm>
          <a:prstGeom prst="rect">
            <a:avLst/>
          </a:prstGeom>
          <a:noFill/>
        </p:spPr>
        <p:txBody>
          <a:bodyPr wrap="square" lIns="27432" tIns="13716" rIns="27432" bIns="13716" anchor="ctr">
            <a:spAutoFit/>
          </a:bodyPr>
          <a:lstStyle/>
          <a:p>
            <a:pPr algn="ctr"/>
            <a:r>
              <a:rPr sz="1540" b="1" dirty="0">
                <a:solidFill>
                  <a:srgbClr val="FFFFFF"/>
                </a:solidFill>
                <a:latin typeface="Microsoft YaHei"/>
              </a:rPr>
              <a:t>③ </a:t>
            </a:r>
            <a:r>
              <a:rPr lang="zh-CN" altLang="en-US" sz="1540" b="1" dirty="0">
                <a:solidFill>
                  <a:srgbClr val="FFFFFF"/>
                </a:solidFill>
                <a:latin typeface="Microsoft YaHei"/>
              </a:rPr>
              <a:t>模拟测量与</a:t>
            </a:r>
            <a:r>
              <a:rPr lang="en-US" altLang="zh-CN" sz="1540" b="1" dirty="0">
                <a:solidFill>
                  <a:srgbClr val="FFFFFF"/>
                </a:solidFill>
                <a:latin typeface="Microsoft YaHei"/>
              </a:rPr>
              <a:t>Ĥ</a:t>
            </a:r>
            <a:endParaRPr sz="1540" b="1" dirty="0">
              <a:solidFill>
                <a:srgbClr val="FFFFFF"/>
              </a:solidFill>
              <a:latin typeface="Microsoft YaHei"/>
            </a:endParaRPr>
          </a:p>
        </p:txBody>
      </p:sp>
      <p:sp>
        <p:nvSpPr>
          <p:cNvPr id="15" name="TextBox 14"/>
          <p:cNvSpPr txBox="1"/>
          <p:nvPr/>
        </p:nvSpPr>
        <p:spPr>
          <a:xfrm>
            <a:off x="5266943" y="2364779"/>
            <a:ext cx="1892807" cy="884858"/>
          </a:xfrm>
          <a:prstGeom prst="rect">
            <a:avLst/>
          </a:prstGeom>
          <a:noFill/>
        </p:spPr>
        <p:txBody>
          <a:bodyPr wrap="square" lIns="27432" tIns="13716" rIns="27432" bIns="13716" anchor="ctr">
            <a:spAutoFit/>
          </a:bodyPr>
          <a:lstStyle/>
          <a:p>
            <a:r>
              <a:rPr lang="zh-CN" altLang="zh-CN" sz="1400" dirty="0"/>
              <a:t>由参考信号观测与先验统计得到信道估计及剩余误差统计</a:t>
            </a:r>
            <a:endParaRPr lang="en-US" altLang="zh-CN" sz="1400" dirty="0"/>
          </a:p>
          <a:p>
            <a:r>
              <a:rPr lang="en-US" altLang="zh-CN" sz="1370" dirty="0" err="1">
                <a:solidFill>
                  <a:srgbClr val="000000"/>
                </a:solidFill>
                <a:latin typeface="Microsoft YaHei"/>
              </a:rPr>
              <a:t>Hᵗʳ</a:t>
            </a:r>
            <a:r>
              <a:rPr lang="en-US" altLang="zh-CN" sz="1370" dirty="0">
                <a:solidFill>
                  <a:srgbClr val="000000"/>
                </a:solidFill>
                <a:latin typeface="Microsoft YaHei"/>
              </a:rPr>
              <a:t>ᵘᵉ </a:t>
            </a:r>
            <a:r>
              <a:rPr lang="zh-CN" altLang="en-US" sz="1370" dirty="0">
                <a:solidFill>
                  <a:srgbClr val="000000"/>
                </a:solidFill>
                <a:latin typeface="Microsoft YaHei"/>
              </a:rPr>
              <a:t>→观测 →</a:t>
            </a:r>
            <a:r>
              <a:rPr lang="en-US" altLang="zh-CN" sz="1370" dirty="0">
                <a:solidFill>
                  <a:srgbClr val="000000"/>
                </a:solidFill>
                <a:latin typeface="Microsoft YaHei"/>
              </a:rPr>
              <a:t>(Ĥ</a:t>
            </a:r>
            <a:r>
              <a:rPr lang="zh-CN" altLang="en-US" sz="1370" dirty="0">
                <a:solidFill>
                  <a:srgbClr val="000000"/>
                </a:solidFill>
                <a:latin typeface="Microsoft YaHei"/>
              </a:rPr>
              <a:t>，</a:t>
            </a:r>
            <a:r>
              <a:rPr lang="en-US" altLang="zh-CN" sz="1370" dirty="0">
                <a:solidFill>
                  <a:srgbClr val="000000"/>
                </a:solidFill>
                <a:latin typeface="Microsoft YaHei"/>
              </a:rPr>
              <a:t>C)</a:t>
            </a:r>
            <a:endParaRPr sz="1370" b="0" dirty="0">
              <a:solidFill>
                <a:srgbClr val="000000"/>
              </a:solidFill>
              <a:latin typeface="Microsoft YaHei"/>
            </a:endParaRPr>
          </a:p>
        </p:txBody>
      </p:sp>
      <p:sp>
        <p:nvSpPr>
          <p:cNvPr id="16" name="Rounded Rectangle 15"/>
          <p:cNvSpPr/>
          <p:nvPr/>
        </p:nvSpPr>
        <p:spPr>
          <a:xfrm>
            <a:off x="7415783" y="1847088"/>
            <a:ext cx="1993392" cy="1490472"/>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415783" y="1847088"/>
            <a:ext cx="1993392"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88936" y="1911340"/>
            <a:ext cx="1847088" cy="264688"/>
          </a:xfrm>
          <a:prstGeom prst="rect">
            <a:avLst/>
          </a:prstGeom>
          <a:noFill/>
        </p:spPr>
        <p:txBody>
          <a:bodyPr wrap="square" lIns="27432" tIns="13716" rIns="27432" bIns="13716" anchor="ctr">
            <a:spAutoFit/>
          </a:bodyPr>
          <a:lstStyle/>
          <a:p>
            <a:pPr algn="ctr"/>
            <a:r>
              <a:rPr sz="1540" b="1" dirty="0">
                <a:solidFill>
                  <a:srgbClr val="FFFFFF"/>
                </a:solidFill>
                <a:latin typeface="Microsoft YaHei"/>
              </a:rPr>
              <a:t>④</a:t>
            </a:r>
            <a:r>
              <a:rPr lang="zh-CN" altLang="en-US" sz="1540" b="1" dirty="0">
                <a:solidFill>
                  <a:srgbClr val="FFFFFF"/>
                </a:solidFill>
                <a:latin typeface="Microsoft YaHei"/>
              </a:rPr>
              <a:t>固定资源配置</a:t>
            </a:r>
            <a:endParaRPr sz="1540" b="1" dirty="0">
              <a:solidFill>
                <a:srgbClr val="FFFFFF"/>
              </a:solidFill>
              <a:latin typeface="Microsoft YaHei"/>
            </a:endParaRPr>
          </a:p>
        </p:txBody>
      </p:sp>
      <p:sp>
        <p:nvSpPr>
          <p:cNvPr id="19" name="TextBox 18"/>
          <p:cNvSpPr txBox="1"/>
          <p:nvPr/>
        </p:nvSpPr>
        <p:spPr>
          <a:xfrm>
            <a:off x="7534655" y="2406226"/>
            <a:ext cx="1755648" cy="449354"/>
          </a:xfrm>
          <a:prstGeom prst="rect">
            <a:avLst/>
          </a:prstGeom>
          <a:noFill/>
        </p:spPr>
        <p:txBody>
          <a:bodyPr wrap="square" lIns="27432" tIns="13716" rIns="27432" bIns="13716" anchor="ctr">
            <a:spAutoFit/>
          </a:bodyPr>
          <a:lstStyle/>
          <a:p>
            <a:r>
              <a:rPr lang="zh-CN" altLang="en-US" sz="1370" dirty="0">
                <a:solidFill>
                  <a:srgbClr val="000000"/>
                </a:solidFill>
                <a:latin typeface="Microsoft YaHei"/>
              </a:rPr>
              <a:t>给定调度</a:t>
            </a:r>
            <a:r>
              <a:rPr sz="1370" b="0" dirty="0">
                <a:solidFill>
                  <a:srgbClr val="000000"/>
                </a:solidFill>
                <a:latin typeface="Microsoft YaHei"/>
              </a:rPr>
              <a:t>b、</a:t>
            </a:r>
            <a:r>
              <a:rPr lang="zh-CN" altLang="en-US" sz="1370" dirty="0">
                <a:solidFill>
                  <a:srgbClr val="000000"/>
                </a:solidFill>
                <a:latin typeface="Microsoft YaHei"/>
              </a:rPr>
              <a:t>关联</a:t>
            </a:r>
            <a:r>
              <a:rPr sz="1370" b="0" dirty="0">
                <a:solidFill>
                  <a:srgbClr val="000000"/>
                </a:solidFill>
                <a:latin typeface="Microsoft YaHei"/>
              </a:rPr>
              <a:t> </a:t>
            </a:r>
            <a:r>
              <a:rPr sz="1370" b="0" dirty="0" err="1">
                <a:solidFill>
                  <a:srgbClr val="000000"/>
                </a:solidFill>
                <a:latin typeface="Microsoft YaHei"/>
              </a:rPr>
              <a:t>χ、流数</a:t>
            </a:r>
            <a:r>
              <a:rPr sz="1370" b="0" dirty="0">
                <a:solidFill>
                  <a:srgbClr val="000000"/>
                </a:solidFill>
                <a:latin typeface="Microsoft YaHei"/>
              </a:rPr>
              <a:t> </a:t>
            </a:r>
            <a:r>
              <a:rPr sz="1370" b="0" dirty="0" err="1">
                <a:solidFill>
                  <a:srgbClr val="000000"/>
                </a:solidFill>
                <a:latin typeface="Microsoft YaHei"/>
              </a:rPr>
              <a:t>r及资源权重</a:t>
            </a:r>
            <a:r>
              <a:rPr sz="1370" b="0" dirty="0">
                <a:solidFill>
                  <a:srgbClr val="000000"/>
                </a:solidFill>
                <a:latin typeface="Microsoft YaHei"/>
              </a:rPr>
              <a:t> ν </a:t>
            </a:r>
          </a:p>
        </p:txBody>
      </p:sp>
      <p:sp>
        <p:nvSpPr>
          <p:cNvPr id="20" name="Rounded Rectangle 19"/>
          <p:cNvSpPr/>
          <p:nvPr/>
        </p:nvSpPr>
        <p:spPr>
          <a:xfrm>
            <a:off x="9683497" y="1847088"/>
            <a:ext cx="2317160" cy="1490472"/>
          </a:xfrm>
          <a:prstGeom prst="roundRect">
            <a:avLst/>
          </a:prstGeom>
          <a:solidFill>
            <a:srgbClr val="F4F9FD"/>
          </a:solidFill>
          <a:ln w="10160">
            <a:solidFill>
              <a:srgbClr val="B12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683496" y="1847088"/>
            <a:ext cx="2317160" cy="402336"/>
          </a:xfrm>
          <a:prstGeom prst="roundRect">
            <a:avLst/>
          </a:prstGeom>
          <a:solidFill>
            <a:srgbClr val="B12A30"/>
          </a:solidFill>
          <a:ln w="10160">
            <a:solidFill>
              <a:srgbClr val="B12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56648" y="1905132"/>
            <a:ext cx="2244008" cy="270896"/>
          </a:xfrm>
          <a:prstGeom prst="rect">
            <a:avLst/>
          </a:prstGeom>
          <a:noFill/>
        </p:spPr>
        <p:txBody>
          <a:bodyPr wrap="square" lIns="27432" tIns="13716" rIns="27432" bIns="13716" anchor="ctr">
            <a:spAutoFit/>
          </a:bodyPr>
          <a:lstStyle/>
          <a:p>
            <a:pPr algn="ctr"/>
            <a:r>
              <a:rPr sz="1540" b="1">
                <a:solidFill>
                  <a:srgbClr val="FFFFFF"/>
                </a:solidFill>
                <a:latin typeface="Microsoft YaHei"/>
              </a:rPr>
              <a:t>⑤ 优化</a:t>
            </a:r>
          </a:p>
        </p:txBody>
      </p:sp>
      <p:sp>
        <p:nvSpPr>
          <p:cNvPr id="23" name="TextBox 22"/>
          <p:cNvSpPr txBox="1"/>
          <p:nvPr/>
        </p:nvSpPr>
        <p:spPr>
          <a:xfrm>
            <a:off x="9709435" y="2308422"/>
            <a:ext cx="2291221" cy="884858"/>
          </a:xfrm>
          <a:prstGeom prst="rect">
            <a:avLst/>
          </a:prstGeom>
          <a:noFill/>
        </p:spPr>
        <p:txBody>
          <a:bodyPr wrap="square" lIns="27432" tIns="13716" rIns="27432" bIns="13716" anchor="ctr">
            <a:spAutoFit/>
          </a:bodyPr>
          <a:lstStyle/>
          <a:p>
            <a:r>
              <a:rPr lang="zh-CN" altLang="zh-CN" sz="1400" dirty="0"/>
              <a:t>WMMSE 更新接收器与权重</a:t>
            </a:r>
            <a:endParaRPr lang="en-US" altLang="zh-CN" sz="1400" dirty="0"/>
          </a:p>
          <a:p>
            <a:r>
              <a:rPr lang="zh-CN" altLang="zh-CN" sz="1400" dirty="0"/>
              <a:t>ADMM 求解受功率约束的预编码子问题</a:t>
            </a:r>
            <a:endParaRPr lang="en-US" altLang="zh-CN" sz="1400" dirty="0"/>
          </a:p>
          <a:p>
            <a:r>
              <a:rPr lang="en-US" altLang="zh-CN" sz="1370" dirty="0">
                <a:solidFill>
                  <a:srgbClr val="000000"/>
                </a:solidFill>
                <a:latin typeface="Microsoft YaHei"/>
              </a:rPr>
              <a:t>(Ĥ</a:t>
            </a:r>
            <a:r>
              <a:rPr lang="zh-CN" altLang="en-US" sz="1370" dirty="0">
                <a:solidFill>
                  <a:srgbClr val="000000"/>
                </a:solidFill>
                <a:latin typeface="Microsoft YaHei"/>
              </a:rPr>
              <a:t>，</a:t>
            </a:r>
            <a:r>
              <a:rPr lang="en-US" altLang="zh-CN" sz="1370" dirty="0">
                <a:solidFill>
                  <a:srgbClr val="000000"/>
                </a:solidFill>
                <a:latin typeface="Microsoft YaHei"/>
              </a:rPr>
              <a:t>C</a:t>
            </a:r>
            <a:r>
              <a:rPr lang="zh-CN" altLang="en-US" sz="1370" dirty="0">
                <a:solidFill>
                  <a:srgbClr val="000000"/>
                </a:solidFill>
                <a:latin typeface="Microsoft YaHei"/>
              </a:rPr>
              <a:t>，</a:t>
            </a:r>
            <a:r>
              <a:rPr lang="en-US" altLang="zh-CN" sz="1370" dirty="0">
                <a:solidFill>
                  <a:srgbClr val="000000"/>
                </a:solidFill>
                <a:latin typeface="Microsoft YaHei"/>
              </a:rPr>
              <a:t>b</a:t>
            </a:r>
            <a:r>
              <a:rPr lang="zh-CN" altLang="en-US" sz="1370" dirty="0">
                <a:solidFill>
                  <a:srgbClr val="000000"/>
                </a:solidFill>
                <a:latin typeface="Microsoft YaHei"/>
              </a:rPr>
              <a:t>，</a:t>
            </a:r>
            <a:r>
              <a:rPr lang="el-GR" altLang="zh-CN" sz="1370" dirty="0">
                <a:solidFill>
                  <a:srgbClr val="000000"/>
                </a:solidFill>
                <a:latin typeface="Microsoft YaHei"/>
              </a:rPr>
              <a:t> χ</a:t>
            </a:r>
            <a:r>
              <a:rPr lang="zh-CN" altLang="en-US" sz="1370" dirty="0">
                <a:solidFill>
                  <a:srgbClr val="000000"/>
                </a:solidFill>
                <a:latin typeface="Microsoft YaHei"/>
              </a:rPr>
              <a:t>，</a:t>
            </a:r>
            <a:r>
              <a:rPr lang="en-US" altLang="zh-CN" sz="1370" dirty="0">
                <a:solidFill>
                  <a:srgbClr val="000000"/>
                </a:solidFill>
                <a:latin typeface="Microsoft YaHei"/>
              </a:rPr>
              <a:t>r</a:t>
            </a:r>
            <a:r>
              <a:rPr lang="zh-CN" altLang="en-US" sz="1370" dirty="0">
                <a:solidFill>
                  <a:srgbClr val="000000"/>
                </a:solidFill>
                <a:latin typeface="Microsoft YaHei"/>
              </a:rPr>
              <a:t>，</a:t>
            </a:r>
            <a:r>
              <a:rPr lang="el-GR" altLang="zh-CN" sz="1370" dirty="0">
                <a:solidFill>
                  <a:srgbClr val="000000"/>
                </a:solidFill>
                <a:latin typeface="Microsoft YaHei"/>
              </a:rPr>
              <a:t> ν</a:t>
            </a:r>
            <a:r>
              <a:rPr lang="en-US" altLang="zh-CN" sz="1370" dirty="0">
                <a:solidFill>
                  <a:srgbClr val="000000"/>
                </a:solidFill>
                <a:latin typeface="Microsoft YaHei"/>
              </a:rPr>
              <a:t>)</a:t>
            </a:r>
            <a:r>
              <a:rPr lang="zh-CN" altLang="en-US" sz="1370" dirty="0">
                <a:solidFill>
                  <a:srgbClr val="000000"/>
                </a:solidFill>
                <a:latin typeface="Microsoft YaHei"/>
              </a:rPr>
              <a:t>→</a:t>
            </a:r>
            <a:r>
              <a:rPr lang="en-US" altLang="zh-CN" sz="1370" dirty="0">
                <a:solidFill>
                  <a:srgbClr val="000000"/>
                </a:solidFill>
                <a:latin typeface="Microsoft YaHei"/>
              </a:rPr>
              <a:t>w</a:t>
            </a:r>
            <a:endParaRPr sz="1370" b="0" dirty="0">
              <a:solidFill>
                <a:srgbClr val="000000"/>
              </a:solidFill>
              <a:latin typeface="Microsoft YaHei"/>
            </a:endParaRPr>
          </a:p>
        </p:txBody>
      </p:sp>
      <p:cxnSp>
        <p:nvCxnSpPr>
          <p:cNvPr id="24" name="Connector 23"/>
          <p:cNvCxnSpPr/>
          <p:nvPr/>
        </p:nvCxnSpPr>
        <p:spPr>
          <a:xfrm>
            <a:off x="2624328" y="2596896"/>
            <a:ext cx="219456" cy="0"/>
          </a:xfrm>
          <a:prstGeom prst="line">
            <a:avLst/>
          </a:prstGeom>
          <a:ln w="30480">
            <a:solidFill>
              <a:srgbClr val="092B5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92040" y="2596896"/>
            <a:ext cx="219456"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159752" y="2596896"/>
            <a:ext cx="219456" cy="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27464" y="2596896"/>
            <a:ext cx="219456" cy="0"/>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953768" y="4489705"/>
            <a:ext cx="8284464" cy="996696"/>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91512" y="4558928"/>
            <a:ext cx="7808975" cy="812530"/>
          </a:xfrm>
          <a:prstGeom prst="rect">
            <a:avLst/>
          </a:prstGeom>
          <a:noFill/>
        </p:spPr>
        <p:txBody>
          <a:bodyPr wrap="square" lIns="27432" tIns="13716" rIns="27432" bIns="13716" anchor="ctr">
            <a:spAutoFit/>
          </a:bodyPr>
          <a:lstStyle/>
          <a:p>
            <a:pPr algn="ctr"/>
            <a:r>
              <a:rPr sz="1700" b="1" dirty="0">
                <a:solidFill>
                  <a:srgbClr val="092B56"/>
                </a:solidFill>
                <a:latin typeface="Microsoft YaHei"/>
              </a:rPr>
              <a:t>⑥</a:t>
            </a:r>
            <a:r>
              <a:rPr lang="zh-CN" altLang="en-US" sz="1700" b="1" dirty="0">
                <a:solidFill>
                  <a:srgbClr val="092B56"/>
                </a:solidFill>
                <a:latin typeface="Microsoft YaHei"/>
              </a:rPr>
              <a:t>用真实信道检验传输效果（</a:t>
            </a:r>
            <a:r>
              <a:rPr sz="1700" b="1" dirty="0" err="1">
                <a:solidFill>
                  <a:srgbClr val="092B56"/>
                </a:solidFill>
                <a:latin typeface="Microsoft YaHei"/>
              </a:rPr>
              <a:t>用同一预编码</a:t>
            </a:r>
            <a:r>
              <a:rPr sz="1700" b="1" dirty="0">
                <a:solidFill>
                  <a:srgbClr val="092B56"/>
                </a:solidFill>
                <a:latin typeface="Microsoft YaHei"/>
              </a:rPr>
              <a:t> w 在 </a:t>
            </a:r>
            <a:r>
              <a:rPr sz="1700" b="1" dirty="0" err="1">
                <a:solidFill>
                  <a:srgbClr val="092B56"/>
                </a:solidFill>
                <a:latin typeface="Microsoft YaHei"/>
              </a:rPr>
              <a:t>Hᵗʳ</a:t>
            </a:r>
            <a:r>
              <a:rPr sz="1700" b="1" dirty="0">
                <a:solidFill>
                  <a:srgbClr val="092B56"/>
                </a:solidFill>
                <a:latin typeface="Microsoft YaHei"/>
              </a:rPr>
              <a:t>ᵘᵉ </a:t>
            </a:r>
            <a:r>
              <a:rPr sz="1700" b="1" dirty="0" err="1">
                <a:solidFill>
                  <a:srgbClr val="092B56"/>
                </a:solidFill>
                <a:latin typeface="Microsoft YaHei"/>
              </a:rPr>
              <a:t>上重算下行速率</a:t>
            </a:r>
            <a:r>
              <a:rPr lang="zh-CN" altLang="en-US" sz="1700" b="1" dirty="0">
                <a:solidFill>
                  <a:srgbClr val="092B56"/>
                </a:solidFill>
                <a:latin typeface="Microsoft YaHei"/>
              </a:rPr>
              <a:t>）</a:t>
            </a:r>
            <a:r>
              <a:rPr sz="1700" b="1" dirty="0">
                <a:solidFill>
                  <a:srgbClr val="092B56"/>
                </a:solidFill>
                <a:latin typeface="Microsoft YaHei"/>
              </a:rPr>
              <a:t> → </a:t>
            </a:r>
            <a:r>
              <a:rPr lang="zh-CN" altLang="en-US" sz="1700" b="1" dirty="0">
                <a:solidFill>
                  <a:srgbClr val="092B56"/>
                </a:solidFill>
                <a:latin typeface="Microsoft YaHei"/>
              </a:rPr>
              <a:t>结合</a:t>
            </a:r>
            <a:r>
              <a:rPr sz="1700" b="1" dirty="0" err="1">
                <a:solidFill>
                  <a:srgbClr val="092B56"/>
                </a:solidFill>
                <a:latin typeface="Microsoft YaHei"/>
              </a:rPr>
              <a:t>业务交付量、体验分位与功率</a:t>
            </a:r>
            <a:endParaRPr lang="en-US" sz="1700" b="1" dirty="0">
              <a:solidFill>
                <a:srgbClr val="092B56"/>
              </a:solidFill>
              <a:latin typeface="Microsoft YaHei"/>
            </a:endParaRPr>
          </a:p>
          <a:p>
            <a:pPr algn="ctr"/>
            <a:r>
              <a:rPr lang="zh-CN" altLang="en-US" sz="1700" b="1" dirty="0">
                <a:solidFill>
                  <a:srgbClr val="092B56"/>
                </a:solidFill>
                <a:latin typeface="Microsoft YaHei"/>
              </a:rPr>
              <a:t>（</a:t>
            </a:r>
            <a:r>
              <a:rPr lang="en-US" sz="1700" b="1" dirty="0" err="1">
                <a:solidFill>
                  <a:srgbClr val="092B56"/>
                </a:solidFill>
                <a:latin typeface="Microsoft YaHei"/>
              </a:rPr>
              <a:t>Hᵗʳ</a:t>
            </a:r>
            <a:r>
              <a:rPr lang="en-US" sz="1700" b="1" dirty="0">
                <a:solidFill>
                  <a:srgbClr val="092B56"/>
                </a:solidFill>
                <a:latin typeface="Microsoft YaHei"/>
              </a:rPr>
              <a:t>ᵘᵉ</a:t>
            </a:r>
            <a:r>
              <a:rPr lang="zh-CN" altLang="en-US" sz="1700" b="1" dirty="0">
                <a:solidFill>
                  <a:srgbClr val="092B56"/>
                </a:solidFill>
                <a:latin typeface="Microsoft YaHei"/>
              </a:rPr>
              <a:t>，</a:t>
            </a:r>
            <a:r>
              <a:rPr lang="en-US" altLang="zh-CN" sz="1700" b="1" dirty="0">
                <a:solidFill>
                  <a:srgbClr val="092B56"/>
                </a:solidFill>
                <a:latin typeface="Microsoft YaHei"/>
              </a:rPr>
              <a:t>w</a:t>
            </a:r>
            <a:r>
              <a:rPr lang="zh-CN" altLang="en-US" sz="1700" b="1" dirty="0">
                <a:solidFill>
                  <a:srgbClr val="092B56"/>
                </a:solidFill>
                <a:latin typeface="Microsoft YaHei"/>
              </a:rPr>
              <a:t>，业务信息）→速率、体验、功率</a:t>
            </a:r>
            <a:endParaRPr sz="1700" b="1" dirty="0">
              <a:solidFill>
                <a:srgbClr val="092B56"/>
              </a:solidFill>
              <a:latin typeface="Microsoft YaHei"/>
            </a:endParaRPr>
          </a:p>
        </p:txBody>
      </p:sp>
      <p:sp>
        <p:nvSpPr>
          <p:cNvPr id="52" name="文本框 51">
            <a:extLst>
              <a:ext uri="{FF2B5EF4-FFF2-40B4-BE49-F238E27FC236}">
                <a16:creationId xmlns:a16="http://schemas.microsoft.com/office/drawing/2014/main" id="{AF57DC20-A356-43F1-F4B5-E21EC339DC05}"/>
              </a:ext>
            </a:extLst>
          </p:cNvPr>
          <p:cNvSpPr txBox="1"/>
          <p:nvPr/>
        </p:nvSpPr>
        <p:spPr>
          <a:xfrm>
            <a:off x="2734056" y="3724015"/>
            <a:ext cx="1210588" cy="338554"/>
          </a:xfrm>
          <a:prstGeom prst="rect">
            <a:avLst/>
          </a:prstGeom>
          <a:noFill/>
        </p:spPr>
        <p:txBody>
          <a:bodyPr wrap="none" rtlCol="0">
            <a:spAutoFit/>
          </a:bodyPr>
          <a:lstStyle/>
          <a:p>
            <a:r>
              <a:rPr lang="zh-CN" altLang="zh-CN" sz="1600" dirty="0"/>
              <a:t>评价用信道</a:t>
            </a:r>
            <a:endParaRPr lang="zh-CN" altLang="en-US" sz="1600" dirty="0"/>
          </a:p>
        </p:txBody>
      </p:sp>
      <p:sp>
        <p:nvSpPr>
          <p:cNvPr id="56" name="文本框 55">
            <a:extLst>
              <a:ext uri="{FF2B5EF4-FFF2-40B4-BE49-F238E27FC236}">
                <a16:creationId xmlns:a16="http://schemas.microsoft.com/office/drawing/2014/main" id="{37328763-02E4-60B9-29BA-B62F519CF672}"/>
              </a:ext>
            </a:extLst>
          </p:cNvPr>
          <p:cNvSpPr txBox="1"/>
          <p:nvPr/>
        </p:nvSpPr>
        <p:spPr>
          <a:xfrm>
            <a:off x="911424" y="6093296"/>
            <a:ext cx="10161756" cy="369332"/>
          </a:xfrm>
          <a:prstGeom prst="rect">
            <a:avLst/>
          </a:prstGeom>
          <a:noFill/>
        </p:spPr>
        <p:txBody>
          <a:bodyPr wrap="none" rtlCol="0">
            <a:spAutoFit/>
          </a:bodyPr>
          <a:lstStyle/>
          <a:p>
            <a:pPr algn="ctr"/>
            <a:r>
              <a:rPr lang="zh-CN" altLang="zh-CN" dirty="0"/>
              <a:t>仿真器利用真实信道生成观测并评价性能；非理想 CSI 分支依据估计信道与误差统计设计预编码。</a:t>
            </a:r>
            <a:endParaRPr lang="zh-CN" altLang="en-US" dirty="0"/>
          </a:p>
        </p:txBody>
      </p:sp>
      <p:cxnSp>
        <p:nvCxnSpPr>
          <p:cNvPr id="62" name="直接箭头连接符 61">
            <a:extLst>
              <a:ext uri="{FF2B5EF4-FFF2-40B4-BE49-F238E27FC236}">
                <a16:creationId xmlns:a16="http://schemas.microsoft.com/office/drawing/2014/main" id="{5242135E-CAF4-7E95-DE2E-C8E72515A3E1}"/>
              </a:ext>
            </a:extLst>
          </p:cNvPr>
          <p:cNvCxnSpPr>
            <a:stCxn id="8" idx="2"/>
          </p:cNvCxnSpPr>
          <p:nvPr/>
        </p:nvCxnSpPr>
        <p:spPr>
          <a:xfrm flipH="1">
            <a:off x="3863752" y="3337560"/>
            <a:ext cx="13304" cy="1152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连接符: 肘形 63">
            <a:extLst>
              <a:ext uri="{FF2B5EF4-FFF2-40B4-BE49-F238E27FC236}">
                <a16:creationId xmlns:a16="http://schemas.microsoft.com/office/drawing/2014/main" id="{0C50DA10-FFFF-34A7-257C-4D4EACE7E4DB}"/>
              </a:ext>
            </a:extLst>
          </p:cNvPr>
          <p:cNvCxnSpPr>
            <a:stCxn id="4" idx="2"/>
            <a:endCxn id="28" idx="1"/>
          </p:cNvCxnSpPr>
          <p:nvPr/>
        </p:nvCxnSpPr>
        <p:spPr>
          <a:xfrm rot="16200000" flipH="1">
            <a:off x="956310" y="3990594"/>
            <a:ext cx="1650493" cy="34442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CCF74FC1-8A23-51A4-A919-9BECEB246B05}"/>
              </a:ext>
            </a:extLst>
          </p:cNvPr>
          <p:cNvSpPr txBox="1"/>
          <p:nvPr/>
        </p:nvSpPr>
        <p:spPr>
          <a:xfrm>
            <a:off x="263353" y="3907878"/>
            <a:ext cx="1199688" cy="584775"/>
          </a:xfrm>
          <a:prstGeom prst="rect">
            <a:avLst/>
          </a:prstGeom>
          <a:noFill/>
        </p:spPr>
        <p:txBody>
          <a:bodyPr wrap="square" rtlCol="0">
            <a:spAutoFit/>
          </a:bodyPr>
          <a:lstStyle/>
          <a:p>
            <a:r>
              <a:rPr lang="zh-CN" altLang="zh-CN" sz="1600" dirty="0"/>
              <a:t>业务到达与活跃信息</a:t>
            </a:r>
            <a:endParaRPr lang="zh-CN" altLang="en-US" sz="1600" dirty="0">
              <a:solidFill>
                <a:schemeClr val="accent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309" y="362097"/>
            <a:ext cx="5262979" cy="590931"/>
          </a:xfrm>
        </p:spPr>
        <p:txBody>
          <a:bodyPr wrap="none"/>
          <a:lstStyle/>
          <a:p>
            <a:r>
              <a:rPr lang="zh-CN" altLang="en-US" b="1" dirty="0">
                <a:solidFill>
                  <a:srgbClr val="092B56"/>
                </a:solidFill>
                <a:latin typeface="Microsoft YaHei"/>
              </a:rPr>
              <a:t>参考信号观测与信道估计</a:t>
            </a:r>
            <a:endParaRPr b="1" dirty="0">
              <a:solidFill>
                <a:srgbClr val="092B56"/>
              </a:solidFill>
              <a:latin typeface="Microsoft YaHei"/>
            </a:endParaRPr>
          </a:p>
        </p:txBody>
      </p:sp>
      <p:sp>
        <p:nvSpPr>
          <p:cNvPr id="3" name="Rounded Rectangle 2"/>
          <p:cNvSpPr/>
          <p:nvPr/>
        </p:nvSpPr>
        <p:spPr>
          <a:xfrm>
            <a:off x="594360" y="1298448"/>
            <a:ext cx="3218688" cy="4498848"/>
          </a:xfrm>
          <a:prstGeom prst="roundRect">
            <a:avLst/>
          </a:prstGeom>
          <a:solidFill>
            <a:srgbClr val="F7FAFC"/>
          </a:solidFill>
          <a:ln w="10160">
            <a:solidFill>
              <a:srgbClr val="E0E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94360" y="1298448"/>
            <a:ext cx="3218688" cy="457200"/>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344168"/>
            <a:ext cx="3054096" cy="347472"/>
          </a:xfrm>
          <a:prstGeom prst="rect">
            <a:avLst/>
          </a:prstGeom>
          <a:noFill/>
        </p:spPr>
        <p:txBody>
          <a:bodyPr wrap="square" lIns="27432" tIns="13716" rIns="27432" bIns="13716" anchor="ctr">
            <a:spAutoFit/>
          </a:bodyPr>
          <a:lstStyle/>
          <a:p>
            <a:pPr algn="ctr"/>
            <a:r>
              <a:rPr lang="en-US" sz="1800" b="1" dirty="0">
                <a:solidFill>
                  <a:srgbClr val="FFFFFF"/>
                </a:solidFill>
                <a:latin typeface="Microsoft YaHei"/>
              </a:rPr>
              <a:t>真实信道</a:t>
            </a:r>
          </a:p>
        </p:txBody>
      </p:sp>
      <p:sp>
        <p:nvSpPr>
          <p:cNvPr id="6" name="TextBox 5"/>
          <p:cNvSpPr txBox="1"/>
          <p:nvPr/>
        </p:nvSpPr>
        <p:spPr>
          <a:xfrm>
            <a:off x="722376" y="1856232"/>
            <a:ext cx="2962656" cy="310896"/>
          </a:xfrm>
          <a:prstGeom prst="rect">
            <a:avLst/>
          </a:prstGeom>
          <a:noFill/>
        </p:spPr>
        <p:txBody>
          <a:bodyPr wrap="square" lIns="27432" tIns="13716" rIns="27432" bIns="13716" anchor="ctr">
            <a:spAutoFit/>
          </a:bodyPr>
          <a:lstStyle/>
          <a:p>
            <a:pPr algn="ctr"/>
            <a:r>
              <a:rPr sz="1450" b="1">
                <a:solidFill>
                  <a:srgbClr val="092B56"/>
                </a:solidFill>
                <a:latin typeface="Microsoft YaHei"/>
              </a:rPr>
              <a:t>传播映射</a:t>
            </a:r>
          </a:p>
        </p:txBody>
      </p:sp>
      <p:sp>
        <p:nvSpPr>
          <p:cNvPr id="7" name="Rounded Rectangle 6"/>
          <p:cNvSpPr/>
          <p:nvPr/>
        </p:nvSpPr>
        <p:spPr>
          <a:xfrm>
            <a:off x="3995928" y="1298448"/>
            <a:ext cx="3429000" cy="4498848"/>
          </a:xfrm>
          <a:prstGeom prst="roundRect">
            <a:avLst/>
          </a:prstGeom>
          <a:solidFill>
            <a:srgbClr val="F7FAFC"/>
          </a:solidFill>
          <a:ln w="10160">
            <a:solidFill>
              <a:srgbClr val="E0E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995928" y="1298448"/>
            <a:ext cx="3429000" cy="457200"/>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78224" y="1344168"/>
            <a:ext cx="3264408" cy="347472"/>
          </a:xfrm>
          <a:prstGeom prst="rect">
            <a:avLst/>
          </a:prstGeom>
          <a:noFill/>
        </p:spPr>
        <p:txBody>
          <a:bodyPr wrap="square" lIns="27432" tIns="13716" rIns="27432" bIns="13716" anchor="ctr">
            <a:spAutoFit/>
          </a:bodyPr>
          <a:lstStyle/>
          <a:p>
            <a:pPr algn="ctr"/>
            <a:r>
              <a:rPr sz="1800" b="1">
                <a:solidFill>
                  <a:srgbClr val="FFFFFF"/>
                </a:solidFill>
                <a:latin typeface="Microsoft YaHei"/>
              </a:rPr>
              <a:t>参考信号观测</a:t>
            </a:r>
          </a:p>
        </p:txBody>
      </p:sp>
      <p:sp>
        <p:nvSpPr>
          <p:cNvPr id="10" name="TextBox 9"/>
          <p:cNvSpPr txBox="1"/>
          <p:nvPr/>
        </p:nvSpPr>
        <p:spPr>
          <a:xfrm>
            <a:off x="4123944" y="1856232"/>
            <a:ext cx="3172968" cy="310896"/>
          </a:xfrm>
          <a:prstGeom prst="rect">
            <a:avLst/>
          </a:prstGeom>
          <a:noFill/>
        </p:spPr>
        <p:txBody>
          <a:bodyPr wrap="square" lIns="27432" tIns="13716" rIns="27432" bIns="13716" anchor="ctr">
            <a:spAutoFit/>
          </a:bodyPr>
          <a:lstStyle/>
          <a:p>
            <a:pPr algn="ctr"/>
            <a:r>
              <a:rPr sz="1450" b="1">
                <a:solidFill>
                  <a:srgbClr val="092B56"/>
                </a:solidFill>
                <a:latin typeface="Microsoft YaHei"/>
              </a:rPr>
              <a:t>物理方向与测量</a:t>
            </a:r>
          </a:p>
        </p:txBody>
      </p:sp>
      <p:sp>
        <p:nvSpPr>
          <p:cNvPr id="11" name="Rounded Rectangle 10"/>
          <p:cNvSpPr/>
          <p:nvPr/>
        </p:nvSpPr>
        <p:spPr>
          <a:xfrm>
            <a:off x="7598664" y="1298448"/>
            <a:ext cx="4041648" cy="4498848"/>
          </a:xfrm>
          <a:prstGeom prst="roundRect">
            <a:avLst/>
          </a:prstGeom>
          <a:solidFill>
            <a:srgbClr val="F7FAFC"/>
          </a:solidFill>
          <a:ln w="10160">
            <a:solidFill>
              <a:srgbClr val="E0E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598664" y="1298448"/>
            <a:ext cx="4041648" cy="457200"/>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0" y="1344168"/>
            <a:ext cx="3877056" cy="347472"/>
          </a:xfrm>
          <a:prstGeom prst="rect">
            <a:avLst/>
          </a:prstGeom>
          <a:noFill/>
        </p:spPr>
        <p:txBody>
          <a:bodyPr wrap="square" lIns="27432" tIns="13716" rIns="27432" bIns="13716" anchor="ctr">
            <a:spAutoFit/>
          </a:bodyPr>
          <a:lstStyle/>
          <a:p>
            <a:pPr algn="ctr"/>
            <a:r>
              <a:rPr sz="1800" b="1">
                <a:solidFill>
                  <a:srgbClr val="FFFFFF"/>
                </a:solidFill>
                <a:latin typeface="Microsoft YaHei"/>
              </a:rPr>
              <a:t>后验输出</a:t>
            </a:r>
          </a:p>
        </p:txBody>
      </p:sp>
      <p:sp>
        <p:nvSpPr>
          <p:cNvPr id="14" name="TextBox 13"/>
          <p:cNvSpPr txBox="1"/>
          <p:nvPr/>
        </p:nvSpPr>
        <p:spPr>
          <a:xfrm>
            <a:off x="7726679" y="1856232"/>
            <a:ext cx="3785615" cy="310896"/>
          </a:xfrm>
          <a:prstGeom prst="rect">
            <a:avLst/>
          </a:prstGeom>
          <a:noFill/>
        </p:spPr>
        <p:txBody>
          <a:bodyPr wrap="square" lIns="27432" tIns="13716" rIns="27432" bIns="13716" anchor="ctr">
            <a:spAutoFit/>
          </a:bodyPr>
          <a:lstStyle/>
          <a:p>
            <a:pPr algn="ctr"/>
            <a:r>
              <a:rPr sz="1450" b="1">
                <a:solidFill>
                  <a:srgbClr val="092B56"/>
                </a:solidFill>
                <a:latin typeface="Microsoft YaHei"/>
              </a:rPr>
              <a:t>估计与不确定性</a:t>
            </a:r>
          </a:p>
        </p:txBody>
      </p:sp>
      <p:sp>
        <p:nvSpPr>
          <p:cNvPr id="15" name="Rounded Rectangle 14"/>
          <p:cNvSpPr/>
          <p:nvPr/>
        </p:nvSpPr>
        <p:spPr>
          <a:xfrm>
            <a:off x="813816" y="2322576"/>
            <a:ext cx="2724912" cy="105156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3816" y="2322576"/>
            <a:ext cx="2724912"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2385289"/>
            <a:ext cx="2578608" cy="267766"/>
          </a:xfrm>
          <a:prstGeom prst="rect">
            <a:avLst/>
          </a:prstGeom>
          <a:noFill/>
        </p:spPr>
        <p:txBody>
          <a:bodyPr wrap="square" lIns="27432" tIns="13716" rIns="27432" bIns="13716" anchor="ctr">
            <a:spAutoFit/>
          </a:bodyPr>
          <a:lstStyle/>
          <a:p>
            <a:pPr algn="ctr"/>
            <a:r>
              <a:rPr sz="1560" b="1" dirty="0">
                <a:solidFill>
                  <a:srgbClr val="FFFFFF"/>
                </a:solidFill>
                <a:latin typeface="Microsoft YaHei"/>
              </a:rPr>
              <a:t>① 真信道</a:t>
            </a:r>
            <a:endParaRPr sz="1560" b="1" dirty="0">
              <a:solidFill>
                <a:srgbClr val="FFFFFF"/>
              </a:solidFill>
              <a:latin typeface="Microsoft YaHei"/>
            </a:endParaRPr>
          </a:p>
        </p:txBody>
      </p:sp>
      <p:sp>
        <p:nvSpPr>
          <p:cNvPr id="18" name="TextBox 17"/>
          <p:cNvSpPr txBox="1"/>
          <p:nvPr/>
        </p:nvSpPr>
        <p:spPr>
          <a:xfrm>
            <a:off x="932688" y="2761488"/>
            <a:ext cx="2487168" cy="521208"/>
          </a:xfrm>
          <a:prstGeom prst="rect">
            <a:avLst/>
          </a:prstGeom>
          <a:noFill/>
        </p:spPr>
        <p:txBody>
          <a:bodyPr wrap="square" lIns="27432" tIns="13716" rIns="27432" bIns="13716" anchor="ctr">
            <a:spAutoFit/>
          </a:bodyPr>
          <a:lstStyle/>
          <a:p>
            <a:pPr algn="l"/>
            <a:r>
              <a:rPr sz="1400" b="0">
                <a:solidFill>
                  <a:srgbClr val="000000"/>
                </a:solidFill>
                <a:latin typeface="Microsoft YaHei"/>
              </a:rPr>
              <a:t>Hᵗʳᵘᵉₖₗg ∈ ℂ⁴×⁶⁴</a:t>
            </a:r>
          </a:p>
        </p:txBody>
      </p:sp>
      <p:cxnSp>
        <p:nvCxnSpPr>
          <p:cNvPr id="19" name="Connector 18"/>
          <p:cNvCxnSpPr/>
          <p:nvPr/>
        </p:nvCxnSpPr>
        <p:spPr>
          <a:xfrm>
            <a:off x="3557015" y="2724912"/>
            <a:ext cx="612648"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87952" y="2322576"/>
            <a:ext cx="2980944" cy="105156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187952" y="2322576"/>
            <a:ext cx="2980944"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61104" y="2345436"/>
            <a:ext cx="2834639" cy="347472"/>
          </a:xfrm>
          <a:prstGeom prst="rect">
            <a:avLst/>
          </a:prstGeom>
          <a:noFill/>
        </p:spPr>
        <p:txBody>
          <a:bodyPr wrap="square" lIns="27432" tIns="13716" rIns="27432" bIns="13716" anchor="ctr">
            <a:spAutoFit/>
          </a:bodyPr>
          <a:lstStyle/>
          <a:p>
            <a:pPr algn="ctr"/>
            <a:r>
              <a:rPr sz="1560" b="1">
                <a:solidFill>
                  <a:srgbClr val="FFFFFF"/>
                </a:solidFill>
                <a:latin typeface="Microsoft YaHei"/>
              </a:rPr>
              <a:t>② 参考信号观测</a:t>
            </a:r>
          </a:p>
        </p:txBody>
      </p:sp>
      <p:sp>
        <p:nvSpPr>
          <p:cNvPr id="23" name="TextBox 22"/>
          <p:cNvSpPr txBox="1"/>
          <p:nvPr/>
        </p:nvSpPr>
        <p:spPr>
          <a:xfrm>
            <a:off x="4306824" y="2761488"/>
            <a:ext cx="2743200" cy="521208"/>
          </a:xfrm>
          <a:prstGeom prst="rect">
            <a:avLst/>
          </a:prstGeom>
          <a:noFill/>
        </p:spPr>
        <p:txBody>
          <a:bodyPr wrap="square" lIns="27432" tIns="13716" rIns="27432" bIns="13716" anchor="ctr">
            <a:spAutoFit/>
          </a:bodyPr>
          <a:lstStyle/>
          <a:p>
            <a:pPr algn="l"/>
            <a:r>
              <a:rPr sz="1200" b="0">
                <a:solidFill>
                  <a:srgbClr val="000000"/>
                </a:solidFill>
                <a:latin typeface="Microsoft YaHei"/>
              </a:rPr>
              <a:t>UE 发 SRS → TRP 接收</a:t>
            </a:r>
          </a:p>
          <a:p>
            <a:pPr algn="l"/>
            <a:r>
              <a:rPr sz="1200" b="0">
                <a:solidFill>
                  <a:srgbClr val="000000"/>
                </a:solidFill>
                <a:latin typeface="Microsoft YaHei"/>
              </a:rPr>
              <a:t>TRP 发 CSI-RS → UE 观测</a:t>
            </a:r>
          </a:p>
        </p:txBody>
      </p:sp>
      <p:cxnSp>
        <p:nvCxnSpPr>
          <p:cNvPr id="24" name="Connector 23"/>
          <p:cNvCxnSpPr/>
          <p:nvPr/>
        </p:nvCxnSpPr>
        <p:spPr>
          <a:xfrm>
            <a:off x="7196328" y="2724912"/>
            <a:ext cx="576072" cy="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836408" y="2322576"/>
            <a:ext cx="3520440" cy="105156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836408" y="2322576"/>
            <a:ext cx="3520440"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9560" y="2345436"/>
            <a:ext cx="3374136" cy="347472"/>
          </a:xfrm>
          <a:prstGeom prst="rect">
            <a:avLst/>
          </a:prstGeom>
          <a:noFill/>
        </p:spPr>
        <p:txBody>
          <a:bodyPr wrap="square" lIns="27432" tIns="13716" rIns="27432" bIns="13716" anchor="ctr">
            <a:spAutoFit/>
          </a:bodyPr>
          <a:lstStyle/>
          <a:p>
            <a:pPr algn="ctr"/>
            <a:r>
              <a:rPr sz="1560" b="1">
                <a:solidFill>
                  <a:srgbClr val="FFFFFF"/>
                </a:solidFill>
                <a:latin typeface="Microsoft YaHei"/>
              </a:rPr>
              <a:t>③ 后验估计</a:t>
            </a:r>
          </a:p>
        </p:txBody>
      </p:sp>
      <p:sp>
        <p:nvSpPr>
          <p:cNvPr id="28" name="TextBox 27"/>
          <p:cNvSpPr txBox="1"/>
          <p:nvPr/>
        </p:nvSpPr>
        <p:spPr>
          <a:xfrm>
            <a:off x="7955280" y="2761488"/>
            <a:ext cx="3282696" cy="521208"/>
          </a:xfrm>
          <a:prstGeom prst="rect">
            <a:avLst/>
          </a:prstGeom>
          <a:noFill/>
        </p:spPr>
        <p:txBody>
          <a:bodyPr wrap="square" lIns="27432" tIns="13716" rIns="27432" bIns="13716" anchor="ctr">
            <a:spAutoFit/>
          </a:bodyPr>
          <a:lstStyle/>
          <a:p>
            <a:pPr algn="l"/>
            <a:r>
              <a:rPr sz="1400" b="0">
                <a:solidFill>
                  <a:srgbClr val="000000"/>
                </a:solidFill>
                <a:latin typeface="Microsoft YaHei"/>
              </a:rPr>
              <a:t>Ĥₖₗg ∈ ℂ⁴×⁶⁴</a:t>
            </a:r>
          </a:p>
          <a:p>
            <a:pPr algn="l"/>
            <a:r>
              <a:rPr sz="1400" b="0">
                <a:solidFill>
                  <a:srgbClr val="000000"/>
                </a:solidFill>
                <a:latin typeface="Microsoft YaHei"/>
              </a:rPr>
              <a:t>Cₖₗg ∈ ℂ⁴×⁴</a:t>
            </a:r>
          </a:p>
        </p:txBody>
      </p:sp>
      <p:sp>
        <p:nvSpPr>
          <p:cNvPr id="29" name="Rounded Rectangle 28"/>
          <p:cNvSpPr/>
          <p:nvPr/>
        </p:nvSpPr>
        <p:spPr>
          <a:xfrm>
            <a:off x="7836408" y="3483864"/>
            <a:ext cx="3520440" cy="832104"/>
          </a:xfrm>
          <a:prstGeom prst="roundRect">
            <a:avLst/>
          </a:prstGeom>
          <a:solidFill>
            <a:srgbClr val="E0ECF6"/>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836408" y="3483864"/>
            <a:ext cx="3520440"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09560" y="3506724"/>
            <a:ext cx="3374136" cy="347472"/>
          </a:xfrm>
          <a:prstGeom prst="rect">
            <a:avLst/>
          </a:prstGeom>
          <a:noFill/>
        </p:spPr>
        <p:txBody>
          <a:bodyPr wrap="square" lIns="27432" tIns="13716" rIns="27432" bIns="13716" anchor="ctr">
            <a:spAutoFit/>
          </a:bodyPr>
          <a:lstStyle/>
          <a:p>
            <a:pPr algn="ctr"/>
            <a:r>
              <a:rPr sz="1560" b="1">
                <a:solidFill>
                  <a:srgbClr val="FFFFFF"/>
                </a:solidFill>
                <a:latin typeface="Microsoft YaHei"/>
              </a:rPr>
              <a:t>SRS 等效观测</a:t>
            </a:r>
          </a:p>
        </p:txBody>
      </p:sp>
      <p:sp>
        <p:nvSpPr>
          <p:cNvPr id="32" name="TextBox 31"/>
          <p:cNvSpPr txBox="1"/>
          <p:nvPr/>
        </p:nvSpPr>
        <p:spPr>
          <a:xfrm>
            <a:off x="7955280" y="3950208"/>
            <a:ext cx="3282696" cy="329184"/>
          </a:xfrm>
          <a:prstGeom prst="rect">
            <a:avLst/>
          </a:prstGeom>
          <a:noFill/>
        </p:spPr>
        <p:txBody>
          <a:bodyPr wrap="square" lIns="27432" tIns="13716" rIns="27432" bIns="13716" anchor="ctr">
            <a:spAutoFit/>
          </a:bodyPr>
          <a:lstStyle/>
          <a:p>
            <a:pPr algn="l"/>
            <a:r>
              <a:rPr sz="1400" b="0">
                <a:solidFill>
                  <a:srgbClr val="000000"/>
                </a:solidFill>
                <a:latin typeface="Microsoft YaHei"/>
              </a:rPr>
              <a:t>Yₛ = S Hᵗʳᵘᵉ + Nₛ</a:t>
            </a:r>
          </a:p>
        </p:txBody>
      </p:sp>
      <p:sp>
        <p:nvSpPr>
          <p:cNvPr id="35" name="Rounded Rectangle 34"/>
          <p:cNvSpPr/>
          <p:nvPr/>
        </p:nvSpPr>
        <p:spPr>
          <a:xfrm>
            <a:off x="4187952" y="3483864"/>
            <a:ext cx="2980944" cy="832104"/>
          </a:xfrm>
          <a:prstGeom prst="roundRect">
            <a:avLst/>
          </a:prstGeom>
          <a:solidFill>
            <a:srgbClr val="E0ECF6"/>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187952" y="3483864"/>
            <a:ext cx="2980944"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61104" y="3506724"/>
            <a:ext cx="2834639" cy="347472"/>
          </a:xfrm>
          <a:prstGeom prst="rect">
            <a:avLst/>
          </a:prstGeom>
          <a:noFill/>
        </p:spPr>
        <p:txBody>
          <a:bodyPr wrap="square" lIns="27432" tIns="13716" rIns="27432" bIns="13716" anchor="ctr">
            <a:spAutoFit/>
          </a:bodyPr>
          <a:lstStyle/>
          <a:p>
            <a:pPr algn="ctr"/>
            <a:r>
              <a:rPr sz="1560" b="1">
                <a:solidFill>
                  <a:srgbClr val="FFFFFF"/>
                </a:solidFill>
                <a:latin typeface="Microsoft YaHei"/>
              </a:rPr>
              <a:t>CSI-RS 等效观测</a:t>
            </a:r>
          </a:p>
        </p:txBody>
      </p:sp>
      <p:sp>
        <p:nvSpPr>
          <p:cNvPr id="38" name="TextBox 37"/>
          <p:cNvSpPr txBox="1"/>
          <p:nvPr/>
        </p:nvSpPr>
        <p:spPr>
          <a:xfrm>
            <a:off x="4306824" y="3950208"/>
            <a:ext cx="2743200" cy="329184"/>
          </a:xfrm>
          <a:prstGeom prst="rect">
            <a:avLst/>
          </a:prstGeom>
          <a:noFill/>
        </p:spPr>
        <p:txBody>
          <a:bodyPr wrap="square" lIns="27432" tIns="13716" rIns="27432" bIns="13716" anchor="ctr">
            <a:spAutoFit/>
          </a:bodyPr>
          <a:lstStyle/>
          <a:p>
            <a:pPr algn="l"/>
            <a:r>
              <a:rPr sz="1400" b="0">
                <a:solidFill>
                  <a:srgbClr val="000000"/>
                </a:solidFill>
                <a:latin typeface="Microsoft YaHei"/>
              </a:rPr>
              <a:t>Y꜀ = Hᵗʳᵘᵉ + N꜀</a:t>
            </a:r>
          </a:p>
        </p:txBody>
      </p:sp>
      <p:sp>
        <p:nvSpPr>
          <p:cNvPr id="40" name="Rounded Rectangle 39"/>
          <p:cNvSpPr/>
          <p:nvPr/>
        </p:nvSpPr>
        <p:spPr>
          <a:xfrm>
            <a:off x="813816" y="3483864"/>
            <a:ext cx="2724912" cy="832104"/>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13816" y="3483864"/>
            <a:ext cx="2724912"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86968" y="3506724"/>
            <a:ext cx="2578608" cy="347472"/>
          </a:xfrm>
          <a:prstGeom prst="rect">
            <a:avLst/>
          </a:prstGeom>
          <a:noFill/>
        </p:spPr>
        <p:txBody>
          <a:bodyPr wrap="square" lIns="27432" tIns="13716" rIns="27432" bIns="13716" anchor="ctr">
            <a:spAutoFit/>
          </a:bodyPr>
          <a:lstStyle/>
          <a:p>
            <a:pPr algn="ctr"/>
            <a:r>
              <a:rPr sz="1560" b="1">
                <a:solidFill>
                  <a:srgbClr val="FFFFFF"/>
                </a:solidFill>
                <a:latin typeface="Microsoft YaHei"/>
              </a:rPr>
              <a:t>当前等效观测模型</a:t>
            </a:r>
          </a:p>
        </p:txBody>
      </p:sp>
      <p:sp>
        <p:nvSpPr>
          <p:cNvPr id="43" name="TextBox 42"/>
          <p:cNvSpPr txBox="1"/>
          <p:nvPr/>
        </p:nvSpPr>
        <p:spPr>
          <a:xfrm>
            <a:off x="932688" y="3950208"/>
            <a:ext cx="2487168" cy="329184"/>
          </a:xfrm>
          <a:prstGeom prst="rect">
            <a:avLst/>
          </a:prstGeom>
          <a:noFill/>
        </p:spPr>
        <p:txBody>
          <a:bodyPr wrap="square" lIns="27432" tIns="13716" rIns="27432" bIns="13716" anchor="ctr">
            <a:spAutoFit/>
          </a:bodyPr>
          <a:lstStyle/>
          <a:p>
            <a:pPr algn="l"/>
            <a:r>
              <a:rPr sz="1400" b="0">
                <a:solidFill>
                  <a:srgbClr val="000000"/>
                </a:solidFill>
                <a:latin typeface="Microsoft YaHei"/>
              </a:rPr>
              <a:t>先验：P₀ = βRᵣₓ</a:t>
            </a:r>
          </a:p>
        </p:txBody>
      </p:sp>
      <p:sp>
        <p:nvSpPr>
          <p:cNvPr id="44" name="Rounded Rectangle 43"/>
          <p:cNvSpPr/>
          <p:nvPr/>
        </p:nvSpPr>
        <p:spPr>
          <a:xfrm>
            <a:off x="768096" y="4700016"/>
            <a:ext cx="10497312" cy="713232"/>
          </a:xfrm>
          <a:prstGeom prst="roundRect">
            <a:avLst/>
          </a:prstGeom>
          <a:solidFill>
            <a:srgbClr val="FFF7EB"/>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1832" y="4764024"/>
            <a:ext cx="10168128" cy="566928"/>
          </a:xfrm>
          <a:prstGeom prst="rect">
            <a:avLst/>
          </a:prstGeom>
          <a:noFill/>
        </p:spPr>
        <p:txBody>
          <a:bodyPr wrap="square" lIns="27432" tIns="13716" rIns="27432" bIns="13716" anchor="ctr">
            <a:spAutoFit/>
          </a:bodyPr>
          <a:lstStyle/>
          <a:p>
            <a:pPr algn="l"/>
            <a:r>
              <a:rPr sz="1550" b="1">
                <a:solidFill>
                  <a:srgbClr val="000000"/>
                </a:solidFill>
                <a:latin typeface="Microsoft YaHei"/>
              </a:rPr>
              <a:t>信道估计描述传播映射，误差协方差描述估计的不确定性。</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多流下行发送与接收</a:t>
            </a:r>
          </a:p>
        </p:txBody>
      </p:sp>
      <p:sp>
        <p:nvSpPr>
          <p:cNvPr id="3" name="Rounded Rectangle 2"/>
          <p:cNvSpPr/>
          <p:nvPr/>
        </p:nvSpPr>
        <p:spPr>
          <a:xfrm>
            <a:off x="649224" y="1408176"/>
            <a:ext cx="1847088" cy="1078992"/>
          </a:xfrm>
          <a:prstGeom prst="roundRect">
            <a:avLst/>
          </a:prstGeom>
          <a:solidFill>
            <a:srgbClr val="092B56"/>
          </a:solidFill>
          <a:ln w="10160">
            <a:solidFill>
              <a:srgbClr val="092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54480"/>
            <a:ext cx="1645920" cy="758952"/>
          </a:xfrm>
          <a:prstGeom prst="rect">
            <a:avLst/>
          </a:prstGeom>
          <a:noFill/>
        </p:spPr>
        <p:txBody>
          <a:bodyPr wrap="square" lIns="27432" tIns="13716" rIns="27432" bIns="13716" anchor="ctr">
            <a:spAutoFit/>
          </a:bodyPr>
          <a:lstStyle/>
          <a:p>
            <a:pPr algn="ctr"/>
            <a:r>
              <a:rPr sz="1650" b="1">
                <a:solidFill>
                  <a:srgbClr val="FFFFFF"/>
                </a:solidFill>
                <a:latin typeface="Microsoft YaHei"/>
              </a:rPr>
              <a:t>① 数据流</a:t>
            </a:r>
          </a:p>
          <a:p>
            <a:pPr algn="ctr"/>
            <a:r>
              <a:rPr sz="1650" b="1">
                <a:solidFill>
                  <a:srgbClr val="FFFFFF"/>
                </a:solidFill>
                <a:latin typeface="Microsoft YaHei"/>
              </a:rPr>
              <a:t>sₖ：r×1</a:t>
            </a:r>
          </a:p>
        </p:txBody>
      </p:sp>
      <p:sp>
        <p:nvSpPr>
          <p:cNvPr id="5" name="Rounded Rectangle 4"/>
          <p:cNvSpPr/>
          <p:nvPr/>
        </p:nvSpPr>
        <p:spPr>
          <a:xfrm>
            <a:off x="649224" y="2834640"/>
            <a:ext cx="1847088" cy="1078992"/>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980944"/>
            <a:ext cx="1645920" cy="758952"/>
          </a:xfrm>
          <a:prstGeom prst="rect">
            <a:avLst/>
          </a:prstGeom>
          <a:noFill/>
        </p:spPr>
        <p:txBody>
          <a:bodyPr wrap="square" lIns="27432" tIns="13716" rIns="27432" bIns="13716" anchor="ctr">
            <a:spAutoFit/>
          </a:bodyPr>
          <a:lstStyle/>
          <a:p>
            <a:pPr algn="ctr"/>
            <a:r>
              <a:rPr sz="1800" b="1">
                <a:solidFill>
                  <a:srgbClr val="FFFFFF"/>
                </a:solidFill>
                <a:latin typeface="Microsoft YaHei"/>
              </a:rPr>
              <a:t>矩阵维度</a:t>
            </a:r>
          </a:p>
        </p:txBody>
      </p:sp>
      <p:sp>
        <p:nvSpPr>
          <p:cNvPr id="7" name="Rounded Rectangle 6"/>
          <p:cNvSpPr/>
          <p:nvPr/>
        </p:nvSpPr>
        <p:spPr>
          <a:xfrm>
            <a:off x="649224" y="4261104"/>
            <a:ext cx="1847088" cy="1078992"/>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4407408"/>
            <a:ext cx="1645920" cy="758952"/>
          </a:xfrm>
          <a:prstGeom prst="rect">
            <a:avLst/>
          </a:prstGeom>
          <a:noFill/>
        </p:spPr>
        <p:txBody>
          <a:bodyPr wrap="square" lIns="27432" tIns="13716" rIns="27432" bIns="13716" anchor="ctr">
            <a:spAutoFit/>
          </a:bodyPr>
          <a:lstStyle/>
          <a:p>
            <a:pPr algn="ctr"/>
            <a:r>
              <a:rPr sz="1800" b="1">
                <a:solidFill>
                  <a:srgbClr val="FFFFFF"/>
                </a:solidFill>
                <a:latin typeface="Microsoft YaHei"/>
              </a:rPr>
              <a:t>接收分解</a:t>
            </a:r>
          </a:p>
        </p:txBody>
      </p:sp>
      <p:sp>
        <p:nvSpPr>
          <p:cNvPr id="9" name="Rounded Rectangle 8"/>
          <p:cNvSpPr/>
          <p:nvPr/>
        </p:nvSpPr>
        <p:spPr>
          <a:xfrm>
            <a:off x="2770632" y="1435608"/>
            <a:ext cx="2423160" cy="100584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70632" y="1435608"/>
            <a:ext cx="2423160"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43784" y="1499090"/>
            <a:ext cx="2276856" cy="266227"/>
          </a:xfrm>
          <a:prstGeom prst="rect">
            <a:avLst/>
          </a:prstGeom>
          <a:noFill/>
        </p:spPr>
        <p:txBody>
          <a:bodyPr wrap="square" lIns="27432" tIns="13716" rIns="27432" bIns="13716" anchor="ctr">
            <a:spAutoFit/>
          </a:bodyPr>
          <a:lstStyle/>
          <a:p>
            <a:pPr algn="ctr"/>
            <a:r>
              <a:rPr lang="en-US" sz="1450" b="1" dirty="0" err="1">
                <a:solidFill>
                  <a:srgbClr val="FFFFFF"/>
                </a:solidFill>
                <a:latin typeface="Microsoft YaHei"/>
              </a:rPr>
              <a:t>② 预编码与发射</a:t>
            </a:r>
            <a:endParaRPr sz="1550" b="1" dirty="0">
              <a:solidFill>
                <a:srgbClr val="FFFFFF"/>
              </a:solidFill>
              <a:latin typeface="Microsoft YaHei"/>
            </a:endParaRPr>
          </a:p>
        </p:txBody>
      </p:sp>
      <p:sp>
        <p:nvSpPr>
          <p:cNvPr id="12" name="TextBox 11"/>
          <p:cNvSpPr txBox="1"/>
          <p:nvPr/>
        </p:nvSpPr>
        <p:spPr>
          <a:xfrm>
            <a:off x="2889504" y="1901952"/>
            <a:ext cx="2185415" cy="502920"/>
          </a:xfrm>
          <a:prstGeom prst="rect">
            <a:avLst/>
          </a:prstGeom>
          <a:noFill/>
        </p:spPr>
        <p:txBody>
          <a:bodyPr wrap="square" lIns="27432" tIns="13716" rIns="27432" bIns="13716" anchor="ctr">
            <a:spAutoFit/>
          </a:bodyPr>
          <a:lstStyle/>
          <a:p>
            <a:pPr algn="l"/>
            <a:r>
              <a:rPr sz="1250" b="0">
                <a:solidFill>
                  <a:srgbClr val="000000"/>
                </a:solidFill>
                <a:latin typeface="Microsoft YaHei"/>
              </a:rPr>
              <a:t>xₗ = ∑ⱼ wₗⱼ sⱼ</a:t>
            </a:r>
          </a:p>
          <a:p>
            <a:pPr algn="l"/>
            <a:r>
              <a:rPr sz="1250" b="0">
                <a:solidFill>
                  <a:srgbClr val="000000"/>
                </a:solidFill>
                <a:latin typeface="Microsoft YaHei"/>
              </a:rPr>
              <a:t>xₗ：64×1</a:t>
            </a:r>
          </a:p>
        </p:txBody>
      </p:sp>
      <p:sp>
        <p:nvSpPr>
          <p:cNvPr id="13" name="Rounded Rectangle 12"/>
          <p:cNvSpPr/>
          <p:nvPr/>
        </p:nvSpPr>
        <p:spPr>
          <a:xfrm>
            <a:off x="5513832" y="1435608"/>
            <a:ext cx="2423160" cy="100584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513832" y="1435608"/>
            <a:ext cx="2423160"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86984" y="1458468"/>
            <a:ext cx="2276856" cy="347472"/>
          </a:xfrm>
          <a:prstGeom prst="rect">
            <a:avLst/>
          </a:prstGeom>
          <a:noFill/>
        </p:spPr>
        <p:txBody>
          <a:bodyPr wrap="square" lIns="27432" tIns="13716" rIns="27432" bIns="13716" anchor="ctr">
            <a:spAutoFit/>
          </a:bodyPr>
          <a:lstStyle/>
          <a:p>
            <a:pPr algn="ctr"/>
            <a:r>
              <a:rPr sz="1450" b="1">
                <a:solidFill>
                  <a:srgbClr val="FFFFFF"/>
                </a:solidFill>
                <a:latin typeface="Microsoft YaHei"/>
              </a:rPr>
              <a:t>③ 信道与接收</a:t>
            </a:r>
          </a:p>
        </p:txBody>
      </p:sp>
      <p:sp>
        <p:nvSpPr>
          <p:cNvPr id="16" name="TextBox 15"/>
          <p:cNvSpPr txBox="1"/>
          <p:nvPr/>
        </p:nvSpPr>
        <p:spPr>
          <a:xfrm>
            <a:off x="5632704" y="1901952"/>
            <a:ext cx="2185415" cy="502920"/>
          </a:xfrm>
          <a:prstGeom prst="rect">
            <a:avLst/>
          </a:prstGeom>
          <a:noFill/>
        </p:spPr>
        <p:txBody>
          <a:bodyPr wrap="square" lIns="27432" tIns="13716" rIns="27432" bIns="13716" anchor="ctr">
            <a:spAutoFit/>
          </a:bodyPr>
          <a:lstStyle/>
          <a:p>
            <a:pPr algn="l"/>
            <a:r>
              <a:rPr sz="1180" b="0">
                <a:solidFill>
                  <a:srgbClr val="000000"/>
                </a:solidFill>
                <a:latin typeface="Microsoft YaHei"/>
              </a:rPr>
              <a:t>yₖ = ∑ₗ Hᵗʳᵘᵉₖₗ xₗ + nₖ</a:t>
            </a:r>
          </a:p>
          <a:p>
            <a:pPr algn="l"/>
            <a:r>
              <a:rPr sz="1180" b="0">
                <a:solidFill>
                  <a:srgbClr val="000000"/>
                </a:solidFill>
                <a:latin typeface="Microsoft YaHei"/>
              </a:rPr>
              <a:t>yₖ：4×1</a:t>
            </a:r>
          </a:p>
        </p:txBody>
      </p:sp>
      <p:sp>
        <p:nvSpPr>
          <p:cNvPr id="17" name="Rounded Rectangle 16"/>
          <p:cNvSpPr/>
          <p:nvPr/>
        </p:nvSpPr>
        <p:spPr>
          <a:xfrm>
            <a:off x="8275320" y="1435608"/>
            <a:ext cx="3026664" cy="100584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75320" y="1435608"/>
            <a:ext cx="3026664"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2" y="1458468"/>
            <a:ext cx="2880360" cy="347472"/>
          </a:xfrm>
          <a:prstGeom prst="rect">
            <a:avLst/>
          </a:prstGeom>
          <a:noFill/>
        </p:spPr>
        <p:txBody>
          <a:bodyPr wrap="square" lIns="27432" tIns="13716" rIns="27432" bIns="13716" anchor="ctr">
            <a:spAutoFit/>
          </a:bodyPr>
          <a:lstStyle/>
          <a:p>
            <a:pPr algn="ctr"/>
            <a:r>
              <a:rPr sz="1450" b="1">
                <a:solidFill>
                  <a:srgbClr val="FFFFFF"/>
                </a:solidFill>
                <a:latin typeface="Microsoft YaHei"/>
              </a:rPr>
              <a:t>④ 接收合并</a:t>
            </a:r>
          </a:p>
        </p:txBody>
      </p:sp>
      <p:sp>
        <p:nvSpPr>
          <p:cNvPr id="20" name="TextBox 19"/>
          <p:cNvSpPr txBox="1"/>
          <p:nvPr/>
        </p:nvSpPr>
        <p:spPr>
          <a:xfrm>
            <a:off x="8394192" y="1901952"/>
            <a:ext cx="2788920" cy="502920"/>
          </a:xfrm>
          <a:prstGeom prst="rect">
            <a:avLst/>
          </a:prstGeom>
          <a:noFill/>
        </p:spPr>
        <p:txBody>
          <a:bodyPr wrap="square" lIns="27432" tIns="13716" rIns="27432" bIns="13716" anchor="ctr">
            <a:spAutoFit/>
          </a:bodyPr>
          <a:lstStyle/>
          <a:p>
            <a:pPr algn="l"/>
            <a:r>
              <a:rPr sz="1250" b="0">
                <a:solidFill>
                  <a:srgbClr val="000000"/>
                </a:solidFill>
                <a:latin typeface="Microsoft YaHei"/>
              </a:rPr>
              <a:t>ŝₖ = Aₖᴴ yₖ</a:t>
            </a:r>
          </a:p>
          <a:p>
            <a:pPr algn="l"/>
            <a:r>
              <a:rPr sz="1250" b="0">
                <a:solidFill>
                  <a:srgbClr val="000000"/>
                </a:solidFill>
                <a:latin typeface="Microsoft YaHei"/>
              </a:rPr>
              <a:t>ŝₖ：r×1</a:t>
            </a:r>
          </a:p>
        </p:txBody>
      </p:sp>
      <p:cxnSp>
        <p:nvCxnSpPr>
          <p:cNvPr id="60" name="Connector 59"/>
          <p:cNvCxnSpPr/>
          <p:nvPr/>
        </p:nvCxnSpPr>
        <p:spPr>
          <a:xfrm>
            <a:off x="2514600" y="1938528"/>
            <a:ext cx="219456"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202936" y="1938528"/>
            <a:ext cx="274320"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46136" y="1938528"/>
            <a:ext cx="292608"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770632" y="2852928"/>
            <a:ext cx="2423160" cy="100584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770632" y="2852928"/>
            <a:ext cx="2423160"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43784" y="2875788"/>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预编码矩阵</a:t>
            </a:r>
          </a:p>
        </p:txBody>
      </p:sp>
      <p:sp>
        <p:nvSpPr>
          <p:cNvPr id="26" name="TextBox 25"/>
          <p:cNvSpPr txBox="1"/>
          <p:nvPr/>
        </p:nvSpPr>
        <p:spPr>
          <a:xfrm>
            <a:off x="2889504" y="3319272"/>
            <a:ext cx="2185415" cy="502920"/>
          </a:xfrm>
          <a:prstGeom prst="rect">
            <a:avLst/>
          </a:prstGeom>
          <a:noFill/>
        </p:spPr>
        <p:txBody>
          <a:bodyPr wrap="square" lIns="27432" tIns="13716" rIns="27432" bIns="13716" anchor="ctr">
            <a:spAutoFit/>
          </a:bodyPr>
          <a:lstStyle/>
          <a:p>
            <a:pPr algn="l"/>
            <a:r>
              <a:rPr sz="1250" b="0">
                <a:solidFill>
                  <a:srgbClr val="000000"/>
                </a:solidFill>
                <a:latin typeface="Microsoft YaHei"/>
              </a:rPr>
              <a:t>wₗⱼ：64×r</a:t>
            </a:r>
          </a:p>
          <a:p>
            <a:pPr algn="l"/>
            <a:r>
              <a:rPr sz="1250" b="0">
                <a:solidFill>
                  <a:srgbClr val="000000"/>
                </a:solidFill>
                <a:latin typeface="Microsoft YaHei"/>
              </a:rPr>
              <a:t>r 条流 → 64 个端口</a:t>
            </a:r>
          </a:p>
        </p:txBody>
      </p:sp>
      <p:sp>
        <p:nvSpPr>
          <p:cNvPr id="27" name="Rounded Rectangle 26"/>
          <p:cNvSpPr/>
          <p:nvPr/>
        </p:nvSpPr>
        <p:spPr>
          <a:xfrm>
            <a:off x="5513832" y="2852928"/>
            <a:ext cx="2423160" cy="100584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13832" y="2852928"/>
            <a:ext cx="2423160"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86984" y="2875788"/>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真实信道</a:t>
            </a:r>
          </a:p>
        </p:txBody>
      </p:sp>
      <p:sp>
        <p:nvSpPr>
          <p:cNvPr id="30" name="TextBox 29"/>
          <p:cNvSpPr txBox="1"/>
          <p:nvPr/>
        </p:nvSpPr>
        <p:spPr>
          <a:xfrm>
            <a:off x="5632704" y="3319272"/>
            <a:ext cx="2185415" cy="502920"/>
          </a:xfrm>
          <a:prstGeom prst="rect">
            <a:avLst/>
          </a:prstGeom>
          <a:noFill/>
        </p:spPr>
        <p:txBody>
          <a:bodyPr wrap="square" lIns="27432" tIns="13716" rIns="27432" bIns="13716" anchor="ctr">
            <a:spAutoFit/>
          </a:bodyPr>
          <a:lstStyle/>
          <a:p>
            <a:pPr algn="l"/>
            <a:r>
              <a:rPr sz="1250" b="0">
                <a:solidFill>
                  <a:srgbClr val="000000"/>
                </a:solidFill>
                <a:latin typeface="Microsoft YaHei"/>
              </a:rPr>
              <a:t>Hᵗʳᵘᵉₖₗ：4×64</a:t>
            </a:r>
          </a:p>
          <a:p>
            <a:pPr algn="l"/>
            <a:r>
              <a:rPr sz="1250" b="0">
                <a:solidFill>
                  <a:srgbClr val="000000"/>
                </a:solidFill>
                <a:latin typeface="Microsoft YaHei"/>
              </a:rPr>
              <a:t>nₖ：4×1</a:t>
            </a:r>
          </a:p>
        </p:txBody>
      </p:sp>
      <p:sp>
        <p:nvSpPr>
          <p:cNvPr id="31" name="Rounded Rectangle 30"/>
          <p:cNvSpPr/>
          <p:nvPr/>
        </p:nvSpPr>
        <p:spPr>
          <a:xfrm>
            <a:off x="8275320" y="2852928"/>
            <a:ext cx="3026664" cy="100584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275320" y="2852928"/>
            <a:ext cx="3026664"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48472" y="2875788"/>
            <a:ext cx="2880360"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接收合并矩阵</a:t>
            </a:r>
          </a:p>
        </p:txBody>
      </p:sp>
      <p:sp>
        <p:nvSpPr>
          <p:cNvPr id="34" name="TextBox 33"/>
          <p:cNvSpPr txBox="1"/>
          <p:nvPr/>
        </p:nvSpPr>
        <p:spPr>
          <a:xfrm>
            <a:off x="8394192" y="3319272"/>
            <a:ext cx="2788920" cy="502920"/>
          </a:xfrm>
          <a:prstGeom prst="rect">
            <a:avLst/>
          </a:prstGeom>
          <a:noFill/>
        </p:spPr>
        <p:txBody>
          <a:bodyPr wrap="square" lIns="27432" tIns="13716" rIns="27432" bIns="13716" anchor="ctr">
            <a:spAutoFit/>
          </a:bodyPr>
          <a:lstStyle/>
          <a:p>
            <a:pPr algn="l"/>
            <a:r>
              <a:rPr sz="1250" b="0">
                <a:solidFill>
                  <a:srgbClr val="000000"/>
                </a:solidFill>
                <a:latin typeface="Microsoft YaHei"/>
              </a:rPr>
              <a:t>Aₖ：4×r</a:t>
            </a:r>
          </a:p>
          <a:p>
            <a:pPr algn="l"/>
            <a:r>
              <a:rPr sz="1250" b="0">
                <a:solidFill>
                  <a:srgbClr val="000000"/>
                </a:solidFill>
                <a:latin typeface="Microsoft YaHei"/>
              </a:rPr>
              <a:t>Aₖᴴ：r×4</a:t>
            </a:r>
          </a:p>
        </p:txBody>
      </p:sp>
      <p:sp>
        <p:nvSpPr>
          <p:cNvPr id="38" name="Rounded Rectangle 37"/>
          <p:cNvSpPr/>
          <p:nvPr/>
        </p:nvSpPr>
        <p:spPr>
          <a:xfrm>
            <a:off x="2770632" y="4279392"/>
            <a:ext cx="2423160" cy="100584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2770632" y="4279392"/>
            <a:ext cx="2423160"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43784" y="4302252"/>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有用信号</a:t>
            </a:r>
          </a:p>
        </p:txBody>
      </p:sp>
      <p:sp>
        <p:nvSpPr>
          <p:cNvPr id="41" name="TextBox 40"/>
          <p:cNvSpPr txBox="1"/>
          <p:nvPr/>
        </p:nvSpPr>
        <p:spPr>
          <a:xfrm>
            <a:off x="2889504" y="4745736"/>
            <a:ext cx="2185415" cy="502920"/>
          </a:xfrm>
          <a:prstGeom prst="rect">
            <a:avLst/>
          </a:prstGeom>
          <a:noFill/>
        </p:spPr>
        <p:txBody>
          <a:bodyPr wrap="square" lIns="27432" tIns="13716" rIns="27432" bIns="13716" anchor="ctr">
            <a:spAutoFit/>
          </a:bodyPr>
          <a:lstStyle/>
          <a:p>
            <a:pPr algn="l"/>
            <a:r>
              <a:rPr sz="1160" b="0">
                <a:solidFill>
                  <a:srgbClr val="000000"/>
                </a:solidFill>
                <a:latin typeface="Microsoft YaHei"/>
              </a:rPr>
              <a:t>Gₖₖsₖ</a:t>
            </a:r>
          </a:p>
          <a:p>
            <a:pPr algn="l"/>
            <a:r>
              <a:rPr sz="1160" b="0">
                <a:solidFill>
                  <a:srgbClr val="000000"/>
                </a:solidFill>
                <a:latin typeface="Microsoft YaHei"/>
              </a:rPr>
              <a:t>Gₖⱼ = ∑ₗHᵗʳᵘᵉₖₗwₗⱼ</a:t>
            </a:r>
          </a:p>
        </p:txBody>
      </p:sp>
      <p:sp>
        <p:nvSpPr>
          <p:cNvPr id="42" name="Rounded Rectangle 41"/>
          <p:cNvSpPr/>
          <p:nvPr/>
        </p:nvSpPr>
        <p:spPr>
          <a:xfrm>
            <a:off x="5513832" y="4279392"/>
            <a:ext cx="2423160" cy="100584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513832" y="4279392"/>
            <a:ext cx="2423160"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586984" y="4302252"/>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其他 UE 干扰</a:t>
            </a:r>
          </a:p>
        </p:txBody>
      </p:sp>
      <p:sp>
        <p:nvSpPr>
          <p:cNvPr id="45" name="TextBox 44"/>
          <p:cNvSpPr txBox="1"/>
          <p:nvPr/>
        </p:nvSpPr>
        <p:spPr>
          <a:xfrm>
            <a:off x="5632704" y="4745736"/>
            <a:ext cx="2185415" cy="502920"/>
          </a:xfrm>
          <a:prstGeom prst="rect">
            <a:avLst/>
          </a:prstGeom>
          <a:noFill/>
        </p:spPr>
        <p:txBody>
          <a:bodyPr wrap="square" lIns="27432" tIns="13716" rIns="27432" bIns="13716" anchor="ctr">
            <a:spAutoFit/>
          </a:bodyPr>
          <a:lstStyle/>
          <a:p>
            <a:pPr algn="l"/>
            <a:r>
              <a:rPr sz="1190" b="0">
                <a:solidFill>
                  <a:srgbClr val="000000"/>
                </a:solidFill>
                <a:latin typeface="Microsoft YaHei"/>
              </a:rPr>
              <a:t>∑ⱼ≠ₖ Gₖⱼsⱼ</a:t>
            </a:r>
          </a:p>
          <a:p>
            <a:pPr algn="l"/>
            <a:r>
              <a:rPr sz="1190" b="0">
                <a:solidFill>
                  <a:srgbClr val="000000"/>
                </a:solidFill>
                <a:latin typeface="Microsoft YaHei"/>
              </a:rPr>
              <a:t>同资源组叠加</a:t>
            </a:r>
          </a:p>
        </p:txBody>
      </p:sp>
      <p:sp>
        <p:nvSpPr>
          <p:cNvPr id="46" name="Rounded Rectangle 45"/>
          <p:cNvSpPr/>
          <p:nvPr/>
        </p:nvSpPr>
        <p:spPr>
          <a:xfrm>
            <a:off x="8275320" y="4279392"/>
            <a:ext cx="3026664" cy="100584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275320" y="4279392"/>
            <a:ext cx="3026664"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348472" y="4302252"/>
            <a:ext cx="2880360"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接收噪声</a:t>
            </a:r>
          </a:p>
        </p:txBody>
      </p:sp>
      <p:sp>
        <p:nvSpPr>
          <p:cNvPr id="49" name="TextBox 48"/>
          <p:cNvSpPr txBox="1"/>
          <p:nvPr/>
        </p:nvSpPr>
        <p:spPr>
          <a:xfrm>
            <a:off x="8394192" y="4745736"/>
            <a:ext cx="2788920" cy="502920"/>
          </a:xfrm>
          <a:prstGeom prst="rect">
            <a:avLst/>
          </a:prstGeom>
          <a:noFill/>
        </p:spPr>
        <p:txBody>
          <a:bodyPr wrap="square" lIns="27432" tIns="13716" rIns="27432" bIns="13716" anchor="ctr">
            <a:spAutoFit/>
          </a:bodyPr>
          <a:lstStyle/>
          <a:p>
            <a:pPr algn="l"/>
            <a:r>
              <a:rPr sz="1160" b="0">
                <a:solidFill>
                  <a:srgbClr val="000000"/>
                </a:solidFill>
                <a:latin typeface="Microsoft YaHei"/>
              </a:rPr>
              <a:t>nₖ：4×1</a:t>
            </a:r>
          </a:p>
          <a:p>
            <a:pPr algn="l"/>
            <a:r>
              <a:rPr sz="1160" b="0">
                <a:solidFill>
                  <a:srgbClr val="000000"/>
                </a:solidFill>
                <a:latin typeface="Microsoft YaHei"/>
              </a:rPr>
              <a:t>与有用信号、干扰共同进入 yₖ</a:t>
            </a:r>
          </a:p>
        </p:txBody>
      </p:sp>
      <p:sp>
        <p:nvSpPr>
          <p:cNvPr id="53" name="TextBox 52"/>
          <p:cNvSpPr txBox="1"/>
          <p:nvPr/>
        </p:nvSpPr>
        <p:spPr>
          <a:xfrm>
            <a:off x="758952" y="5596128"/>
            <a:ext cx="10607040" cy="475488"/>
          </a:xfrm>
          <a:prstGeom prst="rect">
            <a:avLst/>
          </a:prstGeom>
          <a:noFill/>
        </p:spPr>
        <p:txBody>
          <a:bodyPr wrap="square" lIns="27432" tIns="13716" rIns="27432" bIns="13716" anchor="ctr">
            <a:spAutoFit/>
          </a:bodyPr>
          <a:lstStyle/>
          <a:p>
            <a:pPr algn="ctr"/>
            <a:r>
              <a:rPr sz="1450" b="1">
                <a:solidFill>
                  <a:srgbClr val="092B56"/>
                </a:solidFill>
                <a:latin typeface="Microsoft YaHei"/>
              </a:rPr>
              <a:t>当前快层：给定调度 b、服务关联 χ、流数 r 和资源权重 ν，优化预编码 w。</a:t>
            </a:r>
          </a:p>
        </p:txBody>
      </p:sp>
      <p:sp>
        <p:nvSpPr>
          <p:cNvPr id="61" name="Resource-group scope"/>
          <p:cNvSpPr txBox="1"/>
          <p:nvPr/>
        </p:nvSpPr>
        <p:spPr>
          <a:xfrm>
            <a:off x="7059168" y="1069848"/>
            <a:ext cx="4297680" cy="228600"/>
          </a:xfrm>
          <a:prstGeom prst="rect">
            <a:avLst/>
          </a:prstGeom>
          <a:noFill/>
        </p:spPr>
        <p:txBody>
          <a:bodyPr wrap="square" lIns="27432" tIns="13716" rIns="27432" bIns="13716" anchor="ctr">
            <a:spAutoFit/>
          </a:bodyPr>
          <a:lstStyle/>
          <a:p>
            <a:pPr algn="r"/>
            <a:r>
              <a:rPr sz="1100" b="1">
                <a:solidFill>
                  <a:srgbClr val="092B56"/>
                </a:solidFill>
                <a:latin typeface="Microsoft YaHei"/>
              </a:rPr>
              <a:t>本页固定一个资源组，省略下标 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物理速率与业务体验评价</a:t>
            </a:r>
          </a:p>
        </p:txBody>
      </p:sp>
      <p:sp>
        <p:nvSpPr>
          <p:cNvPr id="3" name="Rounded Rectangle 2"/>
          <p:cNvSpPr/>
          <p:nvPr/>
        </p:nvSpPr>
        <p:spPr>
          <a:xfrm>
            <a:off x="649224" y="1408176"/>
            <a:ext cx="1847088" cy="1078992"/>
          </a:xfrm>
          <a:prstGeom prst="roundRect">
            <a:avLst/>
          </a:prstGeom>
          <a:solidFill>
            <a:srgbClr val="092B56"/>
          </a:solidFill>
          <a:ln w="10160">
            <a:solidFill>
              <a:srgbClr val="092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554480"/>
            <a:ext cx="1645920" cy="758952"/>
          </a:xfrm>
          <a:prstGeom prst="rect">
            <a:avLst/>
          </a:prstGeom>
          <a:noFill/>
        </p:spPr>
        <p:txBody>
          <a:bodyPr wrap="square" lIns="27432" tIns="13716" rIns="27432" bIns="13716" anchor="ctr">
            <a:spAutoFit/>
          </a:bodyPr>
          <a:lstStyle/>
          <a:p>
            <a:pPr algn="ctr"/>
            <a:r>
              <a:rPr sz="1800" b="1">
                <a:solidFill>
                  <a:srgbClr val="FFFFFF"/>
                </a:solidFill>
                <a:latin typeface="Microsoft YaHei"/>
              </a:rPr>
              <a:t>物理速率</a:t>
            </a:r>
          </a:p>
        </p:txBody>
      </p:sp>
      <p:sp>
        <p:nvSpPr>
          <p:cNvPr id="5" name="Rounded Rectangle 4"/>
          <p:cNvSpPr/>
          <p:nvPr/>
        </p:nvSpPr>
        <p:spPr>
          <a:xfrm>
            <a:off x="649224" y="2834640"/>
            <a:ext cx="1847088" cy="1078992"/>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2980944"/>
            <a:ext cx="1645920" cy="758952"/>
          </a:xfrm>
          <a:prstGeom prst="rect">
            <a:avLst/>
          </a:prstGeom>
          <a:noFill/>
        </p:spPr>
        <p:txBody>
          <a:bodyPr wrap="square" lIns="27432" tIns="13716" rIns="27432" bIns="13716" anchor="ctr">
            <a:spAutoFit/>
          </a:bodyPr>
          <a:lstStyle/>
          <a:p>
            <a:pPr algn="ctr"/>
            <a:r>
              <a:rPr sz="1650" b="1">
                <a:solidFill>
                  <a:srgbClr val="FFFFFF"/>
                </a:solidFill>
                <a:latin typeface="Microsoft YaHei"/>
              </a:rPr>
              <a:t>静态体验代理</a:t>
            </a:r>
          </a:p>
        </p:txBody>
      </p:sp>
      <p:sp>
        <p:nvSpPr>
          <p:cNvPr id="7" name="Rounded Rectangle 6"/>
          <p:cNvSpPr/>
          <p:nvPr/>
        </p:nvSpPr>
        <p:spPr>
          <a:xfrm>
            <a:off x="649224" y="4261104"/>
            <a:ext cx="1847088" cy="1078992"/>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4407408"/>
            <a:ext cx="1645920" cy="758952"/>
          </a:xfrm>
          <a:prstGeom prst="rect">
            <a:avLst/>
          </a:prstGeom>
          <a:noFill/>
        </p:spPr>
        <p:txBody>
          <a:bodyPr wrap="square" lIns="27432" tIns="13716" rIns="27432" bIns="13716" anchor="ctr">
            <a:spAutoFit/>
          </a:bodyPr>
          <a:lstStyle/>
          <a:p>
            <a:pPr algn="ctr"/>
            <a:r>
              <a:rPr sz="1800" b="1">
                <a:solidFill>
                  <a:srgbClr val="FFFFFF"/>
                </a:solidFill>
                <a:latin typeface="Microsoft YaHei"/>
              </a:rPr>
              <a:t>功率评价</a:t>
            </a:r>
          </a:p>
        </p:txBody>
      </p:sp>
      <p:sp>
        <p:nvSpPr>
          <p:cNvPr id="9" name="Rounded Rectangle 8"/>
          <p:cNvSpPr/>
          <p:nvPr/>
        </p:nvSpPr>
        <p:spPr>
          <a:xfrm>
            <a:off x="2770632" y="1435608"/>
            <a:ext cx="2423160" cy="100584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70632" y="1435608"/>
            <a:ext cx="2423160"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43784" y="1499090"/>
            <a:ext cx="2276856" cy="266227"/>
          </a:xfrm>
          <a:prstGeom prst="rect">
            <a:avLst/>
          </a:prstGeom>
          <a:noFill/>
        </p:spPr>
        <p:txBody>
          <a:bodyPr wrap="square" lIns="27432" tIns="13716" rIns="27432" bIns="13716" anchor="ctr">
            <a:spAutoFit/>
          </a:bodyPr>
          <a:lstStyle/>
          <a:p>
            <a:pPr algn="ctr"/>
            <a:r>
              <a:rPr lang="en-US" sz="1430" b="1" dirty="0" err="1">
                <a:solidFill>
                  <a:srgbClr val="FFFFFF"/>
                </a:solidFill>
                <a:latin typeface="Microsoft YaHei"/>
              </a:rPr>
              <a:t>真实信道 + 预编码</a:t>
            </a:r>
            <a:endParaRPr sz="1550" b="1" dirty="0">
              <a:solidFill>
                <a:srgbClr val="FFFFFF"/>
              </a:solidFill>
              <a:latin typeface="Microsoft YaHei"/>
            </a:endParaRPr>
          </a:p>
        </p:txBody>
      </p:sp>
      <p:sp>
        <p:nvSpPr>
          <p:cNvPr id="12" name="TextBox 11"/>
          <p:cNvSpPr txBox="1"/>
          <p:nvPr/>
        </p:nvSpPr>
        <p:spPr>
          <a:xfrm>
            <a:off x="2889504" y="1901952"/>
            <a:ext cx="2185415" cy="502920"/>
          </a:xfrm>
          <a:prstGeom prst="rect">
            <a:avLst/>
          </a:prstGeom>
          <a:noFill/>
        </p:spPr>
        <p:txBody>
          <a:bodyPr wrap="square" lIns="27432" tIns="13716" rIns="27432" bIns="13716" anchor="ctr">
            <a:spAutoFit/>
          </a:bodyPr>
          <a:lstStyle/>
          <a:p>
            <a:pPr algn="l"/>
            <a:r>
              <a:rPr sz="1120" b="0">
                <a:solidFill>
                  <a:srgbClr val="000000"/>
                </a:solidFill>
                <a:latin typeface="Microsoft YaHei"/>
              </a:rPr>
              <a:t>Gₖⱼg = ∑ₗ Hᵗʳᵘᵉₖₗg wₗⱼg</a:t>
            </a:r>
          </a:p>
          <a:p>
            <a:pPr algn="l"/>
            <a:r>
              <a:rPr sz="1120" b="0">
                <a:solidFill>
                  <a:srgbClr val="000000"/>
                </a:solidFill>
                <a:latin typeface="Microsoft YaHei"/>
              </a:rPr>
              <a:t>同一 UE 跨 TRP 相干求和</a:t>
            </a:r>
          </a:p>
        </p:txBody>
      </p:sp>
      <p:sp>
        <p:nvSpPr>
          <p:cNvPr id="13" name="Rounded Rectangle 12"/>
          <p:cNvSpPr/>
          <p:nvPr/>
        </p:nvSpPr>
        <p:spPr>
          <a:xfrm>
            <a:off x="5513832" y="1435608"/>
            <a:ext cx="2423160" cy="100584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513832" y="1435608"/>
            <a:ext cx="2423160"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86984" y="1458468"/>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频谱效率</a:t>
            </a:r>
          </a:p>
        </p:txBody>
      </p:sp>
      <p:sp>
        <p:nvSpPr>
          <p:cNvPr id="16" name="TextBox 15"/>
          <p:cNvSpPr txBox="1"/>
          <p:nvPr/>
        </p:nvSpPr>
        <p:spPr>
          <a:xfrm>
            <a:off x="5632704" y="1901952"/>
            <a:ext cx="2185415" cy="502920"/>
          </a:xfrm>
          <a:prstGeom prst="rect">
            <a:avLst/>
          </a:prstGeom>
          <a:noFill/>
        </p:spPr>
        <p:txBody>
          <a:bodyPr wrap="square" lIns="27432" tIns="13716" rIns="27432" bIns="13716" anchor="ctr">
            <a:spAutoFit/>
          </a:bodyPr>
          <a:lstStyle/>
          <a:p>
            <a:pPr algn="l"/>
            <a:r>
              <a:rPr sz="1090" b="0">
                <a:solidFill>
                  <a:srgbClr val="000000"/>
                </a:solidFill>
                <a:latin typeface="Microsoft YaHei"/>
              </a:rPr>
              <a:t>SEₖg = log₂det(R总) − log₂det(R扰)</a:t>
            </a:r>
          </a:p>
          <a:p>
            <a:pPr algn="l"/>
            <a:r>
              <a:rPr sz="1090" b="0">
                <a:solidFill>
                  <a:srgbClr val="000000"/>
                </a:solidFill>
                <a:latin typeface="Microsoft YaHei"/>
              </a:rPr>
              <a:t>bit/s/Hz</a:t>
            </a:r>
          </a:p>
        </p:txBody>
      </p:sp>
      <p:sp>
        <p:nvSpPr>
          <p:cNvPr id="17" name="Rounded Rectangle 16"/>
          <p:cNvSpPr/>
          <p:nvPr/>
        </p:nvSpPr>
        <p:spPr>
          <a:xfrm>
            <a:off x="8275320" y="1435608"/>
            <a:ext cx="3026664" cy="1005840"/>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275320" y="1435608"/>
            <a:ext cx="3026664" cy="402336"/>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48472" y="1458468"/>
            <a:ext cx="2880360" cy="347472"/>
          </a:xfrm>
          <a:prstGeom prst="rect">
            <a:avLst/>
          </a:prstGeom>
          <a:noFill/>
        </p:spPr>
        <p:txBody>
          <a:bodyPr wrap="square" lIns="27432" tIns="13716" rIns="27432" bIns="13716" anchor="ctr">
            <a:spAutoFit/>
          </a:bodyPr>
          <a:lstStyle/>
          <a:p>
            <a:pPr algn="ctr"/>
            <a:r>
              <a:rPr sz="1430" b="1">
                <a:solidFill>
                  <a:srgbClr val="FFFFFF"/>
                </a:solidFill>
                <a:latin typeface="Microsoft YaHei"/>
              </a:rPr>
              <a:t>可传比特 / TTI</a:t>
            </a:r>
          </a:p>
        </p:txBody>
      </p:sp>
      <p:sp>
        <p:nvSpPr>
          <p:cNvPr id="20" name="TextBox 19"/>
          <p:cNvSpPr txBox="1"/>
          <p:nvPr/>
        </p:nvSpPr>
        <p:spPr>
          <a:xfrm>
            <a:off x="8394192" y="1901952"/>
            <a:ext cx="2788920" cy="502920"/>
          </a:xfrm>
          <a:prstGeom prst="rect">
            <a:avLst/>
          </a:prstGeom>
          <a:noFill/>
        </p:spPr>
        <p:txBody>
          <a:bodyPr wrap="square" lIns="27432" tIns="13716" rIns="27432" bIns="13716" anchor="ctr">
            <a:spAutoFit/>
          </a:bodyPr>
          <a:lstStyle/>
          <a:p>
            <a:pPr algn="l"/>
            <a:r>
              <a:rPr sz="1180" b="0">
                <a:solidFill>
                  <a:srgbClr val="000000"/>
                </a:solidFill>
                <a:latin typeface="Microsoft YaHei"/>
              </a:rPr>
              <a:t>Bₖg = SEₖg·273νg·12Δf·Δt</a:t>
            </a:r>
          </a:p>
          <a:p>
            <a:pPr algn="l"/>
            <a:r>
              <a:rPr sz="1180" b="0">
                <a:solidFill>
                  <a:srgbClr val="000000"/>
                </a:solidFill>
                <a:latin typeface="Microsoft YaHei"/>
              </a:rPr>
              <a:t>bit/TTI</a:t>
            </a:r>
          </a:p>
        </p:txBody>
      </p:sp>
      <p:cxnSp>
        <p:nvCxnSpPr>
          <p:cNvPr id="21" name="Connector 20"/>
          <p:cNvCxnSpPr/>
          <p:nvPr/>
        </p:nvCxnSpPr>
        <p:spPr>
          <a:xfrm>
            <a:off x="5202936" y="1938528"/>
            <a:ext cx="274320"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46136" y="1938528"/>
            <a:ext cx="292608"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770632" y="2852928"/>
            <a:ext cx="2423160" cy="100584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770632" y="2852928"/>
            <a:ext cx="2423160"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43784" y="2875788"/>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用户体验</a:t>
            </a:r>
          </a:p>
        </p:txBody>
      </p:sp>
      <p:sp>
        <p:nvSpPr>
          <p:cNvPr id="26" name="TextBox 25"/>
          <p:cNvSpPr txBox="1"/>
          <p:nvPr/>
        </p:nvSpPr>
        <p:spPr>
          <a:xfrm>
            <a:off x="2889504" y="3319272"/>
            <a:ext cx="2185415" cy="502920"/>
          </a:xfrm>
          <a:prstGeom prst="rect">
            <a:avLst/>
          </a:prstGeom>
          <a:noFill/>
        </p:spPr>
        <p:txBody>
          <a:bodyPr wrap="square" lIns="27432" tIns="13716" rIns="27432" bIns="13716" anchor="ctr">
            <a:spAutoFit/>
          </a:bodyPr>
          <a:lstStyle/>
          <a:p>
            <a:pPr algn="l"/>
            <a:r>
              <a:rPr sz="1220" b="0">
                <a:solidFill>
                  <a:srgbClr val="000000"/>
                </a:solidFill>
                <a:latin typeface="Microsoft YaHei"/>
              </a:rPr>
              <a:t>Eₖ = Vₖ/(N有效·Δt)</a:t>
            </a:r>
          </a:p>
          <a:p>
            <a:pPr algn="l"/>
            <a:r>
              <a:rPr sz="1220" b="0">
                <a:solidFill>
                  <a:srgbClr val="000000"/>
                </a:solidFill>
                <a:latin typeface="Microsoft YaHei"/>
              </a:rPr>
              <a:t>Mbps：再除以 10⁶</a:t>
            </a:r>
          </a:p>
        </p:txBody>
      </p:sp>
      <p:sp>
        <p:nvSpPr>
          <p:cNvPr id="27" name="Rounded Rectangle 26"/>
          <p:cNvSpPr/>
          <p:nvPr/>
        </p:nvSpPr>
        <p:spPr>
          <a:xfrm>
            <a:off x="5513832" y="2852928"/>
            <a:ext cx="2423160" cy="100584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13832" y="2852928"/>
            <a:ext cx="2423160"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86984" y="2875788"/>
            <a:ext cx="2276856" cy="347472"/>
          </a:xfrm>
          <a:prstGeom prst="rect">
            <a:avLst/>
          </a:prstGeom>
          <a:noFill/>
        </p:spPr>
        <p:txBody>
          <a:bodyPr wrap="square" lIns="27432" tIns="13716" rIns="27432" bIns="13716" anchor="ctr">
            <a:spAutoFit/>
          </a:bodyPr>
          <a:lstStyle/>
          <a:p>
            <a:pPr algn="ctr"/>
            <a:r>
              <a:rPr sz="1430" b="1">
                <a:solidFill>
                  <a:srgbClr val="FFFFFF"/>
                </a:solidFill>
                <a:latin typeface="Microsoft YaHei"/>
              </a:rPr>
              <a:t>容量代理比特量</a:t>
            </a:r>
          </a:p>
        </p:txBody>
      </p:sp>
      <p:sp>
        <p:nvSpPr>
          <p:cNvPr id="30" name="TextBox 29"/>
          <p:cNvSpPr txBox="1"/>
          <p:nvPr/>
        </p:nvSpPr>
        <p:spPr>
          <a:xfrm>
            <a:off x="5632704" y="3319272"/>
            <a:ext cx="2185415" cy="502920"/>
          </a:xfrm>
          <a:prstGeom prst="rect">
            <a:avLst/>
          </a:prstGeom>
          <a:noFill/>
        </p:spPr>
        <p:txBody>
          <a:bodyPr wrap="square" lIns="27432" tIns="13716" rIns="27432" bIns="13716" anchor="ctr">
            <a:spAutoFit/>
          </a:bodyPr>
          <a:lstStyle/>
          <a:p>
            <a:pPr algn="l"/>
            <a:r>
              <a:rPr sz="1170" b="0">
                <a:solidFill>
                  <a:srgbClr val="000000"/>
                </a:solidFill>
                <a:latin typeface="Microsoft YaHei"/>
              </a:rPr>
              <a:t>Vₖ = ∑g,t Mₖt Dₖt Bₖg</a:t>
            </a:r>
          </a:p>
          <a:p>
            <a:pPr algn="l"/>
            <a:r>
              <a:rPr sz="1170" b="0">
                <a:solidFill>
                  <a:srgbClr val="000000"/>
                </a:solidFill>
                <a:latin typeface="Microsoft YaHei"/>
              </a:rPr>
              <a:t>不是队列实际交付量</a:t>
            </a:r>
          </a:p>
        </p:txBody>
      </p:sp>
      <p:sp>
        <p:nvSpPr>
          <p:cNvPr id="31" name="Rounded Rectangle 30"/>
          <p:cNvSpPr/>
          <p:nvPr/>
        </p:nvSpPr>
        <p:spPr>
          <a:xfrm>
            <a:off x="8275320" y="2852928"/>
            <a:ext cx="3026664" cy="1005840"/>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275320" y="2852928"/>
            <a:ext cx="3026664" cy="402336"/>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48472" y="2875788"/>
            <a:ext cx="2880360"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业务掩码</a:t>
            </a:r>
          </a:p>
        </p:txBody>
      </p:sp>
      <p:sp>
        <p:nvSpPr>
          <p:cNvPr id="34" name="TextBox 33"/>
          <p:cNvSpPr txBox="1"/>
          <p:nvPr/>
        </p:nvSpPr>
        <p:spPr>
          <a:xfrm>
            <a:off x="8394192" y="3319272"/>
            <a:ext cx="2788920" cy="502920"/>
          </a:xfrm>
          <a:prstGeom prst="rect">
            <a:avLst/>
          </a:prstGeom>
          <a:noFill/>
        </p:spPr>
        <p:txBody>
          <a:bodyPr wrap="square" lIns="27432" tIns="13716" rIns="27432" bIns="13716" anchor="ctr">
            <a:spAutoFit/>
          </a:bodyPr>
          <a:lstStyle/>
          <a:p>
            <a:pPr algn="l"/>
            <a:r>
              <a:rPr sz="1180" b="0">
                <a:solidFill>
                  <a:srgbClr val="000000"/>
                </a:solidFill>
                <a:latin typeface="Microsoft YaHei"/>
              </a:rPr>
              <a:t>Mₖt：忙且非末 TTI</a:t>
            </a:r>
          </a:p>
          <a:p>
            <a:pPr algn="l"/>
            <a:r>
              <a:rPr sz="1180" b="0">
                <a:solidFill>
                  <a:srgbClr val="000000"/>
                </a:solidFill>
                <a:latin typeface="Microsoft YaHei"/>
              </a:rPr>
              <a:t>Dₖt：常规 1，尾段 2/7</a:t>
            </a:r>
          </a:p>
        </p:txBody>
      </p:sp>
      <p:cxnSp>
        <p:nvCxnSpPr>
          <p:cNvPr id="35" name="Connector 34"/>
          <p:cNvCxnSpPr/>
          <p:nvPr/>
        </p:nvCxnSpPr>
        <p:spPr>
          <a:xfrm>
            <a:off x="9784080" y="2478024"/>
            <a:ext cx="0" cy="32004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973568" y="3355848"/>
            <a:ext cx="265176" cy="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230368" y="3355848"/>
            <a:ext cx="246888" cy="0"/>
          </a:xfrm>
          <a:prstGeom prst="line">
            <a:avLst/>
          </a:prstGeom>
          <a:ln w="30480">
            <a:solidFill>
              <a:srgbClr val="1C76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2770632" y="4279392"/>
            <a:ext cx="2423160" cy="100584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2770632" y="4279392"/>
            <a:ext cx="2423160"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43784" y="4302252"/>
            <a:ext cx="2276856"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资源组功率</a:t>
            </a:r>
          </a:p>
        </p:txBody>
      </p:sp>
      <p:sp>
        <p:nvSpPr>
          <p:cNvPr id="41" name="TextBox 40"/>
          <p:cNvSpPr txBox="1"/>
          <p:nvPr/>
        </p:nvSpPr>
        <p:spPr>
          <a:xfrm>
            <a:off x="2889504" y="4745736"/>
            <a:ext cx="2185415" cy="502920"/>
          </a:xfrm>
          <a:prstGeom prst="rect">
            <a:avLst/>
          </a:prstGeom>
          <a:noFill/>
        </p:spPr>
        <p:txBody>
          <a:bodyPr wrap="square" lIns="27432" tIns="13716" rIns="27432" bIns="13716" anchor="ctr">
            <a:spAutoFit/>
          </a:bodyPr>
          <a:lstStyle/>
          <a:p>
            <a:pPr algn="l"/>
            <a:r>
              <a:rPr sz="1230" b="0">
                <a:solidFill>
                  <a:srgbClr val="000000"/>
                </a:solidFill>
                <a:latin typeface="Microsoft YaHei"/>
              </a:rPr>
              <a:t>pₗg = ∑ⱼ ‖wₗⱼg‖²F</a:t>
            </a:r>
          </a:p>
          <a:p>
            <a:pPr algn="l"/>
            <a:r>
              <a:rPr sz="1230" b="0">
                <a:solidFill>
                  <a:srgbClr val="000000"/>
                </a:solidFill>
                <a:latin typeface="Microsoft YaHei"/>
              </a:rPr>
              <a:t>组内预编码平方和</a:t>
            </a:r>
          </a:p>
        </p:txBody>
      </p:sp>
      <p:sp>
        <p:nvSpPr>
          <p:cNvPr id="42" name="Rounded Rectangle 41"/>
          <p:cNvSpPr/>
          <p:nvPr/>
        </p:nvSpPr>
        <p:spPr>
          <a:xfrm>
            <a:off x="5513832" y="4279392"/>
            <a:ext cx="2423160" cy="100584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5513832" y="4279392"/>
            <a:ext cx="2423160"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586984" y="4302252"/>
            <a:ext cx="2276856" cy="347472"/>
          </a:xfrm>
          <a:prstGeom prst="rect">
            <a:avLst/>
          </a:prstGeom>
          <a:noFill/>
        </p:spPr>
        <p:txBody>
          <a:bodyPr wrap="square" lIns="27432" tIns="13716" rIns="27432" bIns="13716" anchor="ctr">
            <a:spAutoFit/>
          </a:bodyPr>
          <a:lstStyle/>
          <a:p>
            <a:pPr algn="ctr"/>
            <a:r>
              <a:rPr sz="1390" b="1">
                <a:solidFill>
                  <a:srgbClr val="FFFFFF"/>
                </a:solidFill>
                <a:latin typeface="Microsoft YaHei"/>
              </a:rPr>
              <a:t>跨组加权总功率</a:t>
            </a:r>
          </a:p>
        </p:txBody>
      </p:sp>
      <p:sp>
        <p:nvSpPr>
          <p:cNvPr id="45" name="TextBox 44"/>
          <p:cNvSpPr txBox="1"/>
          <p:nvPr/>
        </p:nvSpPr>
        <p:spPr>
          <a:xfrm>
            <a:off x="5632704" y="4745736"/>
            <a:ext cx="2185415" cy="502920"/>
          </a:xfrm>
          <a:prstGeom prst="rect">
            <a:avLst/>
          </a:prstGeom>
          <a:noFill/>
        </p:spPr>
        <p:txBody>
          <a:bodyPr wrap="square" lIns="27432" tIns="13716" rIns="27432" bIns="13716" anchor="ctr">
            <a:spAutoFit/>
          </a:bodyPr>
          <a:lstStyle/>
          <a:p>
            <a:pPr algn="l"/>
            <a:r>
              <a:rPr sz="1250" b="0">
                <a:solidFill>
                  <a:srgbClr val="000000"/>
                </a:solidFill>
                <a:latin typeface="Microsoft YaHei"/>
              </a:rPr>
              <a:t>Pₗ = ∑g νg pₗg</a:t>
            </a:r>
          </a:p>
          <a:p>
            <a:pPr algn="l"/>
            <a:r>
              <a:rPr sz="1250" b="0">
                <a:solidFill>
                  <a:srgbClr val="000000"/>
                </a:solidFill>
                <a:latin typeface="Microsoft YaHei"/>
              </a:rPr>
              <a:t>每 TRP 共用预算</a:t>
            </a:r>
          </a:p>
        </p:txBody>
      </p:sp>
      <p:sp>
        <p:nvSpPr>
          <p:cNvPr id="46" name="Rounded Rectangle 45"/>
          <p:cNvSpPr/>
          <p:nvPr/>
        </p:nvSpPr>
        <p:spPr>
          <a:xfrm>
            <a:off x="8275320" y="4279392"/>
            <a:ext cx="3026664" cy="100584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275320" y="4279392"/>
            <a:ext cx="3026664" cy="402336"/>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348472" y="4302252"/>
            <a:ext cx="2880360" cy="347472"/>
          </a:xfrm>
          <a:prstGeom prst="rect">
            <a:avLst/>
          </a:prstGeom>
          <a:noFill/>
        </p:spPr>
        <p:txBody>
          <a:bodyPr wrap="square" lIns="27432" tIns="13716" rIns="27432" bIns="13716" anchor="ctr">
            <a:spAutoFit/>
          </a:bodyPr>
          <a:lstStyle/>
          <a:p>
            <a:pPr algn="ctr"/>
            <a:r>
              <a:rPr sz="1550" b="1">
                <a:solidFill>
                  <a:srgbClr val="FFFFFF"/>
                </a:solidFill>
                <a:latin typeface="Microsoft YaHei"/>
              </a:rPr>
              <a:t>评价报告</a:t>
            </a:r>
          </a:p>
        </p:txBody>
      </p:sp>
      <p:sp>
        <p:nvSpPr>
          <p:cNvPr id="49" name="TextBox 48"/>
          <p:cNvSpPr txBox="1"/>
          <p:nvPr/>
        </p:nvSpPr>
        <p:spPr>
          <a:xfrm>
            <a:off x="8394192" y="4745736"/>
            <a:ext cx="2788920" cy="502920"/>
          </a:xfrm>
          <a:prstGeom prst="rect">
            <a:avLst/>
          </a:prstGeom>
          <a:noFill/>
        </p:spPr>
        <p:txBody>
          <a:bodyPr wrap="square" lIns="27432" tIns="13716" rIns="27432" bIns="13716" anchor="ctr">
            <a:spAutoFit/>
          </a:bodyPr>
          <a:lstStyle/>
          <a:p>
            <a:pPr algn="l"/>
            <a:r>
              <a:rPr sz="1210" b="0">
                <a:solidFill>
                  <a:srgbClr val="000000"/>
                </a:solidFill>
                <a:latin typeface="Microsoft YaHei"/>
              </a:rPr>
              <a:t>体验均值、低 5% 分位</a:t>
            </a:r>
          </a:p>
          <a:p>
            <a:pPr algn="l"/>
            <a:r>
              <a:rPr sz="1210" b="0">
                <a:solidFill>
                  <a:srgbClr val="000000"/>
                </a:solidFill>
                <a:latin typeface="Microsoft YaHei"/>
              </a:rPr>
              <a:t>TRP 平均/最大功率</a:t>
            </a:r>
          </a:p>
        </p:txBody>
      </p:sp>
      <p:cxnSp>
        <p:nvCxnSpPr>
          <p:cNvPr id="50" name="Connector 49"/>
          <p:cNvCxnSpPr/>
          <p:nvPr/>
        </p:nvCxnSpPr>
        <p:spPr>
          <a:xfrm>
            <a:off x="3977639" y="3895344"/>
            <a:ext cx="0" cy="347472"/>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202936" y="4782312"/>
            <a:ext cx="274320" cy="0"/>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946136" y="4782312"/>
            <a:ext cx="292608" cy="0"/>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58952" y="5641848"/>
            <a:ext cx="10607040" cy="365760"/>
          </a:xfrm>
          <a:prstGeom prst="rect">
            <a:avLst/>
          </a:prstGeom>
          <a:noFill/>
        </p:spPr>
        <p:txBody>
          <a:bodyPr wrap="square" lIns="27432" tIns="13716" rIns="27432" bIns="13716" anchor="ctr">
            <a:spAutoFit/>
          </a:bodyPr>
          <a:lstStyle/>
          <a:p>
            <a:pPr algn="ctr"/>
            <a:r>
              <a:rPr sz="1500" b="1">
                <a:solidFill>
                  <a:srgbClr val="092B56"/>
                </a:solidFill>
                <a:latin typeface="Microsoft YaHei"/>
              </a:rPr>
              <a:t>默认静态评价采用容量代理和业务掩码；未模拟队列实际出队。</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优化目标、变量与约束</a:t>
            </a:r>
          </a:p>
        </p:txBody>
      </p:sp>
      <p:sp>
        <p:nvSpPr>
          <p:cNvPr id="100" name="Objective panel"/>
          <p:cNvSpPr/>
          <p:nvPr/>
        </p:nvSpPr>
        <p:spPr>
          <a:xfrm>
            <a:off x="610000" y="1320000"/>
            <a:ext cx="10980000" cy="2450000"/>
          </a:xfrm>
          <a:prstGeom prst="roundRect">
            <a:avLst/>
          </a:prstGeom>
          <a:solidFill>
            <a:srgbClr val="EDF3FB"/>
          </a:solidFill>
          <a:ln w="14000">
            <a:solidFill>
              <a:srgbClr val="145394"/>
            </a:solidFill>
          </a:ln>
        </p:spPr>
        <p:txBody>
          <a:bodyPr anchor="ctr" lIns="100000" rIns="100000" tIns="35000" bIns="35000"/>
          <a:lstStyle/>
          <a:p>
            <a:pPr algn="l"/>
          </a:p>
        </p:txBody>
      </p:sp>
      <p:sp>
        <p:nvSpPr>
          <p:cNvPr id="101" name="Objective heading"/>
          <p:cNvSpPr/>
          <p:nvPr/>
        </p:nvSpPr>
        <p:spPr>
          <a:xfrm>
            <a:off x="840000" y="1470000"/>
            <a:ext cx="10500000" cy="330000"/>
          </a:xfrm>
          <a:prstGeom prst="roundRect">
            <a:avLst/>
          </a:prstGeom>
          <a:noFill/>
          <a:ln w="0"/>
        </p:spPr>
        <p:txBody>
          <a:bodyPr anchor="ctr" lIns="100000" rIns="100000" tIns="35000" bIns="35000"/>
          <a:lstStyle/>
          <a:p>
            <a:pPr algn="l"/>
            <a:r>
              <a:rPr lang="zh-CN" sz="2150" b="1">
                <a:solidFill>
                  <a:srgbClr val="17365D"/>
                </a:solidFill>
                <a:latin typeface="Microsoft YaHei"/>
                <a:ea typeface="Microsoft YaHei"/>
              </a:rPr>
              <a:t>当前默认目标：统计误差感知的加权总频谱效率</a:t>
            </a:r>
          </a:p>
        </p:txBody>
      </p:sp>
      <p:sp>
        <p:nvSpPr>
          <p:cNvPr id="102" name="Objective formula"/>
          <p:cNvSpPr/>
          <p:nvPr/>
        </p:nvSpPr>
        <p:spPr>
          <a:xfrm>
            <a:off x="900000" y="1930000"/>
            <a:ext cx="10200000" cy="565000"/>
          </a:xfrm>
          <a:prstGeom prst="roundRect">
            <a:avLst/>
          </a:prstGeom>
          <a:noFill/>
          <a:ln w="0"/>
        </p:spPr>
        <p:txBody>
          <a:bodyPr anchor="ctr" lIns="100000" rIns="100000" tIns="35000" bIns="35000"/>
          <a:lstStyle/>
          <a:p>
            <a:pPr algn="ctr"/>
            <a:r>
              <a:rPr lang="zh-CN" sz="2800" b="1">
                <a:solidFill>
                  <a:srgbClr val="0A3C77"/>
                </a:solidFill>
                <a:latin typeface="Microsoft YaHei"/>
                <a:ea typeface="Microsoft YaHei"/>
              </a:rPr>
              <a:t>max</a:t>
            </a:r>
            <a:r>
              <a:rPr lang="zh-CN" sz="2016" b="1" baseline="-25000">
                <a:solidFill>
                  <a:srgbClr val="0A3C77"/>
                </a:solidFill>
                <a:latin typeface="Microsoft YaHei"/>
                <a:ea typeface="Microsoft YaHei"/>
              </a:rPr>
              <a:t>w</a:t>
            </a:r>
            <a:r>
              <a:rPr lang="zh-CN" sz="2800" b="1">
                <a:solidFill>
                  <a:srgbClr val="0A3C77"/>
                </a:solidFill>
                <a:latin typeface="Microsoft YaHei"/>
                <a:ea typeface="Microsoft YaHei"/>
              </a:rPr>
              <a:t>  Σ</a:t>
            </a:r>
            <a:r>
              <a:rPr lang="zh-CN" sz="2016" b="1" baseline="-25000">
                <a:solidFill>
                  <a:srgbClr val="0A3C77"/>
                </a:solidFill>
                <a:latin typeface="Microsoft YaHei"/>
                <a:ea typeface="Microsoft YaHei"/>
              </a:rPr>
              <a:t>g</a:t>
            </a:r>
            <a:r>
              <a:rPr lang="zh-CN" sz="2800" b="1">
                <a:solidFill>
                  <a:srgbClr val="0A3C77"/>
                </a:solidFill>
                <a:latin typeface="Microsoft YaHei"/>
                <a:ea typeface="Microsoft YaHei"/>
              </a:rPr>
              <a:t> ν</a:t>
            </a:r>
            <a:r>
              <a:rPr lang="zh-CN" sz="2016" b="1" baseline="-25000">
                <a:solidFill>
                  <a:srgbClr val="0A3C77"/>
                </a:solidFill>
                <a:latin typeface="Microsoft YaHei"/>
                <a:ea typeface="Microsoft YaHei"/>
              </a:rPr>
              <a:t>g</a:t>
            </a:r>
            <a:r>
              <a:rPr lang="zh-CN" sz="2800" b="1">
                <a:solidFill>
                  <a:srgbClr val="0A3C77"/>
                </a:solidFill>
                <a:latin typeface="Microsoft YaHei"/>
                <a:ea typeface="Microsoft YaHei"/>
              </a:rPr>
              <a:t> Σ</a:t>
            </a:r>
            <a:r>
              <a:rPr lang="zh-CN" sz="2016" b="1" baseline="-25000">
                <a:solidFill>
                  <a:srgbClr val="0A3C77"/>
                </a:solidFill>
                <a:latin typeface="Microsoft YaHei"/>
                <a:ea typeface="Microsoft YaHei"/>
              </a:rPr>
              <a:t>k</a:t>
            </a:r>
            <a:r>
              <a:rPr lang="zh-CN" sz="2800" b="1">
                <a:solidFill>
                  <a:srgbClr val="0A3C77"/>
                </a:solidFill>
                <a:latin typeface="Microsoft YaHei"/>
                <a:ea typeface="Microsoft YaHei"/>
              </a:rPr>
              <a:t> b</a:t>
            </a:r>
            <a:r>
              <a:rPr lang="zh-CN" sz="2016" b="1" baseline="-25000">
                <a:solidFill>
                  <a:srgbClr val="0A3C77"/>
                </a:solidFill>
                <a:latin typeface="Microsoft YaHei"/>
                <a:ea typeface="Microsoft YaHei"/>
              </a:rPr>
              <a:t>kg</a:t>
            </a:r>
            <a:r>
              <a:rPr lang="zh-CN" sz="2800" b="1">
                <a:solidFill>
                  <a:srgbClr val="0A3C77"/>
                </a:solidFill>
                <a:latin typeface="Microsoft YaHei"/>
                <a:ea typeface="Microsoft YaHei"/>
              </a:rPr>
              <a:t> Rᵉˢᵗ</a:t>
            </a:r>
            <a:r>
              <a:rPr lang="zh-CN" sz="2016" b="1" baseline="-25000">
                <a:solidFill>
                  <a:srgbClr val="0A3C77"/>
                </a:solidFill>
                <a:latin typeface="Microsoft YaHei"/>
                <a:ea typeface="Microsoft YaHei"/>
              </a:rPr>
              <a:t>kg</a:t>
            </a:r>
            <a:r>
              <a:rPr lang="zh-CN" sz="2800" b="1">
                <a:solidFill>
                  <a:srgbClr val="0A3C77"/>
                </a:solidFill>
                <a:latin typeface="Microsoft YaHei"/>
                <a:ea typeface="Microsoft YaHei"/>
              </a:rPr>
              <a:t>(w)</a:t>
            </a:r>
          </a:p>
        </p:txBody>
      </p:sp>
      <p:sp>
        <p:nvSpPr>
          <p:cNvPr id="103" name="Rate formula"/>
          <p:cNvSpPr/>
          <p:nvPr/>
        </p:nvSpPr>
        <p:spPr>
          <a:xfrm>
            <a:off x="900000" y="2580000"/>
            <a:ext cx="10200000" cy="460000"/>
          </a:xfrm>
          <a:prstGeom prst="roundRect">
            <a:avLst/>
          </a:prstGeom>
          <a:noFill/>
          <a:ln w="0"/>
        </p:spPr>
        <p:txBody>
          <a:bodyPr anchor="ctr" lIns="100000" rIns="100000" tIns="35000" bIns="35000"/>
          <a:lstStyle/>
          <a:p>
            <a:pPr algn="ctr"/>
            <a:r>
              <a:rPr lang="zh-CN" sz="2350" b="0">
                <a:solidFill>
                  <a:srgbClr val="0A3C77"/>
                </a:solidFill>
                <a:latin typeface="Microsoft YaHei"/>
                <a:ea typeface="Microsoft YaHei"/>
              </a:rPr>
              <a:t>Rᵉˢᵗ</a:t>
            </a:r>
            <a:r>
              <a:rPr lang="zh-CN" sz="1692" b="0" baseline="-25000">
                <a:solidFill>
                  <a:srgbClr val="0A3C77"/>
                </a:solidFill>
                <a:latin typeface="Microsoft YaHei"/>
                <a:ea typeface="Microsoft YaHei"/>
              </a:rPr>
              <a:t>kg</a:t>
            </a:r>
            <a:r>
              <a:rPr lang="zh-CN" sz="2350" b="0">
                <a:solidFill>
                  <a:srgbClr val="0A3C77"/>
                </a:solidFill>
                <a:latin typeface="Microsoft YaHei"/>
                <a:ea typeface="Microsoft YaHei"/>
              </a:rPr>
              <a:t>(w) = −log₂ det E</a:t>
            </a:r>
            <a:r>
              <a:rPr lang="zh-CN" sz="1692" b="0" baseline="-25000">
                <a:solidFill>
                  <a:srgbClr val="0A3C77"/>
                </a:solidFill>
                <a:latin typeface="Microsoft YaHei"/>
                <a:ea typeface="Microsoft YaHei"/>
              </a:rPr>
              <a:t>kg</a:t>
            </a:r>
            <a:r>
              <a:rPr lang="zh-CN" sz="2350" b="0">
                <a:solidFill>
                  <a:srgbClr val="0A3C77"/>
                </a:solidFill>
                <a:latin typeface="Microsoft YaHei"/>
                <a:ea typeface="Microsoft YaHei"/>
              </a:rPr>
              <a:t>(w)     [bit/s/Hz]</a:t>
            </a:r>
          </a:p>
        </p:txBody>
      </p:sp>
      <p:sp>
        <p:nvSpPr>
          <p:cNvPr id="104" name="Objective meaning"/>
          <p:cNvSpPr/>
          <p:nvPr/>
        </p:nvSpPr>
        <p:spPr>
          <a:xfrm>
            <a:off x="900000" y="3210000"/>
            <a:ext cx="10200000" cy="310000"/>
          </a:xfrm>
          <a:prstGeom prst="roundRect">
            <a:avLst/>
          </a:prstGeom>
          <a:noFill/>
          <a:ln w="0"/>
        </p:spPr>
        <p:txBody>
          <a:bodyPr anchor="ctr" lIns="100000" rIns="100000" tIns="35000" bIns="35000"/>
          <a:lstStyle/>
          <a:p>
            <a:pPr algn="ctr"/>
            <a:r>
              <a:rPr lang="zh-CN" sz="1800" b="0">
                <a:solidFill>
                  <a:srgbClr val="334E6F"/>
                </a:solidFill>
                <a:latin typeface="Microsoft YaHei"/>
                <a:ea typeface="Microsoft YaHei"/>
              </a:rPr>
              <a:t>ν</a:t>
            </a:r>
            <a:r>
              <a:rPr lang="zh-CN" sz="1296" b="0" baseline="-25000">
                <a:solidFill>
                  <a:srgbClr val="334E6F"/>
                </a:solidFill>
                <a:latin typeface="Microsoft YaHei"/>
                <a:ea typeface="Microsoft YaHei"/>
              </a:rPr>
              <a:t>g</a:t>
            </a:r>
            <a:r>
              <a:rPr lang="zh-CN" sz="1800" b="0">
                <a:solidFill>
                  <a:srgbClr val="334E6F"/>
                </a:solidFill>
                <a:latin typeface="Microsoft YaHei"/>
                <a:ea typeface="Microsoft YaHei"/>
              </a:rPr>
              <a:t> 为资源组权重；默认分支的用户权重 η</a:t>
            </a:r>
            <a:r>
              <a:rPr lang="zh-CN" sz="1296" b="0" baseline="-25000">
                <a:solidFill>
                  <a:srgbClr val="334E6F"/>
                </a:solidFill>
                <a:latin typeface="Microsoft YaHei"/>
                <a:ea typeface="Microsoft YaHei"/>
              </a:rPr>
              <a:t>kg</a:t>
            </a:r>
            <a:r>
              <a:rPr lang="zh-CN" sz="1800" b="0">
                <a:solidFill>
                  <a:srgbClr val="334E6F"/>
                </a:solidFill>
                <a:latin typeface="Microsoft YaHei"/>
                <a:ea typeface="Microsoft YaHei"/>
              </a:rPr>
              <a:t>=1。</a:t>
            </a:r>
          </a:p>
        </p:txBody>
      </p:sp>
      <p:sp>
        <p:nvSpPr>
          <p:cNvPr id="105" name="Power panel"/>
          <p:cNvSpPr/>
          <p:nvPr/>
        </p:nvSpPr>
        <p:spPr>
          <a:xfrm>
            <a:off x="610000" y="3960000"/>
            <a:ext cx="5350000" cy="1370000"/>
          </a:xfrm>
          <a:prstGeom prst="roundRect">
            <a:avLst/>
          </a:prstGeom>
          <a:solidFill>
            <a:srgbClr val="F0F6FC"/>
          </a:solidFill>
          <a:ln w="14000">
            <a:solidFill>
              <a:srgbClr val="145394"/>
            </a:solidFill>
          </a:ln>
        </p:spPr>
        <p:txBody>
          <a:bodyPr anchor="ctr" lIns="100000" rIns="100000" tIns="35000" bIns="35000"/>
          <a:lstStyle/>
          <a:p>
            <a:pPr algn="l"/>
          </a:p>
        </p:txBody>
      </p:sp>
      <p:sp>
        <p:nvSpPr>
          <p:cNvPr id="106" name="Power heading"/>
          <p:cNvSpPr/>
          <p:nvPr/>
        </p:nvSpPr>
        <p:spPr>
          <a:xfrm>
            <a:off x="820000" y="4060000"/>
            <a:ext cx="4940000" cy="320000"/>
          </a:xfrm>
          <a:prstGeom prst="roundRect">
            <a:avLst/>
          </a:prstGeom>
          <a:noFill/>
          <a:ln w="0"/>
        </p:spPr>
        <p:txBody>
          <a:bodyPr anchor="ctr" lIns="100000" rIns="100000" tIns="35000" bIns="35000"/>
          <a:lstStyle/>
          <a:p>
            <a:pPr algn="l"/>
            <a:r>
              <a:rPr lang="zh-CN" sz="2000" b="1">
                <a:solidFill>
                  <a:srgbClr val="17365D"/>
                </a:solidFill>
                <a:latin typeface="Microsoft YaHei"/>
                <a:ea typeface="Microsoft YaHei"/>
              </a:rPr>
              <a:t>① 每个 TRP 的跨组功率预算</a:t>
            </a:r>
          </a:p>
        </p:txBody>
      </p:sp>
      <p:sp>
        <p:nvSpPr>
          <p:cNvPr id="107" name="Power formula"/>
          <p:cNvSpPr/>
          <p:nvPr/>
        </p:nvSpPr>
        <p:spPr>
          <a:xfrm>
            <a:off x="810000" y="4510000"/>
            <a:ext cx="5000000" cy="440000"/>
          </a:xfrm>
          <a:prstGeom prst="roundRect">
            <a:avLst/>
          </a:prstGeom>
          <a:noFill/>
          <a:ln w="0"/>
        </p:spPr>
        <p:txBody>
          <a:bodyPr anchor="ctr" lIns="100000" rIns="100000" tIns="35000" bIns="35000"/>
          <a:lstStyle/>
          <a:p>
            <a:pPr algn="ctr"/>
            <a:r>
              <a:rPr lang="zh-CN" sz="2150" b="1">
                <a:solidFill>
                  <a:srgbClr val="0A3C77"/>
                </a:solidFill>
                <a:latin typeface="Microsoft YaHei"/>
                <a:ea typeface="Microsoft YaHei"/>
              </a:rPr>
              <a:t>Σ</a:t>
            </a:r>
            <a:r>
              <a:rPr lang="zh-CN" sz="1548" b="1" baseline="-25000">
                <a:solidFill>
                  <a:srgbClr val="0A3C77"/>
                </a:solidFill>
                <a:latin typeface="Microsoft YaHei"/>
                <a:ea typeface="Microsoft YaHei"/>
              </a:rPr>
              <a:t>g</a:t>
            </a:r>
            <a:r>
              <a:rPr lang="zh-CN" sz="2150" b="1">
                <a:solidFill>
                  <a:srgbClr val="0A3C77"/>
                </a:solidFill>
                <a:latin typeface="Microsoft YaHei"/>
                <a:ea typeface="Microsoft YaHei"/>
              </a:rPr>
              <a:t> ν</a:t>
            </a:r>
            <a:r>
              <a:rPr lang="zh-CN" sz="1548" b="1" baseline="-25000">
                <a:solidFill>
                  <a:srgbClr val="0A3C77"/>
                </a:solidFill>
                <a:latin typeface="Microsoft YaHei"/>
                <a:ea typeface="Microsoft YaHei"/>
              </a:rPr>
              <a:t>g</a:t>
            </a:r>
            <a:r>
              <a:rPr lang="zh-CN" sz="2150" b="1">
                <a:solidFill>
                  <a:srgbClr val="0A3C77"/>
                </a:solidFill>
                <a:latin typeface="Microsoft YaHei"/>
                <a:ea typeface="Microsoft YaHei"/>
              </a:rPr>
              <a:t> Σ</a:t>
            </a:r>
            <a:r>
              <a:rPr lang="zh-CN" sz="1548" b="1" baseline="-25000">
                <a:solidFill>
                  <a:srgbClr val="0A3C77"/>
                </a:solidFill>
                <a:latin typeface="Microsoft YaHei"/>
                <a:ea typeface="Microsoft YaHei"/>
              </a:rPr>
              <a:t>k</a:t>
            </a:r>
            <a:r>
              <a:rPr lang="zh-CN" sz="2150" b="1">
                <a:solidFill>
                  <a:srgbClr val="0A3C77"/>
                </a:solidFill>
                <a:latin typeface="Microsoft YaHei"/>
                <a:ea typeface="Microsoft YaHei"/>
              </a:rPr>
              <a:t> ‖w</a:t>
            </a:r>
            <a:r>
              <a:rPr lang="zh-CN" sz="1548" b="1" baseline="-25000">
                <a:solidFill>
                  <a:srgbClr val="0A3C77"/>
                </a:solidFill>
                <a:latin typeface="Microsoft YaHei"/>
                <a:ea typeface="Microsoft YaHei"/>
              </a:rPr>
              <a:t>lkg</a:t>
            </a:r>
            <a:r>
              <a:rPr lang="zh-CN" sz="2150" b="1">
                <a:solidFill>
                  <a:srgbClr val="0A3C77"/>
                </a:solidFill>
                <a:latin typeface="Microsoft YaHei"/>
                <a:ea typeface="Microsoft YaHei"/>
              </a:rPr>
              <a:t>‖²</a:t>
            </a:r>
            <a:r>
              <a:rPr lang="zh-CN" sz="1548" b="1" baseline="-25000">
                <a:solidFill>
                  <a:srgbClr val="0A3C77"/>
                </a:solidFill>
                <a:latin typeface="Microsoft YaHei"/>
                <a:ea typeface="Microsoft YaHei"/>
              </a:rPr>
              <a:t>F</a:t>
            </a:r>
            <a:r>
              <a:rPr lang="zh-CN" sz="2150" b="1">
                <a:solidFill>
                  <a:srgbClr val="0A3C77"/>
                </a:solidFill>
                <a:latin typeface="Microsoft YaHei"/>
                <a:ea typeface="Microsoft YaHei"/>
              </a:rPr>
              <a:t> ≤ P</a:t>
            </a:r>
            <a:r>
              <a:rPr lang="zh-CN" sz="1548" b="1" baseline="-25000">
                <a:solidFill>
                  <a:srgbClr val="0A3C77"/>
                </a:solidFill>
                <a:latin typeface="Microsoft YaHei"/>
                <a:ea typeface="Microsoft YaHei"/>
              </a:rPr>
              <a:t>l</a:t>
            </a:r>
          </a:p>
        </p:txBody>
      </p:sp>
      <p:sp>
        <p:nvSpPr>
          <p:cNvPr id="108" name="Power meaning"/>
          <p:cNvSpPr/>
          <p:nvPr/>
        </p:nvSpPr>
        <p:spPr>
          <a:xfrm>
            <a:off x="830000" y="4950000"/>
            <a:ext cx="4920000" cy="270000"/>
          </a:xfrm>
          <a:prstGeom prst="roundRect">
            <a:avLst/>
          </a:prstGeom>
          <a:noFill/>
          <a:ln w="0"/>
        </p:spPr>
        <p:txBody>
          <a:bodyPr anchor="ctr" lIns="100000" rIns="100000" tIns="35000" bIns="35000"/>
          <a:lstStyle/>
          <a:p>
            <a:pPr algn="ctr"/>
            <a:r>
              <a:rPr lang="zh-CN" sz="1600" b="0">
                <a:solidFill>
                  <a:srgbClr val="334E6F"/>
                </a:solidFill>
                <a:latin typeface="Microsoft YaHei"/>
                <a:ea typeface="Microsoft YaHei"/>
              </a:rPr>
              <a:t>ν</a:t>
            </a:r>
            <a:r>
              <a:rPr lang="zh-CN" sz="1152" b="0" baseline="-25000">
                <a:solidFill>
                  <a:srgbClr val="334E6F"/>
                </a:solidFill>
                <a:latin typeface="Microsoft YaHei"/>
                <a:ea typeface="Microsoft YaHei"/>
              </a:rPr>
              <a:t>g</a:t>
            </a:r>
            <a:r>
              <a:rPr lang="zh-CN" sz="1600" b="0">
                <a:solidFill>
                  <a:srgbClr val="334E6F"/>
                </a:solidFill>
                <a:latin typeface="Microsoft YaHei"/>
                <a:ea typeface="Microsoft YaHei"/>
              </a:rPr>
              <a:t> = 该组传输 RB 数 / 总 RB 数</a:t>
            </a:r>
          </a:p>
        </p:txBody>
      </p:sp>
      <p:sp>
        <p:nvSpPr>
          <p:cNvPr id="109" name="Mask panel"/>
          <p:cNvSpPr/>
          <p:nvPr/>
        </p:nvSpPr>
        <p:spPr>
          <a:xfrm>
            <a:off x="6250000" y="3960000"/>
            <a:ext cx="5330000" cy="1370000"/>
          </a:xfrm>
          <a:prstGeom prst="roundRect">
            <a:avLst/>
          </a:prstGeom>
          <a:solidFill>
            <a:srgbClr val="FFF4E9"/>
          </a:solidFill>
          <a:ln w="14000">
            <a:solidFill>
              <a:srgbClr val="E77C20"/>
            </a:solidFill>
          </a:ln>
        </p:spPr>
        <p:txBody>
          <a:bodyPr anchor="ctr" lIns="100000" rIns="100000" tIns="35000" bIns="35000"/>
          <a:lstStyle/>
          <a:p>
            <a:pPr algn="l"/>
          </a:p>
        </p:txBody>
      </p:sp>
      <p:sp>
        <p:nvSpPr>
          <p:cNvPr id="110" name="Mask heading"/>
          <p:cNvSpPr/>
          <p:nvPr/>
        </p:nvSpPr>
        <p:spPr>
          <a:xfrm>
            <a:off x="6460000" y="4060000"/>
            <a:ext cx="4900000" cy="320000"/>
          </a:xfrm>
          <a:prstGeom prst="roundRect">
            <a:avLst/>
          </a:prstGeom>
          <a:noFill/>
          <a:ln w="0"/>
        </p:spPr>
        <p:txBody>
          <a:bodyPr anchor="ctr" lIns="100000" rIns="100000" tIns="35000" bIns="35000"/>
          <a:lstStyle/>
          <a:p>
            <a:pPr algn="l"/>
            <a:r>
              <a:rPr lang="zh-CN" sz="2000" b="1">
                <a:solidFill>
                  <a:srgbClr val="17365D"/>
                </a:solidFill>
                <a:latin typeface="Microsoft YaHei"/>
                <a:ea typeface="Microsoft YaHei"/>
              </a:rPr>
              <a:t>② 调度与服务关联约束</a:t>
            </a:r>
          </a:p>
        </p:txBody>
      </p:sp>
      <p:sp>
        <p:nvSpPr>
          <p:cNvPr id="111" name="Mask formula"/>
          <p:cNvSpPr/>
          <p:nvPr/>
        </p:nvSpPr>
        <p:spPr>
          <a:xfrm>
            <a:off x="6440000" y="4510000"/>
            <a:ext cx="4930000" cy="440000"/>
          </a:xfrm>
          <a:prstGeom prst="roundRect">
            <a:avLst/>
          </a:prstGeom>
          <a:noFill/>
          <a:ln w="0"/>
        </p:spPr>
        <p:txBody>
          <a:bodyPr anchor="ctr" lIns="100000" rIns="100000" tIns="35000" bIns="35000"/>
          <a:lstStyle/>
          <a:p>
            <a:pPr algn="ctr"/>
            <a:r>
              <a:rPr lang="zh-CN" sz="2030" b="1">
                <a:solidFill>
                  <a:srgbClr val="9B4A0D"/>
                </a:solidFill>
                <a:latin typeface="Microsoft YaHei"/>
                <a:ea typeface="Microsoft YaHei"/>
              </a:rPr>
              <a:t>b</a:t>
            </a:r>
            <a:r>
              <a:rPr lang="zh-CN" sz="1462" b="1" baseline="-25000">
                <a:solidFill>
                  <a:srgbClr val="9B4A0D"/>
                </a:solidFill>
                <a:latin typeface="Microsoft YaHei"/>
                <a:ea typeface="Microsoft YaHei"/>
              </a:rPr>
              <a:t>kg</a:t>
            </a:r>
            <a:r>
              <a:rPr lang="zh-CN" sz="2030" b="1">
                <a:solidFill>
                  <a:srgbClr val="9B4A0D"/>
                </a:solidFill>
                <a:latin typeface="Microsoft YaHei"/>
                <a:ea typeface="Microsoft YaHei"/>
              </a:rPr>
              <a:t>=0 或 χ</a:t>
            </a:r>
            <a:r>
              <a:rPr lang="zh-CN" sz="1462" b="1" baseline="-25000">
                <a:solidFill>
                  <a:srgbClr val="9B4A0D"/>
                </a:solidFill>
                <a:latin typeface="Microsoft YaHei"/>
                <a:ea typeface="Microsoft YaHei"/>
              </a:rPr>
              <a:t>lkg</a:t>
            </a:r>
            <a:r>
              <a:rPr lang="zh-CN" sz="2030" b="1">
                <a:solidFill>
                  <a:srgbClr val="9B4A0D"/>
                </a:solidFill>
                <a:latin typeface="Microsoft YaHei"/>
                <a:ea typeface="Microsoft YaHei"/>
              </a:rPr>
              <a:t>=0 ⇒ w</a:t>
            </a:r>
            <a:r>
              <a:rPr lang="zh-CN" sz="1462" b="1" baseline="-25000">
                <a:solidFill>
                  <a:srgbClr val="9B4A0D"/>
                </a:solidFill>
                <a:latin typeface="Microsoft YaHei"/>
                <a:ea typeface="Microsoft YaHei"/>
              </a:rPr>
              <a:t>lkg</a:t>
            </a:r>
            <a:r>
              <a:rPr lang="zh-CN" sz="2030" b="1">
                <a:solidFill>
                  <a:srgbClr val="9B4A0D"/>
                </a:solidFill>
                <a:latin typeface="Microsoft YaHei"/>
                <a:ea typeface="Microsoft YaHei"/>
              </a:rPr>
              <a:t>=0</a:t>
            </a:r>
          </a:p>
        </p:txBody>
      </p:sp>
      <p:sp>
        <p:nvSpPr>
          <p:cNvPr id="112" name="Mask meaning"/>
          <p:cNvSpPr/>
          <p:nvPr/>
        </p:nvSpPr>
        <p:spPr>
          <a:xfrm>
            <a:off x="6490000" y="4950000"/>
            <a:ext cx="4800000" cy="270000"/>
          </a:xfrm>
          <a:prstGeom prst="roundRect">
            <a:avLst/>
          </a:prstGeom>
          <a:noFill/>
          <a:ln w="0"/>
        </p:spPr>
        <p:txBody>
          <a:bodyPr anchor="ctr" lIns="100000" rIns="100000" tIns="35000" bIns="35000"/>
          <a:lstStyle/>
          <a:p>
            <a:pPr algn="ctr"/>
            <a:r>
              <a:rPr lang="zh-CN" sz="1550" b="0">
                <a:solidFill>
                  <a:srgbClr val="78461F"/>
                </a:solidFill>
                <a:latin typeface="Microsoft YaHei"/>
                <a:ea typeface="Microsoft YaHei"/>
              </a:rPr>
              <a:t>只为已调度且由该 TRP 服务的 UE 置权重</a:t>
            </a:r>
          </a:p>
        </p:txBody>
      </p:sp>
      <p:sp>
        <p:nvSpPr>
          <p:cNvPr id="113" name="Objective footer"/>
          <p:cNvSpPr/>
          <p:nvPr/>
        </p:nvSpPr>
        <p:spPr>
          <a:xfrm>
            <a:off x="710000" y="5620000"/>
            <a:ext cx="10800000" cy="780000"/>
          </a:xfrm>
          <a:prstGeom prst="roundRect">
            <a:avLst/>
          </a:prstGeom>
          <a:solidFill>
            <a:srgbClr val="DCEAF7"/>
          </a:solidFill>
          <a:ln w="14000">
            <a:solidFill>
              <a:srgbClr val="145394"/>
            </a:solidFill>
          </a:ln>
        </p:spPr>
        <p:txBody>
          <a:bodyPr anchor="ctr" lIns="100000" rIns="100000" tIns="35000" bIns="35000"/>
          <a:lstStyle/>
          <a:p>
            <a:pPr algn="ctr"/>
            <a:r>
              <a:rPr lang="zh-CN" sz="1740" b="1">
                <a:solidFill>
                  <a:srgbClr val="102D50"/>
                </a:solidFill>
                <a:latin typeface="Microsoft YaHei"/>
                <a:ea typeface="Microsoft YaHei"/>
              </a:rPr>
              <a:t>优化时最大化估计的总频谱效率；最终边缘体验用真实信道与业务样本另行评价。</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ADMM 预编码子问题求解</a:t>
            </a:r>
          </a:p>
        </p:txBody>
      </p:sp>
      <p:sp>
        <p:nvSpPr>
          <p:cNvPr id="100" name="Introduction"/>
          <p:cNvSpPr/>
          <p:nvPr/>
        </p:nvSpPr>
        <p:spPr>
          <a:xfrm>
            <a:off x="670000" y="1340000"/>
            <a:ext cx="10900000" cy="500000"/>
          </a:xfrm>
          <a:prstGeom prst="roundRect">
            <a:avLst/>
          </a:prstGeom>
          <a:solidFill>
            <a:srgbClr val="E7F0F9"/>
          </a:solidFill>
          <a:ln w="14000">
            <a:solidFill>
              <a:srgbClr val="145394"/>
            </a:solidFill>
          </a:ln>
        </p:spPr>
        <p:txBody>
          <a:bodyPr anchor="ctr" lIns="80000" rIns="80000" tIns="20000" bIns="20000"/>
          <a:lstStyle/>
          <a:p>
            <a:pPr algn="ctr"/>
            <a:r>
              <a:rPr lang="zh-CN" sz="2000" b="1">
                <a:solidFill>
                  <a:srgbClr val="17365D"/>
                </a:solidFill>
                <a:latin typeface="Microsoft YaHei"/>
                <a:ea typeface="Microsoft YaHei"/>
              </a:rPr>
              <a:t>固定 A、Ω、η 后，预编码子问题为受约束的凸二次问题。</a:t>
            </a:r>
          </a:p>
        </p:txBody>
      </p:sp>
      <p:sp>
        <p:nvSpPr>
          <p:cNvPr id="110" name="Step panel 1"/>
          <p:cNvSpPr/>
          <p:nvPr/>
        </p:nvSpPr>
        <p:spPr>
          <a:xfrm>
            <a:off x="650000" y="1990000"/>
            <a:ext cx="11000000" cy="1210000"/>
          </a:xfrm>
          <a:prstGeom prst="roundRect">
            <a:avLst/>
          </a:prstGeom>
          <a:solidFill>
            <a:srgbClr val="F0F6FC"/>
          </a:solidFill>
          <a:ln w="14000">
            <a:solidFill>
              <a:srgbClr val="145394"/>
            </a:solidFill>
          </a:ln>
        </p:spPr>
        <p:txBody>
          <a:bodyPr anchor="ctr" lIns="80000" rIns="80000" tIns="20000" bIns="20000"/>
          <a:lstStyle/>
          <a:p>
            <a:pPr algn="l"/>
          </a:p>
        </p:txBody>
      </p:sp>
      <p:sp>
        <p:nvSpPr>
          <p:cNvPr id="111" name="Step label 1"/>
          <p:cNvSpPr/>
          <p:nvPr/>
        </p:nvSpPr>
        <p:spPr>
          <a:xfrm>
            <a:off x="830000" y="2100000"/>
            <a:ext cx="3000000" cy="365000"/>
          </a:xfrm>
          <a:prstGeom prst="roundRect">
            <a:avLst/>
          </a:prstGeom>
          <a:noFill/>
          <a:ln w="0"/>
        </p:spPr>
        <p:txBody>
          <a:bodyPr anchor="ctr" lIns="80000" rIns="80000" tIns="20000" bIns="20000"/>
          <a:lstStyle/>
          <a:p>
            <a:pPr algn="l"/>
            <a:r>
              <a:rPr lang="zh-CN" sz="1900" b="1">
                <a:solidFill>
                  <a:srgbClr val="145394"/>
                </a:solidFill>
                <a:latin typeface="Microsoft YaHei"/>
                <a:ea typeface="Microsoft YaHei"/>
              </a:rPr>
              <a:t>① CG 更新目标变量</a:t>
            </a:r>
          </a:p>
        </p:txBody>
      </p:sp>
      <p:sp>
        <p:nvSpPr>
          <p:cNvPr id="112" name="Step formula 1"/>
          <p:cNvSpPr/>
          <p:nvPr/>
        </p:nvSpPr>
        <p:spPr>
          <a:xfrm>
            <a:off x="3740000" y="2090000"/>
            <a:ext cx="7560000" cy="490000"/>
          </a:xfrm>
          <a:prstGeom prst="roundRect">
            <a:avLst/>
          </a:prstGeom>
          <a:noFill/>
          <a:ln w="0"/>
        </p:spPr>
        <p:txBody>
          <a:bodyPr anchor="ctr" lIns="80000" rIns="80000" tIns="20000" bIns="20000"/>
          <a:lstStyle/>
          <a:p>
            <a:pPr algn="ctr"/>
            <a:r>
              <a:rPr lang="zh-CN" sz="2070" b="1">
                <a:solidFill>
                  <a:srgbClr val="145394"/>
                </a:solidFill>
                <a:latin typeface="Microsoft YaHei"/>
                <a:ea typeface="Microsoft YaHei"/>
              </a:rPr>
              <a:t>(ν</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 𝒬</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 + ρ/2 𝕀)x</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 = ν</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 B</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 + ρ/2(z</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−u</a:t>
            </a:r>
            <a:r>
              <a:rPr lang="zh-CN" sz="1490" b="1" baseline="-25000">
                <a:solidFill>
                  <a:srgbClr val="145394"/>
                </a:solidFill>
                <a:latin typeface="Microsoft YaHei"/>
                <a:ea typeface="Microsoft YaHei"/>
              </a:rPr>
              <a:t>g</a:t>
            </a:r>
            <a:r>
              <a:rPr lang="zh-CN" sz="2070" b="1">
                <a:solidFill>
                  <a:srgbClr val="145394"/>
                </a:solidFill>
                <a:latin typeface="Microsoft YaHei"/>
                <a:ea typeface="Microsoft YaHei"/>
              </a:rPr>
              <a:t>)</a:t>
            </a:r>
          </a:p>
        </p:txBody>
      </p:sp>
      <p:sp>
        <p:nvSpPr>
          <p:cNvPr id="113" name="Step explanation 1"/>
          <p:cNvSpPr/>
          <p:nvPr/>
        </p:nvSpPr>
        <p:spPr>
          <a:xfrm>
            <a:off x="1110000" y="2700000"/>
            <a:ext cx="10300000" cy="335000"/>
          </a:xfrm>
          <a:prstGeom prst="roundRect">
            <a:avLst/>
          </a:prstGeom>
          <a:noFill/>
          <a:ln w="0"/>
        </p:spPr>
        <p:txBody>
          <a:bodyPr anchor="ctr" lIns="80000" rIns="80000" tIns="20000" bIns="20000"/>
          <a:lstStyle/>
          <a:p>
            <a:pPr algn="ctr"/>
            <a:r>
              <a:rPr lang="zh-CN" sz="1720" b="0">
                <a:solidFill>
                  <a:srgbClr val="334E6F"/>
                </a:solidFill>
                <a:latin typeface="Microsoft YaHei"/>
                <a:ea typeface="Microsoft YaHei"/>
              </a:rPr>
              <a:t>隐式应用二次算子，用 CG 解每组线性系统。</a:t>
            </a:r>
          </a:p>
        </p:txBody>
      </p:sp>
      <p:sp>
        <p:nvSpPr>
          <p:cNvPr id="114" name="Step panel 2"/>
          <p:cNvSpPr/>
          <p:nvPr/>
        </p:nvSpPr>
        <p:spPr>
          <a:xfrm>
            <a:off x="650000" y="3370000"/>
            <a:ext cx="11000000" cy="1210000"/>
          </a:xfrm>
          <a:prstGeom prst="roundRect">
            <a:avLst/>
          </a:prstGeom>
          <a:solidFill>
            <a:srgbClr val="EDF8F6"/>
          </a:solidFill>
          <a:ln w="14000">
            <a:solidFill>
              <a:srgbClr val="1B7A68"/>
            </a:solidFill>
          </a:ln>
        </p:spPr>
        <p:txBody>
          <a:bodyPr anchor="ctr" lIns="80000" rIns="80000" tIns="20000" bIns="20000"/>
          <a:lstStyle/>
          <a:p>
            <a:pPr algn="l"/>
          </a:p>
        </p:txBody>
      </p:sp>
      <p:sp>
        <p:nvSpPr>
          <p:cNvPr id="115" name="Step label 2"/>
          <p:cNvSpPr/>
          <p:nvPr/>
        </p:nvSpPr>
        <p:spPr>
          <a:xfrm>
            <a:off x="830000" y="3480000"/>
            <a:ext cx="3000000" cy="365000"/>
          </a:xfrm>
          <a:prstGeom prst="roundRect">
            <a:avLst/>
          </a:prstGeom>
          <a:noFill/>
          <a:ln w="0"/>
        </p:spPr>
        <p:txBody>
          <a:bodyPr anchor="ctr" lIns="80000" rIns="80000" tIns="20000" bIns="20000"/>
          <a:lstStyle/>
          <a:p>
            <a:pPr algn="l"/>
            <a:r>
              <a:rPr lang="zh-CN" sz="1900" b="1">
                <a:solidFill>
                  <a:srgbClr val="1B7A68"/>
                </a:solidFill>
                <a:latin typeface="Microsoft YaHei"/>
                <a:ea typeface="Microsoft YaHei"/>
              </a:rPr>
              <a:t>② 联合功率投影</a:t>
            </a:r>
          </a:p>
        </p:txBody>
      </p:sp>
      <p:sp>
        <p:nvSpPr>
          <p:cNvPr id="116" name="Step formula 2"/>
          <p:cNvSpPr/>
          <p:nvPr/>
        </p:nvSpPr>
        <p:spPr>
          <a:xfrm>
            <a:off x="3740000" y="3470000"/>
            <a:ext cx="7560000" cy="490000"/>
          </a:xfrm>
          <a:prstGeom prst="roundRect">
            <a:avLst/>
          </a:prstGeom>
          <a:noFill/>
          <a:ln w="0"/>
        </p:spPr>
        <p:txBody>
          <a:bodyPr anchor="ctr" lIns="80000" rIns="80000" tIns="20000" bIns="20000"/>
          <a:lstStyle/>
          <a:p>
            <a:pPr algn="ctr"/>
            <a:r>
              <a:rPr lang="zh-CN" sz="2270" b="1">
                <a:solidFill>
                  <a:srgbClr val="1B7A68"/>
                </a:solidFill>
                <a:latin typeface="Microsoft YaHei"/>
                <a:ea typeface="Microsoft YaHei"/>
              </a:rPr>
              <a:t>z⁺ = Π</a:t>
            </a:r>
            <a:r>
              <a:rPr lang="zh-CN" sz="1634" b="1" baseline="-25000">
                <a:solidFill>
                  <a:srgbClr val="1B7A68"/>
                </a:solidFill>
                <a:latin typeface="Microsoft YaHei"/>
                <a:ea typeface="Microsoft YaHei"/>
              </a:rPr>
              <a:t>𝒞</a:t>
            </a:r>
            <a:r>
              <a:rPr lang="zh-CN" sz="2270" b="1">
                <a:solidFill>
                  <a:srgbClr val="1B7A68"/>
                </a:solidFill>
                <a:latin typeface="Microsoft YaHei"/>
                <a:ea typeface="Microsoft YaHei"/>
              </a:rPr>
              <a:t>(x⁺+u)</a:t>
            </a:r>
          </a:p>
        </p:txBody>
      </p:sp>
      <p:sp>
        <p:nvSpPr>
          <p:cNvPr id="117" name="Step explanation 2"/>
          <p:cNvSpPr/>
          <p:nvPr/>
        </p:nvSpPr>
        <p:spPr>
          <a:xfrm>
            <a:off x="1110000" y="4080000"/>
            <a:ext cx="10300000" cy="335000"/>
          </a:xfrm>
          <a:prstGeom prst="roundRect">
            <a:avLst/>
          </a:prstGeom>
          <a:noFill/>
          <a:ln w="0"/>
        </p:spPr>
        <p:txBody>
          <a:bodyPr anchor="ctr" lIns="80000" rIns="80000" tIns="20000" bIns="20000"/>
          <a:lstStyle/>
          <a:p>
            <a:pPr algn="ctr"/>
            <a:r>
              <a:rPr lang="zh-CN" sz="1720" b="0">
                <a:solidFill>
                  <a:srgbClr val="334E6F"/>
                </a:solidFill>
                <a:latin typeface="Microsoft YaHei"/>
                <a:ea typeface="Microsoft YaHei"/>
              </a:rPr>
              <a:t>Σ</a:t>
            </a:r>
            <a:r>
              <a:rPr lang="zh-CN" sz="1238" b="0" baseline="-25000">
                <a:solidFill>
                  <a:srgbClr val="334E6F"/>
                </a:solidFill>
                <a:latin typeface="Microsoft YaHei"/>
                <a:ea typeface="Microsoft YaHei"/>
              </a:rPr>
              <a:t>g</a:t>
            </a:r>
            <a:r>
              <a:rPr lang="zh-CN" sz="1720" b="0">
                <a:solidFill>
                  <a:srgbClr val="334E6F"/>
                </a:solidFill>
                <a:latin typeface="Microsoft YaHei"/>
                <a:ea typeface="Microsoft YaHei"/>
              </a:rPr>
              <a:t> ν</a:t>
            </a:r>
            <a:r>
              <a:rPr lang="zh-CN" sz="1238" b="0" baseline="-25000">
                <a:solidFill>
                  <a:srgbClr val="334E6F"/>
                </a:solidFill>
                <a:latin typeface="Microsoft YaHei"/>
                <a:ea typeface="Microsoft YaHei"/>
              </a:rPr>
              <a:t>g</a:t>
            </a:r>
            <a:r>
              <a:rPr lang="zh-CN" sz="1720" b="0">
                <a:solidFill>
                  <a:srgbClr val="334E6F"/>
                </a:solidFill>
                <a:latin typeface="Microsoft YaHei"/>
                <a:ea typeface="Microsoft YaHei"/>
              </a:rPr>
              <a:t> Σ</a:t>
            </a:r>
            <a:r>
              <a:rPr lang="zh-CN" sz="1238" b="0" baseline="-25000">
                <a:solidFill>
                  <a:srgbClr val="334E6F"/>
                </a:solidFill>
                <a:latin typeface="Microsoft YaHei"/>
                <a:ea typeface="Microsoft YaHei"/>
              </a:rPr>
              <a:t>j</a:t>
            </a:r>
            <a:r>
              <a:rPr lang="zh-CN" sz="1720" b="0">
                <a:solidFill>
                  <a:srgbClr val="334E6F"/>
                </a:solidFill>
                <a:latin typeface="Microsoft YaHei"/>
                <a:ea typeface="Microsoft YaHei"/>
              </a:rPr>
              <a:t> ‖w</a:t>
            </a:r>
            <a:r>
              <a:rPr lang="zh-CN" sz="1238" b="0" baseline="-25000">
                <a:solidFill>
                  <a:srgbClr val="334E6F"/>
                </a:solidFill>
                <a:latin typeface="Microsoft YaHei"/>
                <a:ea typeface="Microsoft YaHei"/>
              </a:rPr>
              <a:t>ljg</a:t>
            </a:r>
            <a:r>
              <a:rPr lang="zh-CN" sz="1720" b="0">
                <a:solidFill>
                  <a:srgbClr val="334E6F"/>
                </a:solidFill>
                <a:latin typeface="Microsoft YaHei"/>
                <a:ea typeface="Microsoft YaHei"/>
              </a:rPr>
              <a:t>‖²</a:t>
            </a:r>
            <a:r>
              <a:rPr lang="zh-CN" sz="1238" b="0" baseline="-25000">
                <a:solidFill>
                  <a:srgbClr val="334E6F"/>
                </a:solidFill>
                <a:latin typeface="Microsoft YaHei"/>
                <a:ea typeface="Microsoft YaHei"/>
              </a:rPr>
              <a:t>F</a:t>
            </a:r>
            <a:r>
              <a:rPr lang="zh-CN" sz="1720" b="0">
                <a:solidFill>
                  <a:srgbClr val="334E6F"/>
                </a:solidFill>
                <a:latin typeface="Microsoft YaHei"/>
                <a:ea typeface="Microsoft YaHei"/>
              </a:rPr>
              <a:t> ≤ P</a:t>
            </a:r>
            <a:r>
              <a:rPr lang="zh-CN" sz="1238" b="0" baseline="-25000">
                <a:solidFill>
                  <a:srgbClr val="334E6F"/>
                </a:solidFill>
                <a:latin typeface="Microsoft YaHei"/>
                <a:ea typeface="Microsoft YaHei"/>
              </a:rPr>
              <a:t>l</a:t>
            </a:r>
            <a:r>
              <a:rPr lang="zh-CN" sz="1720" b="0">
                <a:solidFill>
                  <a:srgbClr val="334E6F"/>
                </a:solidFill>
                <a:latin typeface="Microsoft YaHei"/>
                <a:ea typeface="Microsoft YaHei"/>
              </a:rPr>
              <a:t>  （每个 TRP）</a:t>
            </a:r>
          </a:p>
        </p:txBody>
      </p:sp>
      <p:sp>
        <p:nvSpPr>
          <p:cNvPr id="118" name="Step panel 3"/>
          <p:cNvSpPr/>
          <p:nvPr/>
        </p:nvSpPr>
        <p:spPr>
          <a:xfrm>
            <a:off x="650000" y="4750000"/>
            <a:ext cx="11000000" cy="1210000"/>
          </a:xfrm>
          <a:prstGeom prst="roundRect">
            <a:avLst/>
          </a:prstGeom>
          <a:solidFill>
            <a:srgbClr val="FFF4E9"/>
          </a:solidFill>
          <a:ln w="14000">
            <a:solidFill>
              <a:srgbClr val="E77C20"/>
            </a:solidFill>
          </a:ln>
        </p:spPr>
        <p:txBody>
          <a:bodyPr anchor="ctr" lIns="80000" rIns="80000" tIns="20000" bIns="20000"/>
          <a:lstStyle/>
          <a:p>
            <a:pPr algn="l"/>
          </a:p>
        </p:txBody>
      </p:sp>
      <p:sp>
        <p:nvSpPr>
          <p:cNvPr id="119" name="Step label 3"/>
          <p:cNvSpPr/>
          <p:nvPr/>
        </p:nvSpPr>
        <p:spPr>
          <a:xfrm>
            <a:off x="830000" y="4860000"/>
            <a:ext cx="3000000" cy="365000"/>
          </a:xfrm>
          <a:prstGeom prst="roundRect">
            <a:avLst/>
          </a:prstGeom>
          <a:noFill/>
          <a:ln w="0"/>
        </p:spPr>
        <p:txBody>
          <a:bodyPr anchor="ctr" lIns="80000" rIns="80000" tIns="20000" bIns="20000"/>
          <a:lstStyle/>
          <a:p>
            <a:pPr algn="l"/>
            <a:r>
              <a:rPr lang="zh-CN" sz="1900" b="1">
                <a:solidFill>
                  <a:srgbClr val="E77C20"/>
                </a:solidFill>
                <a:latin typeface="Microsoft YaHei"/>
                <a:ea typeface="Microsoft YaHei"/>
              </a:rPr>
              <a:t>③ 缩放对偶更新</a:t>
            </a:r>
          </a:p>
        </p:txBody>
      </p:sp>
      <p:sp>
        <p:nvSpPr>
          <p:cNvPr id="120" name="Step formula 3"/>
          <p:cNvSpPr/>
          <p:nvPr/>
        </p:nvSpPr>
        <p:spPr>
          <a:xfrm>
            <a:off x="3740000" y="4850000"/>
            <a:ext cx="7560000" cy="490000"/>
          </a:xfrm>
          <a:prstGeom prst="roundRect">
            <a:avLst/>
          </a:prstGeom>
          <a:noFill/>
          <a:ln w="0"/>
        </p:spPr>
        <p:txBody>
          <a:bodyPr anchor="ctr" lIns="80000" rIns="80000" tIns="20000" bIns="20000"/>
          <a:lstStyle/>
          <a:p>
            <a:pPr algn="ctr"/>
            <a:r>
              <a:rPr lang="zh-CN" sz="2270" b="1">
                <a:solidFill>
                  <a:srgbClr val="E77C20"/>
                </a:solidFill>
                <a:latin typeface="Microsoft YaHei"/>
                <a:ea typeface="Microsoft YaHei"/>
              </a:rPr>
              <a:t>u⁺ = u+x⁺−z⁺</a:t>
            </a:r>
          </a:p>
        </p:txBody>
      </p:sp>
      <p:sp>
        <p:nvSpPr>
          <p:cNvPr id="121" name="Step explanation 3"/>
          <p:cNvSpPr/>
          <p:nvPr/>
        </p:nvSpPr>
        <p:spPr>
          <a:xfrm>
            <a:off x="1110000" y="5460000"/>
            <a:ext cx="10300000" cy="335000"/>
          </a:xfrm>
          <a:prstGeom prst="roundRect">
            <a:avLst/>
          </a:prstGeom>
          <a:noFill/>
          <a:ln w="0"/>
        </p:spPr>
        <p:txBody>
          <a:bodyPr anchor="ctr" lIns="80000" rIns="80000" tIns="20000" bIns="20000"/>
          <a:lstStyle/>
          <a:p>
            <a:pPr algn="ctr"/>
            <a:r>
              <a:rPr lang="zh-CN" sz="1720" b="0">
                <a:solidFill>
                  <a:srgbClr val="334E6F"/>
                </a:solidFill>
                <a:latin typeface="Microsoft YaHei"/>
                <a:ea typeface="Microsoft YaHei"/>
              </a:rPr>
              <a:t>累积目标变量与功率可行副本的不一致。</a:t>
            </a:r>
          </a:p>
        </p:txBody>
      </p:sp>
      <p:sp>
        <p:nvSpPr>
          <p:cNvPr id="130" name="Residual strip"/>
          <p:cNvSpPr/>
          <p:nvPr/>
        </p:nvSpPr>
        <p:spPr>
          <a:xfrm>
            <a:off x="750000" y="6110000"/>
            <a:ext cx="10800000" cy="440000"/>
          </a:xfrm>
          <a:prstGeom prst="roundRect">
            <a:avLst/>
          </a:prstGeom>
          <a:solidFill>
            <a:srgbClr val="DCEAF7"/>
          </a:solidFill>
          <a:ln w="14000">
            <a:solidFill>
              <a:srgbClr val="145394"/>
            </a:solidFill>
          </a:ln>
        </p:spPr>
        <p:txBody>
          <a:bodyPr anchor="ctr" lIns="80000" rIns="80000" tIns="20000" bIns="20000"/>
          <a:lstStyle/>
          <a:p>
            <a:pPr algn="ctr"/>
            <a:r>
              <a:rPr lang="zh-CN" sz="1960" b="1">
                <a:solidFill>
                  <a:srgbClr val="17365D"/>
                </a:solidFill>
                <a:latin typeface="Microsoft YaHei"/>
                <a:ea typeface="Microsoft YaHei"/>
              </a:rPr>
              <a:t>r</a:t>
            </a:r>
            <a:r>
              <a:rPr lang="zh-CN" sz="1411" b="1" baseline="-25000">
                <a:solidFill>
                  <a:srgbClr val="17365D"/>
                </a:solidFill>
                <a:latin typeface="Microsoft YaHei"/>
                <a:ea typeface="Microsoft YaHei"/>
              </a:rPr>
              <a:t>pri</a:t>
            </a:r>
            <a:r>
              <a:rPr lang="zh-CN" sz="1960" b="1">
                <a:solidFill>
                  <a:srgbClr val="17365D"/>
                </a:solidFill>
                <a:latin typeface="Microsoft YaHei"/>
                <a:ea typeface="Microsoft YaHei"/>
              </a:rPr>
              <a:t>=‖x−z‖</a:t>
            </a:r>
            <a:r>
              <a:rPr lang="zh-CN" sz="1411" b="1" baseline="-25000">
                <a:solidFill>
                  <a:srgbClr val="17365D"/>
                </a:solidFill>
                <a:latin typeface="Microsoft YaHei"/>
                <a:ea typeface="Microsoft YaHei"/>
              </a:rPr>
              <a:t>F</a:t>
            </a:r>
            <a:r>
              <a:rPr lang="zh-CN" sz="1960" b="1">
                <a:solidFill>
                  <a:srgbClr val="17365D"/>
                </a:solidFill>
                <a:latin typeface="Microsoft YaHei"/>
                <a:ea typeface="Microsoft YaHei"/>
              </a:rPr>
              <a:t>                 r</a:t>
            </a:r>
            <a:r>
              <a:rPr lang="zh-CN" sz="1411" b="1" baseline="-25000">
                <a:solidFill>
                  <a:srgbClr val="17365D"/>
                </a:solidFill>
                <a:latin typeface="Microsoft YaHei"/>
                <a:ea typeface="Microsoft YaHei"/>
              </a:rPr>
              <a:t>dual</a:t>
            </a:r>
            <a:r>
              <a:rPr lang="zh-CN" sz="1960" b="1">
                <a:solidFill>
                  <a:srgbClr val="17365D"/>
                </a:solidFill>
                <a:latin typeface="Microsoft YaHei"/>
                <a:ea typeface="Microsoft YaHei"/>
              </a:rPr>
              <a:t>=ρ‖z⁺−z‖</a:t>
            </a:r>
            <a:r>
              <a:rPr lang="zh-CN" sz="1411" b="1" baseline="-25000">
                <a:solidFill>
                  <a:srgbClr val="17365D"/>
                </a:solidFill>
                <a:latin typeface="Microsoft YaHei"/>
                <a:ea typeface="Microsoft YaHei"/>
              </a:rPr>
              <a:t>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测量质量感知的误差建模</a:t>
            </a:r>
          </a:p>
        </p:txBody>
      </p:sp>
      <p:sp>
        <p:nvSpPr>
          <p:cNvPr id="200" name="Existing panel"/>
          <p:cNvSpPr/>
          <p:nvPr/>
        </p:nvSpPr>
        <p:spPr>
          <a:xfrm>
            <a:off x="610000" y="1310000"/>
            <a:ext cx="10980000" cy="2320000"/>
          </a:xfrm>
          <a:prstGeom prst="roundRect">
            <a:avLst/>
          </a:prstGeom>
          <a:solidFill>
            <a:srgbClr val="EDF3FB"/>
          </a:solidFill>
          <a:ln w="14000">
            <a:solidFill>
              <a:srgbClr val="145394"/>
            </a:solidFill>
          </a:ln>
        </p:spPr>
        <p:txBody>
          <a:bodyPr anchor="ctr" lIns="80000" rIns="80000" tIns="20000" bIns="20000"/>
          <a:lstStyle/>
          <a:p>
            <a:pPr algn="l"/>
          </a:p>
        </p:txBody>
      </p:sp>
      <p:sp>
        <p:nvSpPr>
          <p:cNvPr id="201" name="Existing heading"/>
          <p:cNvSpPr/>
          <p:nvPr/>
        </p:nvSpPr>
        <p:spPr>
          <a:xfrm>
            <a:off x="850000" y="1450000"/>
            <a:ext cx="10500000" cy="350000"/>
          </a:xfrm>
          <a:prstGeom prst="roundRect">
            <a:avLst/>
          </a:prstGeom>
          <a:noFill/>
          <a:ln w="0"/>
        </p:spPr>
        <p:txBody>
          <a:bodyPr anchor="ctr" lIns="80000" rIns="80000" tIns="20000" bIns="20000"/>
          <a:lstStyle/>
          <a:p>
            <a:pPr algn="l"/>
            <a:r>
              <a:rPr lang="zh-CN" sz="2080" b="1">
                <a:solidFill>
                  <a:srgbClr val="17365D"/>
                </a:solidFill>
                <a:latin typeface="Microsoft YaHei"/>
                <a:ea typeface="Microsoft YaHei"/>
              </a:rPr>
              <a:t>已有统计设计：条件协方差 C 进入两条计算路径</a:t>
            </a:r>
          </a:p>
        </p:txBody>
      </p:sp>
      <p:sp>
        <p:nvSpPr>
          <p:cNvPr id="202" name="Existing path one"/>
          <p:cNvSpPr/>
          <p:nvPr/>
        </p:nvSpPr>
        <p:spPr>
          <a:xfrm>
            <a:off x="900000" y="1940000"/>
            <a:ext cx="4900000" cy="475000"/>
          </a:xfrm>
          <a:prstGeom prst="roundRect">
            <a:avLst/>
          </a:prstGeom>
          <a:solidFill>
            <a:srgbClr val="145394"/>
          </a:solidFill>
          <a:ln w="0"/>
        </p:spPr>
        <p:txBody>
          <a:bodyPr anchor="ctr" lIns="80000" rIns="80000" tIns="20000" bIns="20000"/>
          <a:lstStyle/>
          <a:p>
            <a:pPr algn="ctr"/>
            <a:r>
              <a:rPr lang="zh-CN" sz="2240" b="1">
                <a:solidFill>
                  <a:srgbClr val="FFFFFF"/>
                </a:solidFill>
                <a:latin typeface="Microsoft YaHei"/>
                <a:ea typeface="Microsoft YaHei"/>
              </a:rPr>
              <a:t>C → Rʸʸ → A，E，Ω</a:t>
            </a:r>
          </a:p>
        </p:txBody>
      </p:sp>
      <p:sp>
        <p:nvSpPr>
          <p:cNvPr id="203" name="Existing path two"/>
          <p:cNvSpPr/>
          <p:nvPr/>
        </p:nvSpPr>
        <p:spPr>
          <a:xfrm>
            <a:off x="6300000" y="1940000"/>
            <a:ext cx="4900000" cy="475000"/>
          </a:xfrm>
          <a:prstGeom prst="roundRect">
            <a:avLst/>
          </a:prstGeom>
          <a:solidFill>
            <a:srgbClr val="1B7A68"/>
          </a:solidFill>
          <a:ln w="0"/>
        </p:spPr>
        <p:txBody>
          <a:bodyPr anchor="ctr" lIns="80000" rIns="80000" tIns="20000" bIns="20000"/>
          <a:lstStyle/>
          <a:p>
            <a:pPr algn="ctr"/>
            <a:r>
              <a:rPr lang="zh-CN" sz="2240" b="1">
                <a:solidFill>
                  <a:srgbClr val="FFFFFF"/>
                </a:solidFill>
                <a:latin typeface="Microsoft YaHei"/>
                <a:ea typeface="Microsoft YaHei"/>
              </a:rPr>
              <a:t>C → D → 𝒬 → w</a:t>
            </a:r>
          </a:p>
        </p:txBody>
      </p:sp>
      <p:sp>
        <p:nvSpPr>
          <p:cNvPr id="204" name="Error covariance term"/>
          <p:cNvSpPr/>
          <p:nvPr/>
        </p:nvSpPr>
        <p:spPr>
          <a:xfrm>
            <a:off x="870000" y="2680000"/>
            <a:ext cx="5050000" cy="480000"/>
          </a:xfrm>
          <a:prstGeom prst="roundRect">
            <a:avLst/>
          </a:prstGeom>
          <a:noFill/>
          <a:ln w="0"/>
        </p:spPr>
        <p:txBody>
          <a:bodyPr anchor="ctr" lIns="80000" rIns="80000" tIns="20000" bIns="20000"/>
          <a:lstStyle/>
          <a:p>
            <a:pPr algn="ctr"/>
            <a:r>
              <a:rPr lang="zh-CN" sz="2300" b="1">
                <a:solidFill>
                  <a:srgbClr val="0A3C77"/>
                </a:solidFill>
                <a:latin typeface="Microsoft YaHei"/>
                <a:ea typeface="Microsoft YaHei"/>
              </a:rPr>
              <a:t>Σ</a:t>
            </a:r>
            <a:r>
              <a:rPr lang="zh-CN" sz="1656" b="1" baseline="-25000">
                <a:solidFill>
                  <a:srgbClr val="0A3C77"/>
                </a:solidFill>
                <a:latin typeface="Microsoft YaHei"/>
                <a:ea typeface="Microsoft YaHei"/>
              </a:rPr>
              <a:t>l</a:t>
            </a:r>
            <a:r>
              <a:rPr lang="zh-CN" sz="2300" b="1">
                <a:solidFill>
                  <a:srgbClr val="0A3C77"/>
                </a:solidFill>
                <a:latin typeface="Microsoft YaHei"/>
                <a:ea typeface="Microsoft YaHei"/>
              </a:rPr>
              <a:t> p</a:t>
            </a:r>
            <a:r>
              <a:rPr lang="zh-CN" sz="1656" b="1" baseline="-25000">
                <a:solidFill>
                  <a:srgbClr val="0A3C77"/>
                </a:solidFill>
                <a:latin typeface="Microsoft YaHei"/>
                <a:ea typeface="Microsoft YaHei"/>
              </a:rPr>
              <a:t>lg</a:t>
            </a:r>
            <a:r>
              <a:rPr lang="zh-CN" sz="2300" b="1">
                <a:solidFill>
                  <a:srgbClr val="0A3C77"/>
                </a:solidFill>
                <a:latin typeface="Microsoft YaHei"/>
                <a:ea typeface="Microsoft YaHei"/>
              </a:rPr>
              <a:t> C</a:t>
            </a:r>
            <a:r>
              <a:rPr lang="zh-CN" sz="1656" b="1" baseline="-25000">
                <a:solidFill>
                  <a:srgbClr val="0A3C77"/>
                </a:solidFill>
                <a:latin typeface="Microsoft YaHei"/>
                <a:ea typeface="Microsoft YaHei"/>
              </a:rPr>
              <a:t>klg</a:t>
            </a:r>
          </a:p>
        </p:txBody>
      </p:sp>
      <p:sp>
        <p:nvSpPr>
          <p:cNvPr id="205" name="D term"/>
          <p:cNvSpPr/>
          <p:nvPr/>
        </p:nvSpPr>
        <p:spPr>
          <a:xfrm>
            <a:off x="6150000" y="2680000"/>
            <a:ext cx="5100000" cy="480000"/>
          </a:xfrm>
          <a:prstGeom prst="roundRect">
            <a:avLst/>
          </a:prstGeom>
          <a:noFill/>
          <a:ln w="0"/>
        </p:spPr>
        <p:txBody>
          <a:bodyPr anchor="ctr" lIns="80000" rIns="80000" tIns="20000" bIns="20000"/>
          <a:lstStyle/>
          <a:p>
            <a:pPr algn="ctr"/>
            <a:r>
              <a:rPr lang="zh-CN" sz="2240" b="1">
                <a:solidFill>
                  <a:srgbClr val="1B7A68"/>
                </a:solidFill>
                <a:latin typeface="Microsoft YaHei"/>
                <a:ea typeface="Microsoft YaHei"/>
              </a:rPr>
              <a:t>D</a:t>
            </a:r>
            <a:r>
              <a:rPr lang="zh-CN" sz="1613" b="1" baseline="-25000">
                <a:solidFill>
                  <a:srgbClr val="1B7A68"/>
                </a:solidFill>
                <a:latin typeface="Microsoft YaHei"/>
                <a:ea typeface="Microsoft YaHei"/>
              </a:rPr>
              <a:t>lg</a:t>
            </a:r>
            <a:r>
              <a:rPr lang="zh-CN" sz="2240" b="1">
                <a:solidFill>
                  <a:srgbClr val="1B7A68"/>
                </a:solidFill>
                <a:latin typeface="Microsoft YaHei"/>
                <a:ea typeface="Microsoft YaHei"/>
              </a:rPr>
              <a:t>=Σ</a:t>
            </a:r>
            <a:r>
              <a:rPr lang="zh-CN" sz="1613" b="1" baseline="-25000">
                <a:solidFill>
                  <a:srgbClr val="1B7A68"/>
                </a:solidFill>
                <a:latin typeface="Microsoft YaHei"/>
                <a:ea typeface="Microsoft YaHei"/>
              </a:rPr>
              <a:t>k</a:t>
            </a:r>
            <a:r>
              <a:rPr lang="zh-CN" sz="2240" b="1">
                <a:solidFill>
                  <a:srgbClr val="1B7A68"/>
                </a:solidFill>
                <a:latin typeface="Microsoft YaHei"/>
                <a:ea typeface="Microsoft YaHei"/>
              </a:rPr>
              <a:t> tr(M</a:t>
            </a:r>
            <a:r>
              <a:rPr lang="zh-CN" sz="1613" b="1" baseline="-25000">
                <a:solidFill>
                  <a:srgbClr val="1B7A68"/>
                </a:solidFill>
                <a:latin typeface="Microsoft YaHei"/>
                <a:ea typeface="Microsoft YaHei"/>
              </a:rPr>
              <a:t>kg</a:t>
            </a:r>
            <a:r>
              <a:rPr lang="zh-CN" sz="2240" b="1">
                <a:solidFill>
                  <a:srgbClr val="1B7A68"/>
                </a:solidFill>
                <a:latin typeface="Microsoft YaHei"/>
                <a:ea typeface="Microsoft YaHei"/>
              </a:rPr>
              <a:t> C</a:t>
            </a:r>
            <a:r>
              <a:rPr lang="zh-CN" sz="1613" b="1" baseline="-25000">
                <a:solidFill>
                  <a:srgbClr val="1B7A68"/>
                </a:solidFill>
                <a:latin typeface="Microsoft YaHei"/>
                <a:ea typeface="Microsoft YaHei"/>
              </a:rPr>
              <a:t>klg</a:t>
            </a:r>
            <a:r>
              <a:rPr lang="zh-CN" sz="2240" b="1">
                <a:solidFill>
                  <a:srgbClr val="1B7A68"/>
                </a:solidFill>
                <a:latin typeface="Microsoft YaHei"/>
                <a:ea typeface="Microsoft YaHei"/>
              </a:rPr>
              <a:t>)</a:t>
            </a:r>
          </a:p>
        </p:txBody>
      </p:sp>
      <p:sp>
        <p:nvSpPr>
          <p:cNvPr id="206" name="Existing caption one"/>
          <p:cNvSpPr/>
          <p:nvPr/>
        </p:nvSpPr>
        <p:spPr>
          <a:xfrm>
            <a:off x="870000" y="3180000"/>
            <a:ext cx="5050000" cy="300000"/>
          </a:xfrm>
          <a:prstGeom prst="roundRect">
            <a:avLst/>
          </a:prstGeom>
          <a:noFill/>
          <a:ln w="0"/>
        </p:spPr>
        <p:txBody>
          <a:bodyPr anchor="ctr" lIns="80000" rIns="80000" tIns="20000" bIns="20000"/>
          <a:lstStyle/>
          <a:p>
            <a:pPr algn="ctr"/>
            <a:r>
              <a:rPr lang="zh-CN" sz="1660" b="0">
                <a:solidFill>
                  <a:srgbClr val="334E6F"/>
                </a:solidFill>
                <a:latin typeface="Microsoft YaHei"/>
                <a:ea typeface="Microsoft YaHei"/>
              </a:rPr>
              <a:t>误差功率进入接收协方差</a:t>
            </a:r>
          </a:p>
        </p:txBody>
      </p:sp>
      <p:sp>
        <p:nvSpPr>
          <p:cNvPr id="207" name="Existing caption two"/>
          <p:cNvSpPr/>
          <p:nvPr/>
        </p:nvSpPr>
        <p:spPr>
          <a:xfrm>
            <a:off x="6150000" y="3180000"/>
            <a:ext cx="5100000" cy="300000"/>
          </a:xfrm>
          <a:prstGeom prst="roundRect">
            <a:avLst/>
          </a:prstGeom>
          <a:noFill/>
          <a:ln w="0"/>
        </p:spPr>
        <p:txBody>
          <a:bodyPr anchor="ctr" lIns="80000" rIns="80000" tIns="20000" bIns="20000"/>
          <a:lstStyle/>
          <a:p>
            <a:pPr algn="ctr"/>
            <a:r>
              <a:rPr lang="zh-CN" sz="1660" b="0">
                <a:solidFill>
                  <a:srgbClr val="334E6F"/>
                </a:solidFill>
                <a:latin typeface="Microsoft YaHei"/>
                <a:ea typeface="Microsoft YaHei"/>
              </a:rPr>
              <a:t>误差项进入预编码二次算子</a:t>
            </a:r>
          </a:p>
        </p:txBody>
      </p:sp>
      <p:sp>
        <p:nvSpPr>
          <p:cNvPr id="210" name="Research panel"/>
          <p:cNvSpPr/>
          <p:nvPr/>
        </p:nvSpPr>
        <p:spPr>
          <a:xfrm>
            <a:off x="610000" y="3810000"/>
            <a:ext cx="10980000" cy="1720000"/>
          </a:xfrm>
          <a:prstGeom prst="roundRect">
            <a:avLst/>
          </a:prstGeom>
          <a:solidFill>
            <a:srgbClr val="FFF4E9"/>
          </a:solidFill>
          <a:ln w="14000">
            <a:solidFill>
              <a:srgbClr val="E77C20"/>
            </a:solidFill>
          </a:ln>
        </p:spPr>
        <p:txBody>
          <a:bodyPr anchor="ctr" lIns="80000" rIns="80000" tIns="20000" bIns="20000"/>
          <a:lstStyle/>
          <a:p>
            <a:pPr algn="l"/>
          </a:p>
        </p:txBody>
      </p:sp>
      <p:sp>
        <p:nvSpPr>
          <p:cNvPr id="211" name="Research heading"/>
          <p:cNvSpPr/>
          <p:nvPr/>
        </p:nvSpPr>
        <p:spPr>
          <a:xfrm>
            <a:off x="850000" y="3950000"/>
            <a:ext cx="10400000" cy="350000"/>
          </a:xfrm>
          <a:prstGeom prst="roundRect">
            <a:avLst/>
          </a:prstGeom>
          <a:noFill/>
          <a:ln w="0"/>
        </p:spPr>
        <p:txBody>
          <a:bodyPr anchor="ctr" lIns="80000" rIns="80000" tIns="20000" bIns="20000"/>
          <a:lstStyle/>
          <a:p>
            <a:pPr algn="l"/>
            <a:r>
              <a:rPr lang="zh-CN" sz="2080" b="1">
                <a:solidFill>
                  <a:srgbClr val="9B4A0D"/>
                </a:solidFill>
                <a:latin typeface="Microsoft YaHei"/>
                <a:ea typeface="Microsoft YaHei"/>
              </a:rPr>
              <a:t>拟研究：非均匀误差集合</a:t>
            </a:r>
          </a:p>
        </p:txBody>
      </p:sp>
      <p:sp>
        <p:nvSpPr>
          <p:cNvPr id="212" name="Research meaning"/>
          <p:cNvSpPr/>
          <p:nvPr/>
        </p:nvSpPr>
        <p:spPr>
          <a:xfrm>
            <a:off x="930000" y="4330000"/>
            <a:ext cx="10200000" cy="290000"/>
          </a:xfrm>
          <a:prstGeom prst="roundRect">
            <a:avLst/>
          </a:prstGeom>
          <a:noFill/>
          <a:ln w="0"/>
        </p:spPr>
        <p:txBody>
          <a:bodyPr anchor="ctr" lIns="80000" rIns="80000" tIns="20000" bIns="20000"/>
          <a:lstStyle/>
          <a:p>
            <a:pPr algn="ctr"/>
            <a:r>
              <a:rPr lang="zh-CN" sz="1790" b="0">
                <a:solidFill>
                  <a:srgbClr val="78461F"/>
                </a:solidFill>
                <a:latin typeface="Microsoft YaHei"/>
                <a:ea typeface="Microsoft YaHei"/>
              </a:rPr>
              <a:t>链路之间尺度不同；同一链路内部的误差方向不同。</a:t>
            </a:r>
          </a:p>
        </p:txBody>
      </p:sp>
      <p:sp>
        <p:nvSpPr>
          <p:cNvPr id="213" name="Vector formula"/>
          <p:cNvSpPr/>
          <p:nvPr/>
        </p:nvSpPr>
        <p:spPr>
          <a:xfrm>
            <a:off x="920000" y="4780000"/>
            <a:ext cx="5150000" cy="490000"/>
          </a:xfrm>
          <a:prstGeom prst="roundRect">
            <a:avLst/>
          </a:prstGeom>
          <a:noFill/>
          <a:ln w="0"/>
        </p:spPr>
        <p:txBody>
          <a:bodyPr anchor="ctr" lIns="80000" rIns="80000" tIns="20000" bIns="20000"/>
          <a:lstStyle/>
          <a:p>
            <a:pPr algn="ctr"/>
            <a:r>
              <a:rPr lang="zh-CN" sz="2200" b="1">
                <a:solidFill>
                  <a:srgbClr val="9B4A0D"/>
                </a:solidFill>
                <a:latin typeface="Microsoft YaHei"/>
                <a:ea typeface="Microsoft YaHei"/>
              </a:rPr>
              <a:t>Δh=vec(ΔH)∈ℂ²⁵⁶</a:t>
            </a:r>
          </a:p>
        </p:txBody>
      </p:sp>
      <p:sp>
        <p:nvSpPr>
          <p:cNvPr id="214" name="Ellipsoid formula"/>
          <p:cNvSpPr/>
          <p:nvPr/>
        </p:nvSpPr>
        <p:spPr>
          <a:xfrm>
            <a:off x="6150000" y="4780000"/>
            <a:ext cx="5150000" cy="490000"/>
          </a:xfrm>
          <a:prstGeom prst="roundRect">
            <a:avLst/>
          </a:prstGeom>
          <a:noFill/>
          <a:ln w="0"/>
        </p:spPr>
        <p:txBody>
          <a:bodyPr anchor="ctr" lIns="80000" rIns="80000" tIns="20000" bIns="20000"/>
          <a:lstStyle/>
          <a:p>
            <a:pPr algn="ctr"/>
            <a:r>
              <a:rPr lang="zh-CN" sz="2200" b="1">
                <a:solidFill>
                  <a:srgbClr val="9B4A0D"/>
                </a:solidFill>
                <a:latin typeface="Microsoft YaHei"/>
                <a:ea typeface="Microsoft YaHei"/>
              </a:rPr>
              <a:t>Δhᴴ Σ⁻¹ Δh ≤ c</a:t>
            </a:r>
            <a:r>
              <a:rPr lang="zh-CN" sz="1584" b="1" baseline="-25000">
                <a:solidFill>
                  <a:srgbClr val="9B4A0D"/>
                </a:solidFill>
                <a:latin typeface="Microsoft YaHei"/>
                <a:ea typeface="Microsoft YaHei"/>
              </a:rPr>
              <a:t>α</a:t>
            </a:r>
          </a:p>
        </p:txBody>
      </p:sp>
      <p:sp>
        <p:nvSpPr>
          <p:cNvPr id="220" name="Research order"/>
          <p:cNvSpPr/>
          <p:nvPr/>
        </p:nvSpPr>
        <p:spPr>
          <a:xfrm>
            <a:off x="710000" y="5770000"/>
            <a:ext cx="10800000" cy="760000"/>
          </a:xfrm>
          <a:prstGeom prst="roundRect">
            <a:avLst/>
          </a:prstGeom>
          <a:solidFill>
            <a:srgbClr val="DCEAF7"/>
          </a:solidFill>
          <a:ln w="14000">
            <a:solidFill>
              <a:srgbClr val="145394"/>
            </a:solidFill>
          </a:ln>
        </p:spPr>
        <p:txBody>
          <a:bodyPr anchor="ctr" lIns="80000" rIns="80000" tIns="20000" bIns="20000"/>
          <a:lstStyle/>
          <a:p>
            <a:pPr algn="ctr"/>
            <a:r>
              <a:rPr lang="zh-CN" sz="1720" b="1">
                <a:solidFill>
                  <a:srgbClr val="102D50"/>
                </a:solidFill>
                <a:latin typeface="Microsoft YaHei"/>
                <a:ea typeface="Microsoft YaHei"/>
              </a:rPr>
              <a:t>校准误差尺度与方向，检验集合覆盖率，再开展名义、统一误差与非均匀误差的同条件对照。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sz="2500" b="1">
                <a:solidFill>
                  <a:srgbClr val="092B56"/>
                </a:solidFill>
                <a:latin typeface="Microsoft YaHei"/>
              </a:rPr>
              <a:t>核心变量</a:t>
            </a:r>
          </a:p>
        </p:txBody>
      </p:sp>
      <p:sp>
        <p:nvSpPr>
          <p:cNvPr id="3" name="Rectangle 2"/>
          <p:cNvSpPr/>
          <p:nvPr/>
        </p:nvSpPr>
        <p:spPr>
          <a:xfrm>
            <a:off x="658368" y="1353312"/>
            <a:ext cx="1645920" cy="448056"/>
          </a:xfrm>
          <a:prstGeom prst="rect">
            <a:avLst/>
          </a:prstGeom>
          <a:solidFill>
            <a:srgbClr val="092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 y="1362456"/>
            <a:ext cx="1554480" cy="429768"/>
          </a:xfrm>
          <a:prstGeom prst="rect">
            <a:avLst/>
          </a:prstGeom>
          <a:noFill/>
        </p:spPr>
        <p:txBody>
          <a:bodyPr wrap="square" lIns="36576" tIns="13716" rIns="36576" bIns="13716" anchor="ctr">
            <a:spAutoFit/>
          </a:bodyPr>
          <a:lstStyle/>
          <a:p>
            <a:pPr algn="ctr">
              <a:spcBef>
                <a:spcPts val="0"/>
              </a:spcBef>
              <a:spcAft>
                <a:spcPts val="200"/>
              </a:spcAft>
            </a:pPr>
            <a:r>
              <a:rPr sz="1630" b="1">
                <a:solidFill>
                  <a:srgbClr val="FFFFFF"/>
                </a:solidFill>
                <a:latin typeface="Microsoft YaHei"/>
              </a:rPr>
              <a:t>类别</a:t>
            </a:r>
          </a:p>
        </p:txBody>
      </p:sp>
      <p:sp>
        <p:nvSpPr>
          <p:cNvPr id="5" name="Rectangle 4"/>
          <p:cNvSpPr/>
          <p:nvPr/>
        </p:nvSpPr>
        <p:spPr>
          <a:xfrm>
            <a:off x="2304288" y="1353312"/>
            <a:ext cx="4718304" cy="448056"/>
          </a:xfrm>
          <a:prstGeom prst="rect">
            <a:avLst/>
          </a:prstGeom>
          <a:solidFill>
            <a:srgbClr val="092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50008" y="1362456"/>
            <a:ext cx="4626864" cy="429768"/>
          </a:xfrm>
          <a:prstGeom prst="rect">
            <a:avLst/>
          </a:prstGeom>
          <a:noFill/>
        </p:spPr>
        <p:txBody>
          <a:bodyPr wrap="square" lIns="36576" tIns="13716" rIns="36576" bIns="13716" anchor="ctr">
            <a:spAutoFit/>
          </a:bodyPr>
          <a:lstStyle/>
          <a:p>
            <a:pPr algn="ctr">
              <a:spcBef>
                <a:spcPts val="0"/>
              </a:spcBef>
              <a:spcAft>
                <a:spcPts val="200"/>
              </a:spcAft>
            </a:pPr>
            <a:r>
              <a:rPr sz="1630" b="1">
                <a:solidFill>
                  <a:srgbClr val="FFFFFF"/>
                </a:solidFill>
                <a:latin typeface="Microsoft YaHei"/>
              </a:rPr>
              <a:t>标准符号</a:t>
            </a:r>
          </a:p>
        </p:txBody>
      </p:sp>
      <p:sp>
        <p:nvSpPr>
          <p:cNvPr id="7" name="Rectangle 6"/>
          <p:cNvSpPr/>
          <p:nvPr/>
        </p:nvSpPr>
        <p:spPr>
          <a:xfrm>
            <a:off x="7022592" y="1353312"/>
            <a:ext cx="2980944" cy="448056"/>
          </a:xfrm>
          <a:prstGeom prst="rect">
            <a:avLst/>
          </a:prstGeom>
          <a:solidFill>
            <a:srgbClr val="092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68312" y="1362456"/>
            <a:ext cx="2889503" cy="429768"/>
          </a:xfrm>
          <a:prstGeom prst="rect">
            <a:avLst/>
          </a:prstGeom>
          <a:noFill/>
        </p:spPr>
        <p:txBody>
          <a:bodyPr wrap="square" lIns="36576" tIns="13716" rIns="36576" bIns="13716" anchor="ctr">
            <a:spAutoFit/>
          </a:bodyPr>
          <a:lstStyle/>
          <a:p>
            <a:pPr algn="ctr">
              <a:spcBef>
                <a:spcPts val="0"/>
              </a:spcBef>
              <a:spcAft>
                <a:spcPts val="200"/>
              </a:spcAft>
            </a:pPr>
            <a:r>
              <a:rPr sz="1630" b="1">
                <a:solidFill>
                  <a:srgbClr val="FFFFFF"/>
                </a:solidFill>
                <a:latin typeface="Microsoft YaHei"/>
              </a:rPr>
              <a:t>中文含义</a:t>
            </a:r>
          </a:p>
        </p:txBody>
      </p:sp>
      <p:sp>
        <p:nvSpPr>
          <p:cNvPr id="9" name="Rectangle 8"/>
          <p:cNvSpPr/>
          <p:nvPr/>
        </p:nvSpPr>
        <p:spPr>
          <a:xfrm>
            <a:off x="10003536" y="1353312"/>
            <a:ext cx="1490472" cy="448056"/>
          </a:xfrm>
          <a:prstGeom prst="rect">
            <a:avLst/>
          </a:prstGeom>
          <a:solidFill>
            <a:srgbClr val="092B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49256" y="1362456"/>
            <a:ext cx="1399032" cy="429768"/>
          </a:xfrm>
          <a:prstGeom prst="rect">
            <a:avLst/>
          </a:prstGeom>
          <a:noFill/>
        </p:spPr>
        <p:txBody>
          <a:bodyPr wrap="square" lIns="36576" tIns="13716" rIns="36576" bIns="13716" anchor="ctr">
            <a:spAutoFit/>
          </a:bodyPr>
          <a:lstStyle/>
          <a:p>
            <a:pPr algn="ctr">
              <a:spcBef>
                <a:spcPts val="0"/>
              </a:spcBef>
              <a:spcAft>
                <a:spcPts val="200"/>
              </a:spcAft>
            </a:pPr>
            <a:r>
              <a:rPr sz="1630" b="1">
                <a:solidFill>
                  <a:srgbClr val="FFFFFF"/>
                </a:solidFill>
                <a:latin typeface="Microsoft YaHei"/>
              </a:rPr>
              <a:t>维度 / 单位</a:t>
            </a:r>
          </a:p>
        </p:txBody>
      </p:sp>
      <p:sp>
        <p:nvSpPr>
          <p:cNvPr id="11" name="Rectangle 10"/>
          <p:cNvSpPr/>
          <p:nvPr/>
        </p:nvSpPr>
        <p:spPr>
          <a:xfrm>
            <a:off x="658368" y="1865376"/>
            <a:ext cx="10835640" cy="630936"/>
          </a:xfrm>
          <a:prstGeom prst="rect">
            <a:avLst/>
          </a:prstGeom>
          <a:solidFill>
            <a:srgbClr val="E0E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 y="1901952"/>
            <a:ext cx="1517904" cy="539496"/>
          </a:xfrm>
          <a:prstGeom prst="rect">
            <a:avLst/>
          </a:prstGeom>
          <a:noFill/>
        </p:spPr>
        <p:txBody>
          <a:bodyPr wrap="square" lIns="36576" tIns="13716" rIns="36576" bIns="13716" anchor="ctr">
            <a:spAutoFit/>
          </a:bodyPr>
          <a:lstStyle/>
          <a:p>
            <a:pPr algn="l">
              <a:spcBef>
                <a:spcPts val="0"/>
              </a:spcBef>
              <a:spcAft>
                <a:spcPts val="200"/>
              </a:spcAft>
            </a:pPr>
            <a:r>
              <a:rPr sz="1520" b="1">
                <a:solidFill>
                  <a:srgbClr val="000000"/>
                </a:solidFill>
                <a:latin typeface="Microsoft YaHei"/>
              </a:rPr>
              <a:t>索引与规模</a:t>
            </a:r>
          </a:p>
        </p:txBody>
      </p:sp>
      <p:sp>
        <p:nvSpPr>
          <p:cNvPr id="13" name="TextBox 12"/>
          <p:cNvSpPr txBox="1"/>
          <p:nvPr/>
        </p:nvSpPr>
        <p:spPr>
          <a:xfrm>
            <a:off x="2368296" y="1901952"/>
            <a:ext cx="4590288"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l, k, j, g; Nₜ, Nᵣ, r</a:t>
            </a:r>
          </a:p>
        </p:txBody>
      </p:sp>
      <p:sp>
        <p:nvSpPr>
          <p:cNvPr id="14" name="TextBox 13"/>
          <p:cNvSpPr txBox="1"/>
          <p:nvPr/>
        </p:nvSpPr>
        <p:spPr>
          <a:xfrm>
            <a:off x="7086600" y="1901952"/>
            <a:ext cx="2852927" cy="539496"/>
          </a:xfrm>
          <a:prstGeom prst="rect">
            <a:avLst/>
          </a:prstGeom>
          <a:noFill/>
        </p:spPr>
        <p:txBody>
          <a:bodyPr wrap="square" lIns="36576" tIns="13716" rIns="36576" bIns="13716" anchor="ctr">
            <a:spAutoFit/>
          </a:bodyPr>
          <a:lstStyle/>
          <a:p>
            <a:pPr algn="l">
              <a:spcBef>
                <a:spcPts val="0"/>
              </a:spcBef>
              <a:spcAft>
                <a:spcPts val="200"/>
              </a:spcAft>
            </a:pPr>
            <a:r>
              <a:rPr sz="1490" b="0">
                <a:solidFill>
                  <a:srgbClr val="000000"/>
                </a:solidFill>
                <a:latin typeface="Microsoft YaHei"/>
              </a:rPr>
              <a:t>TRP、UE、资源组；端口、接收天线、流数</a:t>
            </a:r>
          </a:p>
        </p:txBody>
      </p:sp>
      <p:sp>
        <p:nvSpPr>
          <p:cNvPr id="15" name="TextBox 14"/>
          <p:cNvSpPr txBox="1"/>
          <p:nvPr/>
        </p:nvSpPr>
        <p:spPr>
          <a:xfrm>
            <a:off x="10067544" y="1901952"/>
            <a:ext cx="1362456"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索引；64、4、≤2</a:t>
            </a:r>
          </a:p>
        </p:txBody>
      </p:sp>
      <p:cxnSp>
        <p:nvCxnSpPr>
          <p:cNvPr id="16" name="Connector 15"/>
          <p:cNvCxnSpPr/>
          <p:nvPr/>
        </p:nvCxnSpPr>
        <p:spPr>
          <a:xfrm>
            <a:off x="658368" y="2523744"/>
            <a:ext cx="10835640"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58368" y="2551176"/>
            <a:ext cx="10835640" cy="630936"/>
          </a:xfrm>
          <a:prstGeom prst="rect">
            <a:avLst/>
          </a:prstGeom>
          <a:solidFill>
            <a:srgbClr val="F4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587752"/>
            <a:ext cx="1517904" cy="539496"/>
          </a:xfrm>
          <a:prstGeom prst="rect">
            <a:avLst/>
          </a:prstGeom>
          <a:noFill/>
        </p:spPr>
        <p:txBody>
          <a:bodyPr wrap="square" lIns="36576" tIns="13716" rIns="36576" bIns="13716" anchor="ctr">
            <a:spAutoFit/>
          </a:bodyPr>
          <a:lstStyle/>
          <a:p>
            <a:pPr algn="l">
              <a:spcBef>
                <a:spcPts val="0"/>
              </a:spcBef>
              <a:spcAft>
                <a:spcPts val="200"/>
              </a:spcAft>
            </a:pPr>
            <a:r>
              <a:rPr sz="1520" b="1">
                <a:solidFill>
                  <a:srgbClr val="000000"/>
                </a:solidFill>
                <a:latin typeface="Microsoft YaHei"/>
              </a:rPr>
              <a:t>信道与测量</a:t>
            </a:r>
          </a:p>
        </p:txBody>
      </p:sp>
      <p:sp>
        <p:nvSpPr>
          <p:cNvPr id="19" name="TextBox 18"/>
          <p:cNvSpPr txBox="1"/>
          <p:nvPr/>
        </p:nvSpPr>
        <p:spPr>
          <a:xfrm>
            <a:off x="2368296" y="2587752"/>
            <a:ext cx="4590288"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Hᵗʳᵘᵉ, Ĥ, C</a:t>
            </a:r>
          </a:p>
        </p:txBody>
      </p:sp>
      <p:sp>
        <p:nvSpPr>
          <p:cNvPr id="20" name="TextBox 19"/>
          <p:cNvSpPr txBox="1"/>
          <p:nvPr/>
        </p:nvSpPr>
        <p:spPr>
          <a:xfrm>
            <a:off x="7086600" y="2587752"/>
            <a:ext cx="2852927" cy="539496"/>
          </a:xfrm>
          <a:prstGeom prst="rect">
            <a:avLst/>
          </a:prstGeom>
          <a:noFill/>
        </p:spPr>
        <p:txBody>
          <a:bodyPr wrap="square" lIns="36576" tIns="13716" rIns="36576" bIns="13716" anchor="ctr">
            <a:spAutoFit/>
          </a:bodyPr>
          <a:lstStyle/>
          <a:p>
            <a:pPr algn="l">
              <a:spcBef>
                <a:spcPts val="0"/>
              </a:spcBef>
              <a:spcAft>
                <a:spcPts val="200"/>
              </a:spcAft>
            </a:pPr>
            <a:r>
              <a:rPr sz="1490" b="0">
                <a:solidFill>
                  <a:srgbClr val="000000"/>
                </a:solidFill>
                <a:latin typeface="Microsoft YaHei"/>
              </a:rPr>
              <a:t>真信道、估计信道、条件误差协方差</a:t>
            </a:r>
          </a:p>
        </p:txBody>
      </p:sp>
      <p:sp>
        <p:nvSpPr>
          <p:cNvPr id="21" name="TextBox 20"/>
          <p:cNvSpPr txBox="1"/>
          <p:nvPr/>
        </p:nvSpPr>
        <p:spPr>
          <a:xfrm>
            <a:off x="10067544" y="2587752"/>
            <a:ext cx="1362456"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4×64；4×64；4×4</a:t>
            </a:r>
          </a:p>
        </p:txBody>
      </p:sp>
      <p:cxnSp>
        <p:nvCxnSpPr>
          <p:cNvPr id="22" name="Connector 21"/>
          <p:cNvCxnSpPr/>
          <p:nvPr/>
        </p:nvCxnSpPr>
        <p:spPr>
          <a:xfrm>
            <a:off x="658368" y="3209544"/>
            <a:ext cx="10835640"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58368" y="3236976"/>
            <a:ext cx="10835640" cy="630936"/>
          </a:xfrm>
          <a:prstGeom prst="rect">
            <a:avLst/>
          </a:prstGeom>
          <a:solidFill>
            <a:srgbClr val="E0E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2376" y="3273552"/>
            <a:ext cx="1517904" cy="539496"/>
          </a:xfrm>
          <a:prstGeom prst="rect">
            <a:avLst/>
          </a:prstGeom>
          <a:noFill/>
        </p:spPr>
        <p:txBody>
          <a:bodyPr wrap="square" lIns="36576" tIns="13716" rIns="36576" bIns="13716" anchor="ctr">
            <a:spAutoFit/>
          </a:bodyPr>
          <a:lstStyle/>
          <a:p>
            <a:pPr algn="l">
              <a:spcBef>
                <a:spcPts val="0"/>
              </a:spcBef>
              <a:spcAft>
                <a:spcPts val="200"/>
              </a:spcAft>
            </a:pPr>
            <a:r>
              <a:rPr sz="1520" b="1">
                <a:solidFill>
                  <a:srgbClr val="000000"/>
                </a:solidFill>
                <a:latin typeface="Microsoft YaHei"/>
              </a:rPr>
              <a:t>资源变量</a:t>
            </a:r>
          </a:p>
        </p:txBody>
      </p:sp>
      <p:sp>
        <p:nvSpPr>
          <p:cNvPr id="25" name="TextBox 24"/>
          <p:cNvSpPr txBox="1"/>
          <p:nvPr/>
        </p:nvSpPr>
        <p:spPr>
          <a:xfrm>
            <a:off x="2368296" y="3273552"/>
            <a:ext cx="4590288"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b, χ, ν; w, p, Pₗ</a:t>
            </a:r>
          </a:p>
        </p:txBody>
      </p:sp>
      <p:sp>
        <p:nvSpPr>
          <p:cNvPr id="26" name="TextBox 25"/>
          <p:cNvSpPr txBox="1"/>
          <p:nvPr/>
        </p:nvSpPr>
        <p:spPr>
          <a:xfrm>
            <a:off x="7086600" y="3273552"/>
            <a:ext cx="2852927" cy="539496"/>
          </a:xfrm>
          <a:prstGeom prst="rect">
            <a:avLst/>
          </a:prstGeom>
          <a:noFill/>
        </p:spPr>
        <p:txBody>
          <a:bodyPr wrap="square" lIns="36576" tIns="13716" rIns="36576" bIns="13716" anchor="ctr">
            <a:spAutoFit/>
          </a:bodyPr>
          <a:lstStyle/>
          <a:p>
            <a:pPr algn="l">
              <a:spcBef>
                <a:spcPts val="0"/>
              </a:spcBef>
              <a:spcAft>
                <a:spcPts val="200"/>
              </a:spcAft>
            </a:pPr>
            <a:r>
              <a:rPr sz="1490" b="0">
                <a:solidFill>
                  <a:srgbClr val="000000"/>
                </a:solidFill>
                <a:latin typeface="Microsoft YaHei"/>
              </a:rPr>
              <a:t>调度、服务、RB 权重；预编码、功率、预算</a:t>
            </a:r>
          </a:p>
        </p:txBody>
      </p:sp>
      <p:sp>
        <p:nvSpPr>
          <p:cNvPr id="27" name="TextBox 26"/>
          <p:cNvSpPr txBox="1"/>
          <p:nvPr/>
        </p:nvSpPr>
        <p:spPr>
          <a:xfrm>
            <a:off x="10067544" y="3273552"/>
            <a:ext cx="1362456"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0/1；64×r；W</a:t>
            </a:r>
          </a:p>
        </p:txBody>
      </p:sp>
      <p:cxnSp>
        <p:nvCxnSpPr>
          <p:cNvPr id="28" name="Connector 27"/>
          <p:cNvCxnSpPr/>
          <p:nvPr/>
        </p:nvCxnSpPr>
        <p:spPr>
          <a:xfrm>
            <a:off x="658368" y="3895344"/>
            <a:ext cx="10835640"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58368" y="3922776"/>
            <a:ext cx="10835640" cy="630936"/>
          </a:xfrm>
          <a:prstGeom prst="rect">
            <a:avLst/>
          </a:prstGeom>
          <a:solidFill>
            <a:srgbClr val="F4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376" y="3959352"/>
            <a:ext cx="1517904" cy="539496"/>
          </a:xfrm>
          <a:prstGeom prst="rect">
            <a:avLst/>
          </a:prstGeom>
          <a:noFill/>
        </p:spPr>
        <p:txBody>
          <a:bodyPr wrap="square" lIns="36576" tIns="13716" rIns="36576" bIns="13716" anchor="ctr">
            <a:spAutoFit/>
          </a:bodyPr>
          <a:lstStyle/>
          <a:p>
            <a:pPr algn="l">
              <a:spcBef>
                <a:spcPts val="0"/>
              </a:spcBef>
              <a:spcAft>
                <a:spcPts val="200"/>
              </a:spcAft>
            </a:pPr>
            <a:r>
              <a:rPr sz="1520" b="1">
                <a:solidFill>
                  <a:srgbClr val="000000"/>
                </a:solidFill>
                <a:latin typeface="Microsoft YaHei"/>
              </a:rPr>
              <a:t>WMMSE</a:t>
            </a:r>
          </a:p>
        </p:txBody>
      </p:sp>
      <p:sp>
        <p:nvSpPr>
          <p:cNvPr id="31" name="TextBox 30"/>
          <p:cNvSpPr txBox="1"/>
          <p:nvPr/>
        </p:nvSpPr>
        <p:spPr>
          <a:xfrm>
            <a:off x="2368296" y="3959352"/>
            <a:ext cx="4590288"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F, Rʸʸ, A, E, Ω, η</a:t>
            </a:r>
          </a:p>
        </p:txBody>
      </p:sp>
      <p:sp>
        <p:nvSpPr>
          <p:cNvPr id="32" name="TextBox 31"/>
          <p:cNvSpPr txBox="1"/>
          <p:nvPr/>
        </p:nvSpPr>
        <p:spPr>
          <a:xfrm>
            <a:off x="7086600" y="3959352"/>
            <a:ext cx="2852927" cy="539496"/>
          </a:xfrm>
          <a:prstGeom prst="rect">
            <a:avLst/>
          </a:prstGeom>
          <a:noFill/>
        </p:spPr>
        <p:txBody>
          <a:bodyPr wrap="square" lIns="36576" tIns="13716" rIns="36576" bIns="13716" anchor="ctr">
            <a:spAutoFit/>
          </a:bodyPr>
          <a:lstStyle/>
          <a:p>
            <a:pPr algn="l">
              <a:spcBef>
                <a:spcPts val="0"/>
              </a:spcBef>
              <a:spcAft>
                <a:spcPts val="200"/>
              </a:spcAft>
            </a:pPr>
            <a:r>
              <a:rPr sz="1490" b="0">
                <a:solidFill>
                  <a:srgbClr val="000000"/>
                </a:solidFill>
                <a:latin typeface="Microsoft YaHei"/>
              </a:rPr>
              <a:t>有效信道、接收协方差、接收器、MSE、权重、效用</a:t>
            </a:r>
          </a:p>
        </p:txBody>
      </p:sp>
      <p:sp>
        <p:nvSpPr>
          <p:cNvPr id="33" name="TextBox 32"/>
          <p:cNvSpPr txBox="1"/>
          <p:nvPr/>
        </p:nvSpPr>
        <p:spPr>
          <a:xfrm>
            <a:off x="10067544" y="3959352"/>
            <a:ext cx="1362456"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4×r；4×4；r×r</a:t>
            </a:r>
          </a:p>
        </p:txBody>
      </p:sp>
      <p:cxnSp>
        <p:nvCxnSpPr>
          <p:cNvPr id="34" name="Connector 33"/>
          <p:cNvCxnSpPr/>
          <p:nvPr/>
        </p:nvCxnSpPr>
        <p:spPr>
          <a:xfrm>
            <a:off x="658368" y="4581144"/>
            <a:ext cx="10835640"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8368" y="4608576"/>
            <a:ext cx="10835640" cy="630936"/>
          </a:xfrm>
          <a:prstGeom prst="rect">
            <a:avLst/>
          </a:prstGeom>
          <a:solidFill>
            <a:srgbClr val="E0E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2376" y="4645152"/>
            <a:ext cx="1517904" cy="539496"/>
          </a:xfrm>
          <a:prstGeom prst="rect">
            <a:avLst/>
          </a:prstGeom>
          <a:noFill/>
        </p:spPr>
        <p:txBody>
          <a:bodyPr wrap="square" lIns="36576" tIns="13716" rIns="36576" bIns="13716" anchor="ctr">
            <a:spAutoFit/>
          </a:bodyPr>
          <a:lstStyle/>
          <a:p>
            <a:pPr algn="l">
              <a:spcBef>
                <a:spcPts val="0"/>
              </a:spcBef>
              <a:spcAft>
                <a:spcPts val="200"/>
              </a:spcAft>
            </a:pPr>
            <a:r>
              <a:rPr sz="1520" b="1">
                <a:solidFill>
                  <a:srgbClr val="000000"/>
                </a:solidFill>
                <a:latin typeface="Microsoft YaHei"/>
              </a:rPr>
              <a:t>ADMM</a:t>
            </a:r>
          </a:p>
        </p:txBody>
      </p:sp>
      <p:sp>
        <p:nvSpPr>
          <p:cNvPr id="37" name="TextBox 36"/>
          <p:cNvSpPr txBox="1"/>
          <p:nvPr/>
        </p:nvSpPr>
        <p:spPr>
          <a:xfrm>
            <a:off x="2368296" y="4645152"/>
            <a:ext cx="4590288"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x, z, y, ρ</a:t>
            </a:r>
          </a:p>
        </p:txBody>
      </p:sp>
      <p:sp>
        <p:nvSpPr>
          <p:cNvPr id="38" name="TextBox 37"/>
          <p:cNvSpPr txBox="1"/>
          <p:nvPr/>
        </p:nvSpPr>
        <p:spPr>
          <a:xfrm>
            <a:off x="7086600" y="4645152"/>
            <a:ext cx="2852927" cy="539496"/>
          </a:xfrm>
          <a:prstGeom prst="rect">
            <a:avLst/>
          </a:prstGeom>
          <a:noFill/>
        </p:spPr>
        <p:txBody>
          <a:bodyPr wrap="square" lIns="36576" tIns="13716" rIns="36576" bIns="13716" anchor="ctr">
            <a:spAutoFit/>
          </a:bodyPr>
          <a:lstStyle/>
          <a:p>
            <a:pPr algn="l">
              <a:spcBef>
                <a:spcPts val="0"/>
              </a:spcBef>
              <a:spcAft>
                <a:spcPts val="200"/>
              </a:spcAft>
            </a:pPr>
            <a:r>
              <a:rPr sz="1490" b="0">
                <a:solidFill>
                  <a:srgbClr val="000000"/>
                </a:solidFill>
                <a:latin typeface="Microsoft YaHei"/>
              </a:rPr>
              <a:t>原变量、可行副本、缩放对偶、罚参数</a:t>
            </a:r>
          </a:p>
        </p:txBody>
      </p:sp>
      <p:sp>
        <p:nvSpPr>
          <p:cNvPr id="39" name="TextBox 38"/>
          <p:cNvSpPr txBox="1"/>
          <p:nvPr/>
        </p:nvSpPr>
        <p:spPr>
          <a:xfrm>
            <a:off x="10067544" y="4645152"/>
            <a:ext cx="1362456"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同 w；标量</a:t>
            </a:r>
          </a:p>
        </p:txBody>
      </p:sp>
      <p:cxnSp>
        <p:nvCxnSpPr>
          <p:cNvPr id="40" name="Connector 39"/>
          <p:cNvCxnSpPr/>
          <p:nvPr/>
        </p:nvCxnSpPr>
        <p:spPr>
          <a:xfrm>
            <a:off x="658368" y="5266944"/>
            <a:ext cx="10835640"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58368" y="5294376"/>
            <a:ext cx="10835640" cy="630936"/>
          </a:xfrm>
          <a:prstGeom prst="rect">
            <a:avLst/>
          </a:prstGeom>
          <a:solidFill>
            <a:srgbClr val="F4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2376" y="5330952"/>
            <a:ext cx="1517904" cy="539496"/>
          </a:xfrm>
          <a:prstGeom prst="rect">
            <a:avLst/>
          </a:prstGeom>
          <a:noFill/>
        </p:spPr>
        <p:txBody>
          <a:bodyPr wrap="square" lIns="36576" tIns="13716" rIns="36576" bIns="13716" anchor="ctr">
            <a:spAutoFit/>
          </a:bodyPr>
          <a:lstStyle/>
          <a:p>
            <a:pPr algn="l">
              <a:spcBef>
                <a:spcPts val="0"/>
              </a:spcBef>
              <a:spcAft>
                <a:spcPts val="200"/>
              </a:spcAft>
            </a:pPr>
            <a:r>
              <a:rPr sz="1520" b="1">
                <a:solidFill>
                  <a:srgbClr val="000000"/>
                </a:solidFill>
                <a:latin typeface="Microsoft YaHei"/>
              </a:rPr>
              <a:t>评价</a:t>
            </a:r>
          </a:p>
        </p:txBody>
      </p:sp>
      <p:sp>
        <p:nvSpPr>
          <p:cNvPr id="43" name="TextBox 42"/>
          <p:cNvSpPr txBox="1"/>
          <p:nvPr/>
        </p:nvSpPr>
        <p:spPr>
          <a:xfrm>
            <a:off x="2368296" y="5330952"/>
            <a:ext cx="4590288"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Rˢᴱ, Rᵉˣᵖ</a:t>
            </a:r>
          </a:p>
        </p:txBody>
      </p:sp>
      <p:sp>
        <p:nvSpPr>
          <p:cNvPr id="44" name="TextBox 43"/>
          <p:cNvSpPr txBox="1"/>
          <p:nvPr/>
        </p:nvSpPr>
        <p:spPr>
          <a:xfrm>
            <a:off x="7086600" y="5330952"/>
            <a:ext cx="2852927" cy="539496"/>
          </a:xfrm>
          <a:prstGeom prst="rect">
            <a:avLst/>
          </a:prstGeom>
          <a:noFill/>
        </p:spPr>
        <p:txBody>
          <a:bodyPr wrap="square" lIns="36576" tIns="13716" rIns="36576" bIns="13716" anchor="ctr">
            <a:spAutoFit/>
          </a:bodyPr>
          <a:lstStyle/>
          <a:p>
            <a:pPr algn="l">
              <a:spcBef>
                <a:spcPts val="0"/>
              </a:spcBef>
              <a:spcAft>
                <a:spcPts val="200"/>
              </a:spcAft>
            </a:pPr>
            <a:r>
              <a:rPr sz="1490" b="0">
                <a:solidFill>
                  <a:srgbClr val="000000"/>
                </a:solidFill>
                <a:latin typeface="Microsoft YaHei"/>
              </a:rPr>
              <a:t>频谱效率、按协议统计的体验率</a:t>
            </a:r>
          </a:p>
        </p:txBody>
      </p:sp>
      <p:sp>
        <p:nvSpPr>
          <p:cNvPr id="45" name="TextBox 44"/>
          <p:cNvSpPr txBox="1"/>
          <p:nvPr/>
        </p:nvSpPr>
        <p:spPr>
          <a:xfrm>
            <a:off x="10067544" y="5330952"/>
            <a:ext cx="1362456" cy="539496"/>
          </a:xfrm>
          <a:prstGeom prst="rect">
            <a:avLst/>
          </a:prstGeom>
          <a:noFill/>
        </p:spPr>
        <p:txBody>
          <a:bodyPr wrap="square" lIns="36576" tIns="13716" rIns="36576" bIns="13716" anchor="ctr">
            <a:spAutoFit/>
          </a:bodyPr>
          <a:lstStyle/>
          <a:p>
            <a:pPr algn="l">
              <a:spcBef>
                <a:spcPts val="0"/>
              </a:spcBef>
              <a:spcAft>
                <a:spcPts val="200"/>
              </a:spcAft>
            </a:pPr>
            <a:r>
              <a:rPr sz="1520" b="0">
                <a:solidFill>
                  <a:srgbClr val="000000"/>
                </a:solidFill>
                <a:latin typeface="Microsoft YaHei"/>
              </a:rPr>
              <a:t>bit/s/Hz；协议口径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新版方案的优化变量与约束</a:t>
            </a:r>
          </a:p>
        </p:txBody>
      </p:sp>
      <p:sp>
        <p:nvSpPr>
          <p:cNvPr id="3" name="TextBox 2"/>
          <p:cNvSpPr txBox="1"/>
          <p:nvPr/>
        </p:nvSpPr>
        <p:spPr>
          <a:xfrm>
            <a:off x="603504" y="1280160"/>
            <a:ext cx="10899648" cy="384048"/>
          </a:xfrm>
          <a:prstGeom prst="rect">
            <a:avLst/>
          </a:prstGeom>
          <a:noFill/>
        </p:spPr>
        <p:txBody>
          <a:bodyPr wrap="square" lIns="27432" tIns="13716" rIns="27432" bIns="13716" anchor="ctr">
            <a:spAutoFit/>
          </a:bodyPr>
          <a:lstStyle/>
          <a:p>
            <a:pPr algn="l"/>
            <a:r>
              <a:rPr sz="1800" b="1">
                <a:solidFill>
                  <a:srgbClr val="092B56"/>
                </a:solidFill>
                <a:latin typeface="Microsoft YaHei"/>
              </a:rPr>
              <a:t>完整波束 w 同时决定发射方向与幅度；功率 p 由波束范数导出。</a:t>
            </a:r>
          </a:p>
        </p:txBody>
      </p:sp>
      <p:sp>
        <p:nvSpPr>
          <p:cNvPr id="4" name="Rounded Rectangle 3"/>
          <p:cNvSpPr/>
          <p:nvPr/>
        </p:nvSpPr>
        <p:spPr>
          <a:xfrm>
            <a:off x="594360" y="1773936"/>
            <a:ext cx="11000232" cy="749808"/>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roposal_objective.png"/>
          <p:cNvPicPr>
            <a:picLocks noChangeAspect="1"/>
          </p:cNvPicPr>
          <p:nvPr/>
        </p:nvPicPr>
        <p:blipFill>
          <a:blip r:embed="rId3"/>
          <a:stretch>
            <a:fillRect/>
          </a:stretch>
        </p:blipFill>
        <p:spPr>
          <a:xfrm>
            <a:off x="3823868" y="1837943"/>
            <a:ext cx="4001719" cy="521207"/>
          </a:xfrm>
          <a:prstGeom prst="rect">
            <a:avLst/>
          </a:prstGeom>
        </p:spPr>
      </p:pic>
      <p:sp>
        <p:nvSpPr>
          <p:cNvPr id="6" name="TextBox 5"/>
          <p:cNvSpPr txBox="1"/>
          <p:nvPr/>
        </p:nvSpPr>
        <p:spPr>
          <a:xfrm>
            <a:off x="713232" y="2578608"/>
            <a:ext cx="10716768" cy="301752"/>
          </a:xfrm>
          <a:prstGeom prst="rect">
            <a:avLst/>
          </a:prstGeom>
          <a:noFill/>
        </p:spPr>
        <p:txBody>
          <a:bodyPr wrap="square" lIns="27432" tIns="13716" rIns="27432" bIns="13716" anchor="ctr">
            <a:spAutoFit/>
          </a:bodyPr>
          <a:lstStyle/>
          <a:p>
            <a:pPr algn="l"/>
            <a:r>
              <a:rPr sz="1520" b="0">
                <a:solidFill>
                  <a:srgbClr val="000000"/>
                </a:solidFill>
                <a:latin typeface="Microsoft YaHei"/>
              </a:rPr>
              <a:t>公平效用 − 链路组稀疏 − TRP 激活代价；分开两种惩罚系数是解释修正。</a:t>
            </a:r>
          </a:p>
        </p:txBody>
      </p:sp>
      <p:sp>
        <p:nvSpPr>
          <p:cNvPr id="7" name="Rounded Rectangle 6"/>
          <p:cNvSpPr/>
          <p:nvPr/>
        </p:nvSpPr>
        <p:spPr>
          <a:xfrm>
            <a:off x="612648" y="3054096"/>
            <a:ext cx="3401568" cy="1527048"/>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3154680"/>
            <a:ext cx="3044952" cy="365760"/>
          </a:xfrm>
          <a:prstGeom prst="rect">
            <a:avLst/>
          </a:prstGeom>
          <a:noFill/>
        </p:spPr>
        <p:txBody>
          <a:bodyPr wrap="square" lIns="27432" tIns="13716" rIns="27432" bIns="13716" anchor="ctr">
            <a:spAutoFit/>
          </a:bodyPr>
          <a:lstStyle/>
          <a:p>
            <a:pPr algn="l"/>
            <a:r>
              <a:rPr sz="1800" b="1">
                <a:solidFill>
                  <a:srgbClr val="092B56"/>
                </a:solidFill>
                <a:latin typeface="Microsoft YaHei"/>
              </a:rPr>
              <a:t>波束与功率</a:t>
            </a:r>
          </a:p>
        </p:txBody>
      </p:sp>
      <p:sp>
        <p:nvSpPr>
          <p:cNvPr id="9" name="TextBox 8"/>
          <p:cNvSpPr txBox="1"/>
          <p:nvPr/>
        </p:nvSpPr>
        <p:spPr>
          <a:xfrm>
            <a:off x="786384" y="3611880"/>
            <a:ext cx="3026664" cy="822960"/>
          </a:xfrm>
          <a:prstGeom prst="rect">
            <a:avLst/>
          </a:prstGeom>
          <a:noFill/>
        </p:spPr>
        <p:txBody>
          <a:bodyPr wrap="square" lIns="27432" tIns="13716" rIns="27432" bIns="13716" anchor="ctr">
            <a:spAutoFit/>
          </a:bodyPr>
          <a:lstStyle/>
          <a:p>
            <a:pPr algn="l"/>
            <a:r>
              <a:rPr sz="1570" b="0">
                <a:solidFill>
                  <a:srgbClr val="000000"/>
                </a:solidFill>
                <a:latin typeface="Microsoft YaHei"/>
              </a:rPr>
              <a:t>wₗₖg∈ℂ⁶⁴×ʳ；pₗ 是所有资源组的加权发射功率。</a:t>
            </a:r>
          </a:p>
        </p:txBody>
      </p:sp>
      <p:sp>
        <p:nvSpPr>
          <p:cNvPr id="10" name="Rounded Rectangle 9"/>
          <p:cNvSpPr/>
          <p:nvPr/>
        </p:nvSpPr>
        <p:spPr>
          <a:xfrm>
            <a:off x="4279392" y="3054096"/>
            <a:ext cx="3410712" cy="1527048"/>
          </a:xfrm>
          <a:prstGeom prst="roundRect">
            <a:avLst/>
          </a:prstGeom>
          <a:solidFill>
            <a:srgbClr val="F4F9FD"/>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43983" y="3154680"/>
            <a:ext cx="3072384" cy="365760"/>
          </a:xfrm>
          <a:prstGeom prst="rect">
            <a:avLst/>
          </a:prstGeom>
          <a:noFill/>
        </p:spPr>
        <p:txBody>
          <a:bodyPr wrap="square" lIns="27432" tIns="13716" rIns="27432" bIns="13716" anchor="ctr">
            <a:spAutoFit/>
          </a:bodyPr>
          <a:lstStyle/>
          <a:p>
            <a:pPr algn="l"/>
            <a:r>
              <a:rPr sz="1800" b="1">
                <a:solidFill>
                  <a:srgbClr val="092B56"/>
                </a:solidFill>
                <a:latin typeface="Microsoft YaHei"/>
              </a:rPr>
              <a:t>链路组 vs 整 TRP</a:t>
            </a:r>
          </a:p>
        </p:txBody>
      </p:sp>
      <p:sp>
        <p:nvSpPr>
          <p:cNvPr id="12" name="TextBox 11"/>
          <p:cNvSpPr txBox="1"/>
          <p:nvPr/>
        </p:nvSpPr>
        <p:spPr>
          <a:xfrm>
            <a:off x="4443983" y="3611880"/>
            <a:ext cx="3044952" cy="859536"/>
          </a:xfrm>
          <a:prstGeom prst="rect">
            <a:avLst/>
          </a:prstGeom>
          <a:noFill/>
        </p:spPr>
        <p:txBody>
          <a:bodyPr wrap="square" lIns="27432" tIns="13716" rIns="27432" bIns="13716" anchor="ctr">
            <a:spAutoFit/>
          </a:bodyPr>
          <a:lstStyle/>
          <a:p>
            <a:pPr algn="l"/>
            <a:r>
              <a:rPr sz="1550" b="0">
                <a:solidFill>
                  <a:srgbClr val="000000"/>
                </a:solidFill>
                <a:latin typeface="Microsoft YaHei"/>
              </a:rPr>
              <a:t>‖wₗₖ,:‖ 归零只删一条服务链；sₗ=0 才约束整台 TRP 不发射。</a:t>
            </a:r>
          </a:p>
        </p:txBody>
      </p:sp>
      <p:sp>
        <p:nvSpPr>
          <p:cNvPr id="13" name="Rounded Rectangle 12"/>
          <p:cNvSpPr/>
          <p:nvPr/>
        </p:nvSpPr>
        <p:spPr>
          <a:xfrm>
            <a:off x="7973568" y="3054096"/>
            <a:ext cx="3520440" cy="1527048"/>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3154680"/>
            <a:ext cx="3145536" cy="365760"/>
          </a:xfrm>
          <a:prstGeom prst="rect">
            <a:avLst/>
          </a:prstGeom>
          <a:noFill/>
        </p:spPr>
        <p:txBody>
          <a:bodyPr wrap="square" lIns="27432" tIns="13716" rIns="27432" bIns="13716" anchor="ctr">
            <a:spAutoFit/>
          </a:bodyPr>
          <a:lstStyle/>
          <a:p>
            <a:pPr algn="l"/>
            <a:r>
              <a:rPr sz="1800" b="1">
                <a:solidFill>
                  <a:srgbClr val="092B56"/>
                </a:solidFill>
                <a:latin typeface="Microsoft YaHei"/>
              </a:rPr>
              <a:t>限制与后处理</a:t>
            </a:r>
          </a:p>
        </p:txBody>
      </p:sp>
      <p:sp>
        <p:nvSpPr>
          <p:cNvPr id="15" name="TextBox 14"/>
          <p:cNvSpPr txBox="1"/>
          <p:nvPr/>
        </p:nvSpPr>
        <p:spPr>
          <a:xfrm>
            <a:off x="8138160" y="3611880"/>
            <a:ext cx="3127248" cy="859536"/>
          </a:xfrm>
          <a:prstGeom prst="rect">
            <a:avLst/>
          </a:prstGeom>
          <a:noFill/>
        </p:spPr>
        <p:txBody>
          <a:bodyPr wrap="square" lIns="27432" tIns="13716" rIns="27432" bIns="13716" anchor="ctr">
            <a:spAutoFit/>
          </a:bodyPr>
          <a:lstStyle/>
          <a:p>
            <a:pPr algn="l"/>
            <a:r>
              <a:rPr sz="1550" b="0">
                <a:solidFill>
                  <a:srgbClr val="000000"/>
                </a:solidFill>
                <a:latin typeface="Microsoft YaHei"/>
              </a:rPr>
              <a:t>边缘最低速率、关联可行性；sₗ 松弛判阈后须重优化并复查。</a:t>
            </a:r>
          </a:p>
        </p:txBody>
      </p:sp>
      <p:sp>
        <p:nvSpPr>
          <p:cNvPr id="16" name="Rounded Rectangle 15"/>
          <p:cNvSpPr/>
          <p:nvPr/>
        </p:nvSpPr>
        <p:spPr>
          <a:xfrm>
            <a:off x="630936" y="4828032"/>
            <a:ext cx="10835640" cy="713232"/>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hared_power.png"/>
          <p:cNvPicPr>
            <a:picLocks noChangeAspect="1"/>
          </p:cNvPicPr>
          <p:nvPr/>
        </p:nvPicPr>
        <p:blipFill>
          <a:blip r:embed="rId4"/>
          <a:stretch>
            <a:fillRect/>
          </a:stretch>
        </p:blipFill>
        <p:spPr>
          <a:xfrm>
            <a:off x="4705378" y="4974336"/>
            <a:ext cx="2522162" cy="502920"/>
          </a:xfrm>
          <a:prstGeom prst="rect">
            <a:avLst/>
          </a:prstGeom>
        </p:spPr>
      </p:pic>
      <p:sp>
        <p:nvSpPr>
          <p:cNvPr id="18" name="TextBox 17"/>
          <p:cNvSpPr txBox="1"/>
          <p:nvPr/>
        </p:nvSpPr>
        <p:spPr>
          <a:xfrm>
            <a:off x="731520" y="5632704"/>
            <a:ext cx="10607040" cy="384048"/>
          </a:xfrm>
          <a:prstGeom prst="rect">
            <a:avLst/>
          </a:prstGeom>
          <a:noFill/>
        </p:spPr>
        <p:txBody>
          <a:bodyPr wrap="square" lIns="27432" tIns="13716" rIns="27432" bIns="13716" anchor="ctr">
            <a:spAutoFit/>
          </a:bodyPr>
          <a:lstStyle/>
          <a:p>
            <a:pPr algn="l"/>
            <a:r>
              <a:rPr sz="1500" b="1">
                <a:solidFill>
                  <a:srgbClr val="000000"/>
                </a:solidFill>
                <a:latin typeface="Microsoft YaHei"/>
              </a:rPr>
              <a:t>拟以边缘体验、&lt;10% 体验损失和 &gt;30% 空口功率目标为参照，开展同条件误差对照。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092B56"/>
                </a:solidFill>
                <a:latin typeface="Microsoft YaHei"/>
              </a:rPr>
              <a:t>新版求解流程与实现边界</a:t>
            </a:r>
          </a:p>
        </p:txBody>
      </p:sp>
      <p:sp>
        <p:nvSpPr>
          <p:cNvPr id="3" name="Rounded Rectangle 2"/>
          <p:cNvSpPr/>
          <p:nvPr/>
        </p:nvSpPr>
        <p:spPr>
          <a:xfrm>
            <a:off x="594360" y="1316736"/>
            <a:ext cx="7626096" cy="1188720"/>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86384" y="1399032"/>
            <a:ext cx="7260336" cy="310896"/>
          </a:xfrm>
          <a:prstGeom prst="rect">
            <a:avLst/>
          </a:prstGeom>
          <a:noFill/>
        </p:spPr>
        <p:txBody>
          <a:bodyPr wrap="square" lIns="27432" tIns="13716" rIns="27432" bIns="13716" anchor="ctr">
            <a:spAutoFit/>
          </a:bodyPr>
          <a:lstStyle/>
          <a:p>
            <a:pPr algn="l"/>
            <a:r>
              <a:rPr sz="1710" b="1">
                <a:solidFill>
                  <a:srgbClr val="092B56"/>
                </a:solidFill>
                <a:latin typeface="Microsoft YaHei"/>
              </a:rPr>
              <a:t>WMMSE 外轮：当前 w → A 接收器 → E、Ω 权重 → 固定量求 w</a:t>
            </a:r>
          </a:p>
        </p:txBody>
      </p:sp>
      <p:pic>
        <p:nvPicPr>
          <p:cNvPr id="5" name="Picture 4" descr="minmax_core.png"/>
          <p:cNvPicPr>
            <a:picLocks noChangeAspect="1"/>
          </p:cNvPicPr>
          <p:nvPr/>
        </p:nvPicPr>
        <p:blipFill>
          <a:blip r:embed="rId3"/>
          <a:stretch>
            <a:fillRect/>
          </a:stretch>
        </p:blipFill>
        <p:spPr>
          <a:xfrm>
            <a:off x="2747771" y="1828800"/>
            <a:ext cx="2441448" cy="411480"/>
          </a:xfrm>
          <a:prstGeom prst="rect">
            <a:avLst/>
          </a:prstGeom>
        </p:spPr>
      </p:pic>
      <p:sp>
        <p:nvSpPr>
          <p:cNvPr id="6" name="TextBox 5"/>
          <p:cNvSpPr txBox="1"/>
          <p:nvPr/>
        </p:nvSpPr>
        <p:spPr>
          <a:xfrm>
            <a:off x="786384" y="2249424"/>
            <a:ext cx="7232904" cy="219456"/>
          </a:xfrm>
          <a:prstGeom prst="rect">
            <a:avLst/>
          </a:prstGeom>
          <a:noFill/>
        </p:spPr>
        <p:txBody>
          <a:bodyPr wrap="square" lIns="27432" tIns="13716" rIns="27432" bIns="13716" anchor="ctr">
            <a:spAutoFit/>
          </a:bodyPr>
          <a:lstStyle/>
          <a:p>
            <a:pPr algn="l"/>
            <a:r>
              <a:rPr sz="1360" b="0">
                <a:solidFill>
                  <a:srgbClr val="000000"/>
                </a:solidFill>
                <a:latin typeface="Microsoft YaHei"/>
              </a:rPr>
              <a:t>拟以当前统计 C 为基础，研究误差集合校准与最坏情形内层，并与统计平均设计比较。</a:t>
            </a:r>
          </a:p>
        </p:txBody>
      </p:sp>
      <p:cxnSp>
        <p:nvCxnSpPr>
          <p:cNvPr id="7" name="Connector 6"/>
          <p:cNvCxnSpPr/>
          <p:nvPr/>
        </p:nvCxnSpPr>
        <p:spPr>
          <a:xfrm>
            <a:off x="4370832" y="2523744"/>
            <a:ext cx="0" cy="246888"/>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94360" y="2788920"/>
            <a:ext cx="7626096" cy="1901952"/>
          </a:xfrm>
          <a:prstGeom prst="roundRect">
            <a:avLst/>
          </a:prstGeom>
          <a:solidFill>
            <a:srgbClr val="FFF7EB"/>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2889504"/>
            <a:ext cx="7296912" cy="310896"/>
          </a:xfrm>
          <a:prstGeom prst="rect">
            <a:avLst/>
          </a:prstGeom>
          <a:noFill/>
        </p:spPr>
        <p:txBody>
          <a:bodyPr wrap="square" lIns="27432" tIns="13716" rIns="27432" bIns="13716" anchor="ctr">
            <a:spAutoFit/>
          </a:bodyPr>
          <a:lstStyle/>
          <a:p>
            <a:pPr algn="l"/>
            <a:r>
              <a:rPr sz="1700" b="1">
                <a:solidFill>
                  <a:srgbClr val="092B56"/>
                </a:solidFill>
                <a:latin typeface="Microsoft YaHei"/>
              </a:rPr>
              <a:t>ADMM 内轮：固定 A、Ω；每轮更新 x → z → y → 双残差</a:t>
            </a:r>
          </a:p>
        </p:txBody>
      </p:sp>
      <p:sp>
        <p:nvSpPr>
          <p:cNvPr id="10" name="Rounded Rectangle 9"/>
          <p:cNvSpPr/>
          <p:nvPr/>
        </p:nvSpPr>
        <p:spPr>
          <a:xfrm>
            <a:off x="795528" y="3419856"/>
            <a:ext cx="1627632" cy="82296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3465576"/>
            <a:ext cx="1463040" cy="265176"/>
          </a:xfrm>
          <a:prstGeom prst="rect">
            <a:avLst/>
          </a:prstGeom>
          <a:noFill/>
        </p:spPr>
        <p:txBody>
          <a:bodyPr wrap="square" lIns="27432" tIns="13716" rIns="27432" bIns="13716" anchor="ctr">
            <a:spAutoFit/>
          </a:bodyPr>
          <a:lstStyle/>
          <a:p>
            <a:pPr algn="ctr"/>
            <a:r>
              <a:rPr sz="1530" b="1">
                <a:solidFill>
                  <a:srgbClr val="092B56"/>
                </a:solidFill>
                <a:latin typeface="Microsoft YaHei"/>
              </a:rPr>
              <a:t>x：波束</a:t>
            </a:r>
          </a:p>
        </p:txBody>
      </p:sp>
      <p:sp>
        <p:nvSpPr>
          <p:cNvPr id="12" name="TextBox 11"/>
          <p:cNvSpPr txBox="1"/>
          <p:nvPr/>
        </p:nvSpPr>
        <p:spPr>
          <a:xfrm>
            <a:off x="877824" y="3785615"/>
            <a:ext cx="1463040" cy="393192"/>
          </a:xfrm>
          <a:prstGeom prst="rect">
            <a:avLst/>
          </a:prstGeom>
          <a:noFill/>
        </p:spPr>
        <p:txBody>
          <a:bodyPr wrap="square" lIns="27432" tIns="13716" rIns="27432" bIns="13716" anchor="ctr">
            <a:spAutoFit/>
          </a:bodyPr>
          <a:lstStyle/>
          <a:p>
            <a:pPr algn="ctr"/>
            <a:r>
              <a:rPr sz="1340" b="0">
                <a:solidFill>
                  <a:srgbClr val="000000"/>
                </a:solidFill>
                <a:latin typeface="Microsoft YaHei"/>
              </a:rPr>
              <a:t>研究链路组稀疏</a:t>
            </a:r>
          </a:p>
        </p:txBody>
      </p:sp>
      <p:sp>
        <p:nvSpPr>
          <p:cNvPr id="13" name="Rounded Rectangle 12"/>
          <p:cNvSpPr/>
          <p:nvPr/>
        </p:nvSpPr>
        <p:spPr>
          <a:xfrm>
            <a:off x="2633472" y="3419856"/>
            <a:ext cx="1627632" cy="82296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15768" y="3465576"/>
            <a:ext cx="1463040" cy="265176"/>
          </a:xfrm>
          <a:prstGeom prst="rect">
            <a:avLst/>
          </a:prstGeom>
          <a:noFill/>
        </p:spPr>
        <p:txBody>
          <a:bodyPr wrap="square" lIns="27432" tIns="13716" rIns="27432" bIns="13716" anchor="ctr">
            <a:spAutoFit/>
          </a:bodyPr>
          <a:lstStyle/>
          <a:p>
            <a:pPr algn="ctr"/>
            <a:r>
              <a:rPr sz="1530" b="1">
                <a:solidFill>
                  <a:srgbClr val="092B56"/>
                </a:solidFill>
                <a:latin typeface="Microsoft YaHei"/>
              </a:rPr>
              <a:t>拟议消息门</a:t>
            </a:r>
          </a:p>
        </p:txBody>
      </p:sp>
      <p:sp>
        <p:nvSpPr>
          <p:cNvPr id="15" name="TextBox 14"/>
          <p:cNvSpPr txBox="1"/>
          <p:nvPr/>
        </p:nvSpPr>
        <p:spPr>
          <a:xfrm>
            <a:off x="2715768" y="3785615"/>
            <a:ext cx="1463040" cy="393192"/>
          </a:xfrm>
          <a:prstGeom prst="rect">
            <a:avLst/>
          </a:prstGeom>
          <a:noFill/>
        </p:spPr>
        <p:txBody>
          <a:bodyPr wrap="square" lIns="27432" tIns="13716" rIns="27432" bIns="13716" anchor="ctr">
            <a:spAutoFit/>
          </a:bodyPr>
          <a:lstStyle/>
          <a:p>
            <a:pPr algn="ctr"/>
            <a:r>
              <a:rPr sz="1340" b="0">
                <a:solidFill>
                  <a:srgbClr val="000000"/>
                </a:solidFill>
                <a:latin typeface="Microsoft YaHei"/>
              </a:rPr>
              <a:t>消息变化与缓存比较</a:t>
            </a:r>
          </a:p>
        </p:txBody>
      </p:sp>
      <p:sp>
        <p:nvSpPr>
          <p:cNvPr id="16" name="Rounded Rectangle 15"/>
          <p:cNvSpPr/>
          <p:nvPr/>
        </p:nvSpPr>
        <p:spPr>
          <a:xfrm>
            <a:off x="4471416" y="3419856"/>
            <a:ext cx="1627632" cy="82296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53712" y="3465576"/>
            <a:ext cx="1463040" cy="265176"/>
          </a:xfrm>
          <a:prstGeom prst="rect">
            <a:avLst/>
          </a:prstGeom>
          <a:noFill/>
        </p:spPr>
        <p:txBody>
          <a:bodyPr wrap="square" lIns="27432" tIns="13716" rIns="27432" bIns="13716" anchor="ctr">
            <a:spAutoFit/>
          </a:bodyPr>
          <a:lstStyle/>
          <a:p>
            <a:pPr algn="ctr"/>
            <a:r>
              <a:rPr sz="1530" b="1">
                <a:solidFill>
                  <a:srgbClr val="092B56"/>
                </a:solidFill>
                <a:latin typeface="Microsoft YaHei"/>
              </a:rPr>
              <a:t>z：副本</a:t>
            </a:r>
          </a:p>
        </p:txBody>
      </p:sp>
      <p:sp>
        <p:nvSpPr>
          <p:cNvPr id="18" name="TextBox 17"/>
          <p:cNvSpPr txBox="1"/>
          <p:nvPr/>
        </p:nvSpPr>
        <p:spPr>
          <a:xfrm>
            <a:off x="4553712" y="3785615"/>
            <a:ext cx="1463040" cy="393192"/>
          </a:xfrm>
          <a:prstGeom prst="rect">
            <a:avLst/>
          </a:prstGeom>
          <a:noFill/>
        </p:spPr>
        <p:txBody>
          <a:bodyPr wrap="square" lIns="27432" tIns="13716" rIns="27432" bIns="13716" anchor="ctr">
            <a:spAutoFit/>
          </a:bodyPr>
          <a:lstStyle/>
          <a:p>
            <a:pPr algn="ctr"/>
            <a:r>
              <a:rPr sz="1340" b="0">
                <a:solidFill>
                  <a:srgbClr val="000000"/>
                </a:solidFill>
                <a:latin typeface="Microsoft YaHei"/>
              </a:rPr>
              <a:t>联合功率投影</a:t>
            </a:r>
          </a:p>
        </p:txBody>
      </p:sp>
      <p:sp>
        <p:nvSpPr>
          <p:cNvPr id="19" name="Rounded Rectangle 18"/>
          <p:cNvSpPr/>
          <p:nvPr/>
        </p:nvSpPr>
        <p:spPr>
          <a:xfrm>
            <a:off x="6309359" y="3419856"/>
            <a:ext cx="1627632" cy="822960"/>
          </a:xfrm>
          <a:prstGeom prst="roundRect">
            <a:avLst/>
          </a:prstGeom>
          <a:solidFill>
            <a:srgbClr val="F4F9FD"/>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91655" y="3465576"/>
            <a:ext cx="1463040" cy="265176"/>
          </a:xfrm>
          <a:prstGeom prst="rect">
            <a:avLst/>
          </a:prstGeom>
          <a:noFill/>
        </p:spPr>
        <p:txBody>
          <a:bodyPr wrap="square" lIns="27432" tIns="13716" rIns="27432" bIns="13716" anchor="ctr">
            <a:spAutoFit/>
          </a:bodyPr>
          <a:lstStyle/>
          <a:p>
            <a:pPr algn="ctr"/>
            <a:r>
              <a:rPr sz="1530" b="1">
                <a:solidFill>
                  <a:srgbClr val="092B56"/>
                </a:solidFill>
                <a:latin typeface="Microsoft YaHei"/>
              </a:rPr>
              <a:t>y：对偶</a:t>
            </a:r>
          </a:p>
        </p:txBody>
      </p:sp>
      <p:sp>
        <p:nvSpPr>
          <p:cNvPr id="21" name="TextBox 20"/>
          <p:cNvSpPr txBox="1"/>
          <p:nvPr/>
        </p:nvSpPr>
        <p:spPr>
          <a:xfrm>
            <a:off x="6391655" y="3785615"/>
            <a:ext cx="1463040" cy="393192"/>
          </a:xfrm>
          <a:prstGeom prst="rect">
            <a:avLst/>
          </a:prstGeom>
          <a:noFill/>
        </p:spPr>
        <p:txBody>
          <a:bodyPr wrap="square" lIns="27432" tIns="13716" rIns="27432" bIns="13716" anchor="ctr">
            <a:spAutoFit/>
          </a:bodyPr>
          <a:lstStyle/>
          <a:p>
            <a:pPr algn="ctr"/>
            <a:r>
              <a:rPr sz="1340" b="0">
                <a:solidFill>
                  <a:srgbClr val="000000"/>
                </a:solidFill>
                <a:latin typeface="Microsoft YaHei"/>
              </a:rPr>
              <a:t>按 x−z 更新</a:t>
            </a:r>
          </a:p>
        </p:txBody>
      </p:sp>
      <p:cxnSp>
        <p:nvCxnSpPr>
          <p:cNvPr id="22" name="Connector 21"/>
          <p:cNvCxnSpPr/>
          <p:nvPr/>
        </p:nvCxnSpPr>
        <p:spPr>
          <a:xfrm>
            <a:off x="2441448" y="3840480"/>
            <a:ext cx="164592" cy="0"/>
          </a:xfrm>
          <a:prstGeom prst="line">
            <a:avLst/>
          </a:prstGeom>
          <a:ln w="30480">
            <a:solidFill>
              <a:srgbClr val="DF7B2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279392" y="3840480"/>
            <a:ext cx="164591" cy="0"/>
          </a:xfrm>
          <a:prstGeom prst="line">
            <a:avLst/>
          </a:prstGeom>
          <a:ln w="30480">
            <a:solidFill>
              <a:srgbClr val="DF7B2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117336" y="3840480"/>
            <a:ext cx="164591" cy="0"/>
          </a:xfrm>
          <a:prstGeom prst="line">
            <a:avLst/>
          </a:prstGeom>
          <a:ln w="30480">
            <a:solidFill>
              <a:srgbClr val="DF7B2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86384" y="4297680"/>
            <a:ext cx="7324344" cy="292608"/>
          </a:xfrm>
          <a:prstGeom prst="rect">
            <a:avLst/>
          </a:prstGeom>
          <a:noFill/>
        </p:spPr>
        <p:txBody>
          <a:bodyPr wrap="square" lIns="27432" tIns="13716" rIns="27432" bIns="13716" anchor="ctr">
            <a:spAutoFit/>
          </a:bodyPr>
          <a:lstStyle/>
          <a:p>
            <a:pPr algn="l"/>
            <a:r>
              <a:rPr sz="1440" b="1">
                <a:solidFill>
                  <a:srgbClr val="000000"/>
                </a:solidFill>
                <a:latin typeface="Microsoft YaHei"/>
              </a:rPr>
              <a:t>原始残差 ‖x−z‖；对偶残差 ρ‖z⁺−z‖；触发变化 ‖m−缓存‖：三者不同。</a:t>
            </a:r>
          </a:p>
        </p:txBody>
      </p:sp>
      <p:cxnSp>
        <p:nvCxnSpPr>
          <p:cNvPr id="26" name="Connector 25"/>
          <p:cNvCxnSpPr/>
          <p:nvPr/>
        </p:nvCxnSpPr>
        <p:spPr>
          <a:xfrm>
            <a:off x="722376" y="4754880"/>
            <a:ext cx="0" cy="301752"/>
          </a:xfrm>
          <a:prstGeom prst="line">
            <a:avLst/>
          </a:prstGeom>
          <a:ln w="30480">
            <a:solidFill>
              <a:srgbClr val="DF7B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94360" y="5074920"/>
            <a:ext cx="7626096" cy="694944"/>
          </a:xfrm>
          <a:prstGeom prst="roundRect">
            <a:avLst/>
          </a:prstGeom>
          <a:solidFill>
            <a:srgbClr val="E0ECF6"/>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6384" y="5138928"/>
            <a:ext cx="7269480" cy="530352"/>
          </a:xfrm>
          <a:prstGeom prst="rect">
            <a:avLst/>
          </a:prstGeom>
          <a:noFill/>
        </p:spPr>
        <p:txBody>
          <a:bodyPr wrap="square" lIns="27432" tIns="13716" rIns="27432" bIns="13716" anchor="ctr">
            <a:spAutoFit/>
          </a:bodyPr>
          <a:lstStyle/>
          <a:p>
            <a:pPr algn="l"/>
            <a:r>
              <a:rPr sz="1540" b="1">
                <a:solidFill>
                  <a:srgbClr val="000000"/>
                </a:solidFill>
                <a:latin typeface="Microsoft YaHei"/>
              </a:rPr>
              <a:t>返回可行 z → 检查外层停止；s 阈值判决后重优化并复查速率与功率。</a:t>
            </a:r>
          </a:p>
        </p:txBody>
      </p:sp>
      <p:cxnSp>
        <p:nvCxnSpPr>
          <p:cNvPr id="29" name="Connector 28"/>
          <p:cNvCxnSpPr/>
          <p:nvPr/>
        </p:nvCxnSpPr>
        <p:spPr>
          <a:xfrm>
            <a:off x="8229600" y="5404104"/>
            <a:ext cx="128016" cy="0"/>
          </a:xfrm>
          <a:prstGeom prst="line">
            <a:avLst/>
          </a:prstGeom>
          <a:ln w="27940">
            <a:solidFill>
              <a:srgbClr val="124A8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57616" y="1911095"/>
            <a:ext cx="0" cy="3493009"/>
          </a:xfrm>
          <a:prstGeom prst="line">
            <a:avLst/>
          </a:prstGeom>
          <a:ln w="27940">
            <a:solidFill>
              <a:srgbClr val="124A8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238744" y="1911095"/>
            <a:ext cx="118872" cy="0"/>
          </a:xfrm>
          <a:prstGeom prst="line">
            <a:avLst/>
          </a:prstGeom>
          <a:ln w="30480">
            <a:solidFill>
              <a:srgbClr val="124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540496" y="1325880"/>
            <a:ext cx="2990088" cy="4443984"/>
          </a:xfrm>
          <a:prstGeom prst="roundRect">
            <a:avLst/>
          </a:prstGeom>
          <a:solidFill>
            <a:srgbClr val="F4F9FD"/>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95944" y="1408176"/>
            <a:ext cx="2679192" cy="329184"/>
          </a:xfrm>
          <a:prstGeom prst="rect">
            <a:avLst/>
          </a:prstGeom>
          <a:noFill/>
        </p:spPr>
        <p:txBody>
          <a:bodyPr wrap="square" lIns="27432" tIns="13716" rIns="27432" bIns="13716" anchor="ctr">
            <a:spAutoFit/>
          </a:bodyPr>
          <a:lstStyle/>
          <a:p>
            <a:pPr algn="ctr"/>
            <a:r>
              <a:rPr sz="1739" b="1">
                <a:solidFill>
                  <a:srgbClr val="092B56"/>
                </a:solidFill>
                <a:latin typeface="Microsoft YaHei"/>
              </a:rPr>
              <a:t>当前实现状态</a:t>
            </a:r>
          </a:p>
        </p:txBody>
      </p:sp>
      <p:sp>
        <p:nvSpPr>
          <p:cNvPr id="34" name="Rounded Rectangle 33"/>
          <p:cNvSpPr/>
          <p:nvPr/>
        </p:nvSpPr>
        <p:spPr>
          <a:xfrm>
            <a:off x="8705088" y="1874519"/>
            <a:ext cx="2651760" cy="274320"/>
          </a:xfrm>
          <a:prstGeom prst="roundRect">
            <a:avLst/>
          </a:prstGeom>
          <a:solidFill>
            <a:srgbClr val="1C7663"/>
          </a:solidFill>
          <a:ln w="10160">
            <a:solidFill>
              <a:srgbClr val="1C766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87384" y="1865376"/>
            <a:ext cx="2478024" cy="256032"/>
          </a:xfrm>
          <a:prstGeom prst="rect">
            <a:avLst/>
          </a:prstGeom>
          <a:noFill/>
        </p:spPr>
        <p:txBody>
          <a:bodyPr wrap="square" lIns="27432" tIns="13716" rIns="27432" bIns="13716" anchor="ctr">
            <a:spAutoFit/>
          </a:bodyPr>
          <a:lstStyle/>
          <a:p>
            <a:pPr algn="ctr"/>
            <a:r>
              <a:rPr sz="1410" b="1">
                <a:solidFill>
                  <a:srgbClr val="FFFFFF"/>
                </a:solidFill>
                <a:latin typeface="Microsoft YaHei"/>
              </a:rPr>
              <a:t>已实现</a:t>
            </a:r>
          </a:p>
        </p:txBody>
      </p:sp>
      <p:sp>
        <p:nvSpPr>
          <p:cNvPr id="36" name="TextBox 35"/>
          <p:cNvSpPr txBox="1"/>
          <p:nvPr/>
        </p:nvSpPr>
        <p:spPr>
          <a:xfrm>
            <a:off x="8741664" y="2167128"/>
            <a:ext cx="2587752" cy="557784"/>
          </a:xfrm>
          <a:prstGeom prst="rect">
            <a:avLst/>
          </a:prstGeom>
          <a:noFill/>
        </p:spPr>
        <p:txBody>
          <a:bodyPr wrap="square" lIns="27432" tIns="13716" rIns="27432" bIns="13716" anchor="ctr">
            <a:spAutoFit/>
          </a:bodyPr>
          <a:lstStyle/>
          <a:p>
            <a:pPr algn="l"/>
            <a:r>
              <a:rPr sz="1290" b="0">
                <a:solidFill>
                  <a:srgbClr val="000000"/>
                </a:solidFill>
                <a:latin typeface="Microsoft YaHei"/>
              </a:rPr>
              <a:t>矩阵 WMMSE、统计 C、集中式 ADMM</a:t>
            </a:r>
          </a:p>
        </p:txBody>
      </p:sp>
      <p:sp>
        <p:nvSpPr>
          <p:cNvPr id="37" name="Rounded Rectangle 36"/>
          <p:cNvSpPr/>
          <p:nvPr/>
        </p:nvSpPr>
        <p:spPr>
          <a:xfrm>
            <a:off x="8705088" y="2788920"/>
            <a:ext cx="2651760" cy="274320"/>
          </a:xfrm>
          <a:prstGeom prst="roundRect">
            <a:avLst/>
          </a:prstGeom>
          <a:solidFill>
            <a:srgbClr val="124A8F"/>
          </a:solidFill>
          <a:ln w="10160">
            <a:solidFill>
              <a:srgbClr val="124A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787384" y="2779776"/>
            <a:ext cx="2478024" cy="256032"/>
          </a:xfrm>
          <a:prstGeom prst="rect">
            <a:avLst/>
          </a:prstGeom>
          <a:noFill/>
        </p:spPr>
        <p:txBody>
          <a:bodyPr wrap="square" lIns="27432" tIns="13716" rIns="27432" bIns="13716" anchor="ctr">
            <a:spAutoFit/>
          </a:bodyPr>
          <a:lstStyle/>
          <a:p>
            <a:pPr algn="ctr"/>
            <a:r>
              <a:rPr sz="1410" b="1">
                <a:solidFill>
                  <a:srgbClr val="FFFFFF"/>
                </a:solidFill>
                <a:latin typeface="Microsoft YaHei"/>
              </a:rPr>
              <a:t>部分证据</a:t>
            </a:r>
          </a:p>
        </p:txBody>
      </p:sp>
      <p:sp>
        <p:nvSpPr>
          <p:cNvPr id="39" name="TextBox 38"/>
          <p:cNvSpPr txBox="1"/>
          <p:nvPr/>
        </p:nvSpPr>
        <p:spPr>
          <a:xfrm>
            <a:off x="8741664" y="3081528"/>
            <a:ext cx="2587752" cy="557784"/>
          </a:xfrm>
          <a:prstGeom prst="rect">
            <a:avLst/>
          </a:prstGeom>
          <a:noFill/>
        </p:spPr>
        <p:txBody>
          <a:bodyPr wrap="square" lIns="27432" tIns="13716" rIns="27432" bIns="13716" anchor="ctr">
            <a:spAutoFit/>
          </a:bodyPr>
          <a:lstStyle/>
          <a:p>
            <a:pPr algn="l"/>
            <a:r>
              <a:rPr sz="1290" b="0">
                <a:solidFill>
                  <a:srgbClr val="000000"/>
                </a:solidFill>
                <a:latin typeface="Microsoft YaHei"/>
              </a:rPr>
              <a:t>同输入对拍与功率可行；正式规模未收敛</a:t>
            </a:r>
          </a:p>
        </p:txBody>
      </p:sp>
      <p:sp>
        <p:nvSpPr>
          <p:cNvPr id="40" name="Rounded Rectangle 39"/>
          <p:cNvSpPr/>
          <p:nvPr/>
        </p:nvSpPr>
        <p:spPr>
          <a:xfrm>
            <a:off x="8705088" y="3703320"/>
            <a:ext cx="2651760" cy="274320"/>
          </a:xfrm>
          <a:prstGeom prst="roundRect">
            <a:avLst/>
          </a:prstGeom>
          <a:solidFill>
            <a:srgbClr val="DF7B27"/>
          </a:solidFill>
          <a:ln w="10160">
            <a:solidFill>
              <a:srgbClr val="DF7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87384" y="3694176"/>
            <a:ext cx="2478024" cy="256032"/>
          </a:xfrm>
          <a:prstGeom prst="rect">
            <a:avLst/>
          </a:prstGeom>
          <a:noFill/>
        </p:spPr>
        <p:txBody>
          <a:bodyPr wrap="square" lIns="27432" tIns="13716" rIns="27432" bIns="13716" anchor="ctr">
            <a:spAutoFit/>
          </a:bodyPr>
          <a:lstStyle/>
          <a:p>
            <a:pPr algn="ctr"/>
            <a:r>
              <a:rPr sz="1410" b="1">
                <a:solidFill>
                  <a:srgbClr val="FFFFFF"/>
                </a:solidFill>
                <a:latin typeface="Microsoft YaHei"/>
              </a:rPr>
              <a:t>未实现</a:t>
            </a:r>
          </a:p>
        </p:txBody>
      </p:sp>
      <p:sp>
        <p:nvSpPr>
          <p:cNvPr id="42" name="TextBox 41"/>
          <p:cNvSpPr txBox="1"/>
          <p:nvPr/>
        </p:nvSpPr>
        <p:spPr>
          <a:xfrm>
            <a:off x="8741664" y="3995928"/>
            <a:ext cx="2587752" cy="557784"/>
          </a:xfrm>
          <a:prstGeom prst="rect">
            <a:avLst/>
          </a:prstGeom>
          <a:noFill/>
        </p:spPr>
        <p:txBody>
          <a:bodyPr wrap="square" lIns="27432" tIns="13716" rIns="27432" bIns="13716" anchor="ctr">
            <a:spAutoFit/>
          </a:bodyPr>
          <a:lstStyle/>
          <a:p>
            <a:pPr algn="l"/>
            <a:r>
              <a:rPr sz="1290" b="0">
                <a:solidFill>
                  <a:srgbClr val="000000"/>
                </a:solidFill>
                <a:latin typeface="Microsoft YaHei"/>
              </a:rPr>
              <a:t>椭球最坏情况、稀疏/休眠、本地 TRP、触发</a:t>
            </a:r>
          </a:p>
        </p:txBody>
      </p:sp>
      <p:sp>
        <p:nvSpPr>
          <p:cNvPr id="43" name="Rounded Rectangle 42"/>
          <p:cNvSpPr/>
          <p:nvPr/>
        </p:nvSpPr>
        <p:spPr>
          <a:xfrm>
            <a:off x="8705088" y="4617720"/>
            <a:ext cx="2651760" cy="274320"/>
          </a:xfrm>
          <a:prstGeom prst="roundRect">
            <a:avLst/>
          </a:prstGeom>
          <a:solidFill>
            <a:srgbClr val="B12A30"/>
          </a:solidFill>
          <a:ln w="10160">
            <a:solidFill>
              <a:srgbClr val="B12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787384" y="4608576"/>
            <a:ext cx="2478024" cy="256032"/>
          </a:xfrm>
          <a:prstGeom prst="rect">
            <a:avLst/>
          </a:prstGeom>
          <a:noFill/>
        </p:spPr>
        <p:txBody>
          <a:bodyPr wrap="square" lIns="27432" tIns="13716" rIns="27432" bIns="13716" anchor="ctr">
            <a:spAutoFit/>
          </a:bodyPr>
          <a:lstStyle/>
          <a:p>
            <a:pPr algn="ctr"/>
            <a:r>
              <a:rPr sz="1410" b="1" dirty="0" err="1">
                <a:solidFill>
                  <a:srgbClr val="FFFFFF"/>
                </a:solidFill>
                <a:latin typeface="Microsoft YaHei"/>
              </a:rPr>
              <a:t>未接通</a:t>
            </a:r>
            <a:endParaRPr sz="1410" b="1" dirty="0">
              <a:solidFill>
                <a:srgbClr val="FFFFFF"/>
              </a:solidFill>
              <a:latin typeface="Microsoft YaHei"/>
            </a:endParaRPr>
          </a:p>
        </p:txBody>
      </p:sp>
      <p:sp>
        <p:nvSpPr>
          <p:cNvPr id="45" name="TextBox 44"/>
          <p:cNvSpPr txBox="1"/>
          <p:nvPr/>
        </p:nvSpPr>
        <p:spPr>
          <a:xfrm>
            <a:off x="8741664" y="4910328"/>
            <a:ext cx="2587752" cy="557784"/>
          </a:xfrm>
          <a:prstGeom prst="rect">
            <a:avLst/>
          </a:prstGeom>
          <a:noFill/>
        </p:spPr>
        <p:txBody>
          <a:bodyPr wrap="square" lIns="27432" tIns="13716" rIns="27432" bIns="13716" anchor="ctr">
            <a:spAutoFit/>
          </a:bodyPr>
          <a:lstStyle/>
          <a:p>
            <a:pPr algn="l"/>
            <a:r>
              <a:rPr sz="1290" b="0" dirty="0" err="1">
                <a:solidFill>
                  <a:srgbClr val="000000"/>
                </a:solidFill>
                <a:latin typeface="Microsoft YaHei"/>
              </a:rPr>
              <a:t>历史</a:t>
            </a:r>
            <a:r>
              <a:rPr sz="1290" b="0" dirty="0">
                <a:solidFill>
                  <a:srgbClr val="000000"/>
                </a:solidFill>
                <a:latin typeface="Microsoft YaHei"/>
              </a:rPr>
              <a:t> GA/PSO </a:t>
            </a:r>
            <a:r>
              <a:rPr sz="1290" b="0" dirty="0" err="1">
                <a:solidFill>
                  <a:srgbClr val="000000"/>
                </a:solidFill>
                <a:latin typeface="Microsoft YaHei"/>
              </a:rPr>
              <a:t>搜索</a:t>
            </a:r>
            <a:r>
              <a:rPr sz="1290" b="0" dirty="0">
                <a:solidFill>
                  <a:srgbClr val="000000"/>
                </a:solidFill>
                <a:latin typeface="Microsoft YaHei"/>
              </a:rPr>
              <a:t> → </a:t>
            </a:r>
            <a:r>
              <a:rPr sz="1290" b="0" dirty="0" err="1">
                <a:solidFill>
                  <a:srgbClr val="000000"/>
                </a:solidFill>
                <a:latin typeface="Microsoft YaHei"/>
              </a:rPr>
              <a:t>新求解器</a:t>
            </a:r>
            <a:endParaRPr sz="1290" b="0" dirty="0">
              <a:solidFill>
                <a:srgbClr val="000000"/>
              </a:solidFill>
              <a:latin typeface="Microsoft YaHei"/>
            </a:endParaRPr>
          </a:p>
        </p:txBody>
      </p:sp>
      <p:sp>
        <p:nvSpPr>
          <p:cNvPr id="46" name="TextBox 45"/>
          <p:cNvSpPr txBox="1"/>
          <p:nvPr/>
        </p:nvSpPr>
        <p:spPr>
          <a:xfrm>
            <a:off x="713232" y="5925312"/>
            <a:ext cx="10616184" cy="438912"/>
          </a:xfrm>
          <a:prstGeom prst="rect">
            <a:avLst/>
          </a:prstGeom>
          <a:noFill/>
        </p:spPr>
        <p:txBody>
          <a:bodyPr wrap="square" lIns="27432" tIns="13716" rIns="27432" bIns="13716" anchor="ctr">
            <a:spAutoFit/>
          </a:bodyPr>
          <a:lstStyle/>
          <a:p>
            <a:pPr algn="l"/>
            <a:r>
              <a:rPr sz="1530" b="1">
                <a:solidFill>
                  <a:srgbClr val="092B56"/>
                </a:solidFill>
                <a:latin typeface="Microsoft YaHei"/>
              </a:rPr>
              <a:t>拟研究 TRP 本地变量划分、共识交换与消息缓存；以计算量、消息量和收敛残差检验。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none"/>
          <a:lstStyle/>
          <a:p>
            <a:r>
              <a:rPr b="1">
                <a:solidFill>
                  <a:srgbClr val="092B56"/>
                </a:solidFill>
                <a:latin typeface="Microsoft YaHei"/>
              </a:rPr>
              <a:t>WMMSE 的逐步更新</a:t>
            </a:r>
          </a:p>
        </p:txBody>
      </p:sp>
      <p:sp>
        <p:nvSpPr>
          <p:cNvPr id="200" name="Flow panel"/>
          <p:cNvSpPr/>
          <p:nvPr/>
        </p:nvSpPr>
        <p:spPr>
          <a:xfrm>
            <a:off x="610000" y="1300000"/>
            <a:ext cx="10980000" cy="1050000"/>
          </a:xfrm>
          <a:prstGeom prst="roundRect">
            <a:avLst/>
          </a:prstGeom>
          <a:solidFill>
            <a:srgbClr val="EDF3FB"/>
          </a:solidFill>
          <a:ln w="14000">
            <a:solidFill>
              <a:srgbClr val="145394"/>
            </a:solidFill>
          </a:ln>
        </p:spPr>
        <p:txBody>
          <a:bodyPr anchor="ctr" lIns="100000" rIns="100000" tIns="35000" bIns="35000"/>
          <a:lstStyle/>
          <a:p>
            <a:pPr algn="l"/>
          </a:p>
        </p:txBody>
      </p:sp>
      <p:sp>
        <p:nvSpPr>
          <p:cNvPr id="201" name="Flow 1"/>
          <p:cNvSpPr/>
          <p:nvPr/>
        </p:nvSpPr>
        <p:spPr>
          <a:xfrm>
            <a:off x="825000" y="1610000"/>
            <a:ext cx="1520000" cy="450000"/>
          </a:xfrm>
          <a:prstGeom prst="roundRect">
            <a:avLst/>
          </a:prstGeom>
          <a:solidFill>
            <a:srgbClr val="145394"/>
          </a:solidFill>
          <a:ln w="0"/>
        </p:spPr>
        <p:txBody>
          <a:bodyPr anchor="ctr" lIns="100000" rIns="100000" tIns="35000" bIns="35000"/>
          <a:lstStyle/>
          <a:p>
            <a:pPr algn="ctr"/>
            <a:r>
              <a:rPr lang="zh-CN" sz="1800" b="1">
                <a:solidFill>
                  <a:srgbClr val="FFFFFF"/>
                </a:solidFill>
                <a:latin typeface="Microsoft YaHei"/>
                <a:ea typeface="Microsoft YaHei"/>
              </a:rPr>
              <a:t>① w</a:t>
            </a:r>
          </a:p>
        </p:txBody>
      </p:sp>
      <p:sp>
        <p:nvSpPr>
          <p:cNvPr id="210" name="Arrow 1"/>
          <p:cNvSpPr/>
          <p:nvPr/>
        </p:nvSpPr>
        <p:spPr>
          <a:xfrm>
            <a:off x="2355000" y="1610000"/>
            <a:ext cx="200000" cy="450000"/>
          </a:xfrm>
          <a:prstGeom prst="roundRect">
            <a:avLst/>
          </a:prstGeom>
          <a:noFill/>
          <a:ln w="0"/>
        </p:spPr>
        <p:txBody>
          <a:bodyPr anchor="ctr" lIns="0" rIns="0" tIns="35000" bIns="35000"/>
          <a:lstStyle/>
          <a:p>
            <a:pPr algn="ctr"/>
            <a:r>
              <a:rPr lang="zh-CN" sz="2050" b="1">
                <a:solidFill>
                  <a:srgbClr val="145394"/>
                </a:solidFill>
                <a:latin typeface="Microsoft YaHei"/>
                <a:ea typeface="Microsoft YaHei"/>
              </a:rPr>
              <a:t>→</a:t>
            </a:r>
          </a:p>
        </p:txBody>
      </p:sp>
      <p:sp>
        <p:nvSpPr>
          <p:cNvPr id="202" name="Flow 2"/>
          <p:cNvSpPr/>
          <p:nvPr/>
        </p:nvSpPr>
        <p:spPr>
          <a:xfrm>
            <a:off x="2565000" y="1610000"/>
            <a:ext cx="1520000" cy="450000"/>
          </a:xfrm>
          <a:prstGeom prst="roundRect">
            <a:avLst/>
          </a:prstGeom>
          <a:solidFill>
            <a:srgbClr val="145394"/>
          </a:solidFill>
          <a:ln w="0"/>
        </p:spPr>
        <p:txBody>
          <a:bodyPr anchor="ctr" lIns="100000" rIns="100000" tIns="35000" bIns="35000"/>
          <a:lstStyle/>
          <a:p>
            <a:pPr algn="ctr"/>
            <a:r>
              <a:rPr lang="zh-CN" sz="1800" b="1">
                <a:solidFill>
                  <a:srgbClr val="FFFFFF"/>
                </a:solidFill>
                <a:latin typeface="Microsoft YaHei"/>
                <a:ea typeface="Microsoft YaHei"/>
              </a:rPr>
              <a:t>② F，Rʸʸ</a:t>
            </a:r>
          </a:p>
        </p:txBody>
      </p:sp>
      <p:sp>
        <p:nvSpPr>
          <p:cNvPr id="211" name="Arrow 2"/>
          <p:cNvSpPr/>
          <p:nvPr/>
        </p:nvSpPr>
        <p:spPr>
          <a:xfrm>
            <a:off x="4095000" y="1610000"/>
            <a:ext cx="200000" cy="450000"/>
          </a:xfrm>
          <a:prstGeom prst="roundRect">
            <a:avLst/>
          </a:prstGeom>
          <a:noFill/>
          <a:ln w="0"/>
        </p:spPr>
        <p:txBody>
          <a:bodyPr anchor="ctr" lIns="0" rIns="0" tIns="35000" bIns="35000"/>
          <a:lstStyle/>
          <a:p>
            <a:pPr algn="ctr"/>
            <a:r>
              <a:rPr lang="zh-CN" sz="2050" b="1">
                <a:solidFill>
                  <a:srgbClr val="145394"/>
                </a:solidFill>
                <a:latin typeface="Microsoft YaHei"/>
                <a:ea typeface="Microsoft YaHei"/>
              </a:rPr>
              <a:t>→</a:t>
            </a:r>
          </a:p>
        </p:txBody>
      </p:sp>
      <p:sp>
        <p:nvSpPr>
          <p:cNvPr id="203" name="Flow 3"/>
          <p:cNvSpPr/>
          <p:nvPr/>
        </p:nvSpPr>
        <p:spPr>
          <a:xfrm>
            <a:off x="4305000" y="1610000"/>
            <a:ext cx="1520000" cy="450000"/>
          </a:xfrm>
          <a:prstGeom prst="roundRect">
            <a:avLst/>
          </a:prstGeom>
          <a:solidFill>
            <a:srgbClr val="145394"/>
          </a:solidFill>
          <a:ln w="0"/>
        </p:spPr>
        <p:txBody>
          <a:bodyPr anchor="ctr" lIns="100000" rIns="100000" tIns="35000" bIns="35000"/>
          <a:lstStyle/>
          <a:p>
            <a:pPr algn="ctr"/>
            <a:r>
              <a:rPr lang="zh-CN" sz="1800" b="1">
                <a:solidFill>
                  <a:srgbClr val="FFFFFF"/>
                </a:solidFill>
                <a:latin typeface="Microsoft YaHei"/>
                <a:ea typeface="Microsoft YaHei"/>
              </a:rPr>
              <a:t>③ A</a:t>
            </a:r>
          </a:p>
        </p:txBody>
      </p:sp>
      <p:sp>
        <p:nvSpPr>
          <p:cNvPr id="212" name="Arrow 3"/>
          <p:cNvSpPr/>
          <p:nvPr/>
        </p:nvSpPr>
        <p:spPr>
          <a:xfrm>
            <a:off x="5835000" y="1610000"/>
            <a:ext cx="200000" cy="450000"/>
          </a:xfrm>
          <a:prstGeom prst="roundRect">
            <a:avLst/>
          </a:prstGeom>
          <a:noFill/>
          <a:ln w="0"/>
        </p:spPr>
        <p:txBody>
          <a:bodyPr anchor="ctr" lIns="0" rIns="0" tIns="35000" bIns="35000"/>
          <a:lstStyle/>
          <a:p>
            <a:pPr algn="ctr"/>
            <a:r>
              <a:rPr lang="zh-CN" sz="2050" b="1">
                <a:solidFill>
                  <a:srgbClr val="145394"/>
                </a:solidFill>
                <a:latin typeface="Microsoft YaHei"/>
                <a:ea typeface="Microsoft YaHei"/>
              </a:rPr>
              <a:t>→</a:t>
            </a:r>
          </a:p>
        </p:txBody>
      </p:sp>
      <p:sp>
        <p:nvSpPr>
          <p:cNvPr id="204" name="Flow 4"/>
          <p:cNvSpPr/>
          <p:nvPr/>
        </p:nvSpPr>
        <p:spPr>
          <a:xfrm>
            <a:off x="6045000" y="1610000"/>
            <a:ext cx="1520000" cy="450000"/>
          </a:xfrm>
          <a:prstGeom prst="roundRect">
            <a:avLst/>
          </a:prstGeom>
          <a:solidFill>
            <a:srgbClr val="145394"/>
          </a:solidFill>
          <a:ln w="0"/>
        </p:spPr>
        <p:txBody>
          <a:bodyPr anchor="ctr" lIns="100000" rIns="100000" tIns="35000" bIns="35000"/>
          <a:lstStyle/>
          <a:p>
            <a:pPr algn="ctr"/>
            <a:r>
              <a:rPr lang="zh-CN" sz="1800" b="1">
                <a:solidFill>
                  <a:srgbClr val="FFFFFF"/>
                </a:solidFill>
                <a:latin typeface="Microsoft YaHei"/>
                <a:ea typeface="Microsoft YaHei"/>
              </a:rPr>
              <a:t>④ E，Ω，η</a:t>
            </a:r>
          </a:p>
        </p:txBody>
      </p:sp>
      <p:sp>
        <p:nvSpPr>
          <p:cNvPr id="213" name="Arrow 4"/>
          <p:cNvSpPr/>
          <p:nvPr/>
        </p:nvSpPr>
        <p:spPr>
          <a:xfrm>
            <a:off x="7575000" y="1610000"/>
            <a:ext cx="200000" cy="450000"/>
          </a:xfrm>
          <a:prstGeom prst="roundRect">
            <a:avLst/>
          </a:prstGeom>
          <a:noFill/>
          <a:ln w="0"/>
        </p:spPr>
        <p:txBody>
          <a:bodyPr anchor="ctr" lIns="0" rIns="0" tIns="35000" bIns="35000"/>
          <a:lstStyle/>
          <a:p>
            <a:pPr algn="ctr"/>
            <a:r>
              <a:rPr lang="zh-CN" sz="2050" b="1">
                <a:solidFill>
                  <a:srgbClr val="145394"/>
                </a:solidFill>
                <a:latin typeface="Microsoft YaHei"/>
                <a:ea typeface="Microsoft YaHei"/>
              </a:rPr>
              <a:t>→</a:t>
            </a:r>
          </a:p>
        </p:txBody>
      </p:sp>
      <p:sp>
        <p:nvSpPr>
          <p:cNvPr id="205" name="Flow 5"/>
          <p:cNvSpPr/>
          <p:nvPr/>
        </p:nvSpPr>
        <p:spPr>
          <a:xfrm>
            <a:off x="7785000" y="1610000"/>
            <a:ext cx="1520000" cy="450000"/>
          </a:xfrm>
          <a:prstGeom prst="roundRect">
            <a:avLst/>
          </a:prstGeom>
          <a:solidFill>
            <a:srgbClr val="E77C20"/>
          </a:solidFill>
          <a:ln w="0"/>
        </p:spPr>
        <p:txBody>
          <a:bodyPr anchor="ctr" lIns="100000" rIns="100000" tIns="35000" bIns="35000"/>
          <a:lstStyle/>
          <a:p>
            <a:pPr algn="ctr"/>
            <a:r>
              <a:rPr lang="zh-CN" sz="1800" b="1">
                <a:solidFill>
                  <a:srgbClr val="FFFFFF"/>
                </a:solidFill>
                <a:latin typeface="Microsoft YaHei"/>
                <a:ea typeface="Microsoft YaHei"/>
              </a:rPr>
              <a:t>⑤ ADMM</a:t>
            </a:r>
          </a:p>
        </p:txBody>
      </p:sp>
      <p:sp>
        <p:nvSpPr>
          <p:cNvPr id="214" name="Arrow 5"/>
          <p:cNvSpPr/>
          <p:nvPr/>
        </p:nvSpPr>
        <p:spPr>
          <a:xfrm>
            <a:off x="9315000" y="1610000"/>
            <a:ext cx="200000" cy="450000"/>
          </a:xfrm>
          <a:prstGeom prst="roundRect">
            <a:avLst/>
          </a:prstGeom>
          <a:noFill/>
          <a:ln w="0"/>
        </p:spPr>
        <p:txBody>
          <a:bodyPr anchor="ctr" lIns="0" rIns="0" tIns="35000" bIns="35000"/>
          <a:lstStyle/>
          <a:p>
            <a:pPr algn="ctr"/>
            <a:r>
              <a:rPr lang="zh-CN" sz="2050" b="1">
                <a:solidFill>
                  <a:srgbClr val="145394"/>
                </a:solidFill>
                <a:latin typeface="Microsoft YaHei"/>
                <a:ea typeface="Microsoft YaHei"/>
              </a:rPr>
              <a:t>→</a:t>
            </a:r>
          </a:p>
        </p:txBody>
      </p:sp>
      <p:sp>
        <p:nvSpPr>
          <p:cNvPr id="206" name="Flow 6"/>
          <p:cNvSpPr/>
          <p:nvPr/>
        </p:nvSpPr>
        <p:spPr>
          <a:xfrm>
            <a:off x="9525000" y="1610000"/>
            <a:ext cx="1520000" cy="450000"/>
          </a:xfrm>
          <a:prstGeom prst="roundRect">
            <a:avLst/>
          </a:prstGeom>
          <a:solidFill>
            <a:srgbClr val="E77C20"/>
          </a:solidFill>
          <a:ln w="0"/>
        </p:spPr>
        <p:txBody>
          <a:bodyPr anchor="ctr" lIns="100000" rIns="100000" tIns="35000" bIns="35000"/>
          <a:lstStyle/>
          <a:p>
            <a:pPr algn="ctr"/>
            <a:r>
              <a:rPr lang="zh-CN" sz="1800" b="1">
                <a:solidFill>
                  <a:srgbClr val="FFFFFF"/>
                </a:solidFill>
                <a:latin typeface="Microsoft YaHei"/>
                <a:ea typeface="Microsoft YaHei"/>
              </a:rPr>
              <a:t>⑥ w⁺</a:t>
            </a:r>
          </a:p>
        </p:txBody>
      </p:sp>
      <p:sp>
        <p:nvSpPr>
          <p:cNvPr id="220" name="Card 1"/>
          <p:cNvSpPr/>
          <p:nvPr/>
        </p:nvSpPr>
        <p:spPr>
          <a:xfrm>
            <a:off x="610000" y="2510000"/>
            <a:ext cx="5330000" cy="1550000"/>
          </a:xfrm>
          <a:prstGeom prst="roundRect">
            <a:avLst/>
          </a:prstGeom>
          <a:solidFill>
            <a:srgbClr val="F0F6FC"/>
          </a:solidFill>
          <a:ln w="14000">
            <a:solidFill>
              <a:srgbClr val="145394"/>
            </a:solidFill>
          </a:ln>
        </p:spPr>
        <p:txBody>
          <a:bodyPr anchor="ctr" lIns="100000" rIns="100000" tIns="35000" bIns="35000"/>
          <a:lstStyle/>
          <a:p>
            <a:pPr algn="l"/>
          </a:p>
        </p:txBody>
      </p:sp>
      <p:sp>
        <p:nvSpPr>
          <p:cNvPr id="221" name="Card heading 1"/>
          <p:cNvSpPr/>
          <p:nvPr/>
        </p:nvSpPr>
        <p:spPr>
          <a:xfrm>
            <a:off x="810000" y="2610000"/>
            <a:ext cx="4900000" cy="310000"/>
          </a:xfrm>
          <a:prstGeom prst="roundRect">
            <a:avLst/>
          </a:prstGeom>
          <a:noFill/>
          <a:ln w="0"/>
        </p:spPr>
        <p:txBody>
          <a:bodyPr anchor="ctr" lIns="100000" rIns="100000" tIns="35000" bIns="35000"/>
          <a:lstStyle/>
          <a:p>
            <a:pPr algn="l"/>
            <a:r>
              <a:rPr lang="zh-CN" sz="2000" b="1">
                <a:solidFill>
                  <a:srgbClr val="17365D"/>
                </a:solidFill>
                <a:latin typeface="Microsoft YaHei"/>
                <a:ea typeface="Microsoft YaHei"/>
              </a:rPr>
              <a:t>① 有效信道</a:t>
            </a:r>
          </a:p>
        </p:txBody>
      </p:sp>
      <p:sp>
        <p:nvSpPr>
          <p:cNvPr id="222" name="Card formula 1"/>
          <p:cNvSpPr/>
          <p:nvPr/>
        </p:nvSpPr>
        <p:spPr>
          <a:xfrm>
            <a:off x="800000" y="3000000"/>
            <a:ext cx="4950000" cy="400000"/>
          </a:xfrm>
          <a:prstGeom prst="roundRect">
            <a:avLst/>
          </a:prstGeom>
          <a:noFill/>
          <a:ln w="0"/>
        </p:spPr>
        <p:txBody>
          <a:bodyPr anchor="ctr" lIns="100000" rIns="100000" tIns="35000" bIns="35000"/>
          <a:lstStyle/>
          <a:p>
            <a:pPr algn="ctr"/>
            <a:r>
              <a:rPr lang="zh-CN" sz="2050" b="1">
                <a:solidFill>
                  <a:srgbClr val="0A3C77"/>
                </a:solidFill>
                <a:latin typeface="Microsoft YaHei"/>
                <a:ea typeface="Microsoft YaHei"/>
              </a:rPr>
              <a:t>F</a:t>
            </a:r>
            <a:r>
              <a:rPr lang="zh-CN" sz="1476" b="1" baseline="-25000">
                <a:solidFill>
                  <a:srgbClr val="0A3C77"/>
                </a:solidFill>
                <a:latin typeface="Microsoft YaHei"/>
                <a:ea typeface="Microsoft YaHei"/>
              </a:rPr>
              <a:t>kjg</a:t>
            </a:r>
            <a:r>
              <a:rPr lang="zh-CN" sz="2050" b="1">
                <a:solidFill>
                  <a:srgbClr val="0A3C77"/>
                </a:solidFill>
                <a:latin typeface="Microsoft YaHei"/>
                <a:ea typeface="Microsoft YaHei"/>
              </a:rPr>
              <a:t>=Σ</a:t>
            </a:r>
            <a:r>
              <a:rPr lang="zh-CN" sz="1476" b="1" baseline="-25000">
                <a:solidFill>
                  <a:srgbClr val="0A3C77"/>
                </a:solidFill>
                <a:latin typeface="Microsoft YaHei"/>
                <a:ea typeface="Microsoft YaHei"/>
              </a:rPr>
              <a:t>l</a:t>
            </a:r>
            <a:r>
              <a:rPr lang="zh-CN" sz="2050" b="1">
                <a:solidFill>
                  <a:srgbClr val="0A3C77"/>
                </a:solidFill>
                <a:latin typeface="Microsoft YaHei"/>
                <a:ea typeface="Microsoft YaHei"/>
              </a:rPr>
              <a:t> Ĥ</a:t>
            </a:r>
            <a:r>
              <a:rPr lang="zh-CN" sz="1476" b="1" baseline="-25000">
                <a:solidFill>
                  <a:srgbClr val="0A3C77"/>
                </a:solidFill>
                <a:latin typeface="Microsoft YaHei"/>
                <a:ea typeface="Microsoft YaHei"/>
              </a:rPr>
              <a:t>klg</a:t>
            </a:r>
            <a:r>
              <a:rPr lang="zh-CN" sz="2050" b="1">
                <a:solidFill>
                  <a:srgbClr val="0A3C77"/>
                </a:solidFill>
                <a:latin typeface="Microsoft YaHei"/>
                <a:ea typeface="Microsoft YaHei"/>
              </a:rPr>
              <a:t>w</a:t>
            </a:r>
            <a:r>
              <a:rPr lang="zh-CN" sz="1476" b="1" baseline="-25000">
                <a:solidFill>
                  <a:srgbClr val="0A3C77"/>
                </a:solidFill>
                <a:latin typeface="Microsoft YaHei"/>
                <a:ea typeface="Microsoft YaHei"/>
              </a:rPr>
              <a:t>ljg</a:t>
            </a:r>
          </a:p>
        </p:txBody>
      </p:sp>
      <p:sp>
        <p:nvSpPr>
          <p:cNvPr id="223" name="Card meaning 1"/>
          <p:cNvSpPr/>
          <p:nvPr/>
        </p:nvSpPr>
        <p:spPr>
          <a:xfrm>
            <a:off x="820000" y="3560000"/>
            <a:ext cx="4890000" cy="270000"/>
          </a:xfrm>
          <a:prstGeom prst="roundRect">
            <a:avLst/>
          </a:prstGeom>
          <a:noFill/>
          <a:ln w="0"/>
        </p:spPr>
        <p:txBody>
          <a:bodyPr anchor="ctr" lIns="100000" rIns="100000" tIns="35000" bIns="35000"/>
          <a:lstStyle/>
          <a:p>
            <a:pPr algn="ctr"/>
            <a:r>
              <a:rPr lang="zh-CN" sz="1560" b="0">
                <a:solidFill>
                  <a:srgbClr val="334E6F"/>
                </a:solidFill>
                <a:latin typeface="Microsoft YaHei"/>
                <a:ea typeface="Microsoft YaHei"/>
              </a:rPr>
              <a:t>把多 TRP 的同一数据流相干叠加。</a:t>
            </a:r>
          </a:p>
        </p:txBody>
      </p:sp>
      <p:sp>
        <p:nvSpPr>
          <p:cNvPr id="224" name="Card 2"/>
          <p:cNvSpPr/>
          <p:nvPr/>
        </p:nvSpPr>
        <p:spPr>
          <a:xfrm>
            <a:off x="6250000" y="2510000"/>
            <a:ext cx="5330000" cy="1550000"/>
          </a:xfrm>
          <a:prstGeom prst="roundRect">
            <a:avLst/>
          </a:prstGeom>
          <a:solidFill>
            <a:srgbClr val="F0F6FC"/>
          </a:solidFill>
          <a:ln w="14000">
            <a:solidFill>
              <a:srgbClr val="145394"/>
            </a:solidFill>
          </a:ln>
        </p:spPr>
        <p:txBody>
          <a:bodyPr anchor="ctr" lIns="100000" rIns="100000" tIns="35000" bIns="35000"/>
          <a:lstStyle/>
          <a:p>
            <a:pPr algn="l"/>
          </a:p>
        </p:txBody>
      </p:sp>
      <p:sp>
        <p:nvSpPr>
          <p:cNvPr id="225" name="Card heading 2"/>
          <p:cNvSpPr/>
          <p:nvPr/>
        </p:nvSpPr>
        <p:spPr>
          <a:xfrm>
            <a:off x="6450000" y="2610000"/>
            <a:ext cx="4900000" cy="310000"/>
          </a:xfrm>
          <a:prstGeom prst="roundRect">
            <a:avLst/>
          </a:prstGeom>
          <a:noFill/>
          <a:ln w="0"/>
        </p:spPr>
        <p:txBody>
          <a:bodyPr anchor="ctr" lIns="100000" rIns="100000" tIns="35000" bIns="35000"/>
          <a:lstStyle/>
          <a:p>
            <a:pPr algn="l"/>
            <a:r>
              <a:rPr lang="zh-CN" sz="2000" b="1">
                <a:solidFill>
                  <a:srgbClr val="17365D"/>
                </a:solidFill>
                <a:latin typeface="Microsoft YaHei"/>
                <a:ea typeface="Microsoft YaHei"/>
              </a:rPr>
              <a:t>② 接收协方差</a:t>
            </a:r>
          </a:p>
        </p:txBody>
      </p:sp>
      <p:sp>
        <p:nvSpPr>
          <p:cNvPr id="226" name="Card formula 2"/>
          <p:cNvSpPr/>
          <p:nvPr/>
        </p:nvSpPr>
        <p:spPr>
          <a:xfrm>
            <a:off x="6440000" y="3000000"/>
            <a:ext cx="4950000" cy="400000"/>
          </a:xfrm>
          <a:prstGeom prst="roundRect">
            <a:avLst/>
          </a:prstGeom>
          <a:noFill/>
          <a:ln w="0"/>
        </p:spPr>
        <p:txBody>
          <a:bodyPr anchor="ctr" lIns="100000" rIns="100000" tIns="35000" bIns="35000"/>
          <a:lstStyle/>
          <a:p>
            <a:pPr algn="ctr"/>
            <a:r>
              <a:rPr lang="zh-CN" sz="1740" b="1">
                <a:solidFill>
                  <a:srgbClr val="0A3C77"/>
                </a:solidFill>
                <a:latin typeface="Microsoft YaHei"/>
                <a:ea typeface="Microsoft YaHei"/>
              </a:rPr>
              <a:t>Rʸʸ</a:t>
            </a:r>
            <a:r>
              <a:rPr lang="zh-CN" sz="1253" b="1" baseline="-25000">
                <a:solidFill>
                  <a:srgbClr val="0A3C77"/>
                </a:solidFill>
                <a:latin typeface="Microsoft YaHei"/>
                <a:ea typeface="Microsoft YaHei"/>
              </a:rPr>
              <a:t>kg</a:t>
            </a:r>
            <a:r>
              <a:rPr lang="zh-CN" sz="1740" b="1">
                <a:solidFill>
                  <a:srgbClr val="0A3C77"/>
                </a:solidFill>
                <a:latin typeface="Microsoft YaHei"/>
                <a:ea typeface="Microsoft YaHei"/>
              </a:rPr>
              <a:t>=I₄+Σ</a:t>
            </a:r>
            <a:r>
              <a:rPr lang="zh-CN" sz="1253" b="1" baseline="-25000">
                <a:solidFill>
                  <a:srgbClr val="0A3C77"/>
                </a:solidFill>
                <a:latin typeface="Microsoft YaHei"/>
                <a:ea typeface="Microsoft YaHei"/>
              </a:rPr>
              <a:t>j</a:t>
            </a:r>
            <a:r>
              <a:rPr lang="zh-CN" sz="1740" b="1">
                <a:solidFill>
                  <a:srgbClr val="0A3C77"/>
                </a:solidFill>
                <a:latin typeface="Microsoft YaHei"/>
                <a:ea typeface="Microsoft YaHei"/>
              </a:rPr>
              <a:t> F</a:t>
            </a:r>
            <a:r>
              <a:rPr lang="zh-CN" sz="1253" b="1" baseline="-25000">
                <a:solidFill>
                  <a:srgbClr val="0A3C77"/>
                </a:solidFill>
                <a:latin typeface="Microsoft YaHei"/>
                <a:ea typeface="Microsoft YaHei"/>
              </a:rPr>
              <a:t>kjg</a:t>
            </a:r>
            <a:r>
              <a:rPr lang="zh-CN" sz="1740" b="1">
                <a:solidFill>
                  <a:srgbClr val="0A3C77"/>
                </a:solidFill>
                <a:latin typeface="Microsoft YaHei"/>
                <a:ea typeface="Microsoft YaHei"/>
              </a:rPr>
              <a:t>Fᴴ</a:t>
            </a:r>
            <a:r>
              <a:rPr lang="zh-CN" sz="1253" b="1" baseline="-25000">
                <a:solidFill>
                  <a:srgbClr val="0A3C77"/>
                </a:solidFill>
                <a:latin typeface="Microsoft YaHei"/>
                <a:ea typeface="Microsoft YaHei"/>
              </a:rPr>
              <a:t>kjg</a:t>
            </a:r>
            <a:r>
              <a:rPr lang="zh-CN" sz="1740" b="1">
                <a:solidFill>
                  <a:srgbClr val="0A3C77"/>
                </a:solidFill>
                <a:latin typeface="Microsoft YaHei"/>
                <a:ea typeface="Microsoft YaHei"/>
              </a:rPr>
              <a:t>+Σ</a:t>
            </a:r>
            <a:r>
              <a:rPr lang="zh-CN" sz="1253" b="1" baseline="-25000">
                <a:solidFill>
                  <a:srgbClr val="0A3C77"/>
                </a:solidFill>
                <a:latin typeface="Microsoft YaHei"/>
                <a:ea typeface="Microsoft YaHei"/>
              </a:rPr>
              <a:t>l</a:t>
            </a:r>
            <a:r>
              <a:rPr lang="zh-CN" sz="1740" b="1">
                <a:solidFill>
                  <a:srgbClr val="0A3C77"/>
                </a:solidFill>
                <a:latin typeface="Microsoft YaHei"/>
                <a:ea typeface="Microsoft YaHei"/>
              </a:rPr>
              <a:t> p</a:t>
            </a:r>
            <a:r>
              <a:rPr lang="zh-CN" sz="1253" b="1" baseline="-25000">
                <a:solidFill>
                  <a:srgbClr val="0A3C77"/>
                </a:solidFill>
                <a:latin typeface="Microsoft YaHei"/>
                <a:ea typeface="Microsoft YaHei"/>
              </a:rPr>
              <a:t>lg</a:t>
            </a:r>
            <a:r>
              <a:rPr lang="zh-CN" sz="1740" b="1">
                <a:solidFill>
                  <a:srgbClr val="0A3C77"/>
                </a:solidFill>
                <a:latin typeface="Microsoft YaHei"/>
                <a:ea typeface="Microsoft YaHei"/>
              </a:rPr>
              <a:t>C</a:t>
            </a:r>
            <a:r>
              <a:rPr lang="zh-CN" sz="1253" b="1" baseline="-25000">
                <a:solidFill>
                  <a:srgbClr val="0A3C77"/>
                </a:solidFill>
                <a:latin typeface="Microsoft YaHei"/>
                <a:ea typeface="Microsoft YaHei"/>
              </a:rPr>
              <a:t>klg</a:t>
            </a:r>
          </a:p>
        </p:txBody>
      </p:sp>
      <p:sp>
        <p:nvSpPr>
          <p:cNvPr id="227" name="Card meaning 2"/>
          <p:cNvSpPr/>
          <p:nvPr/>
        </p:nvSpPr>
        <p:spPr>
          <a:xfrm>
            <a:off x="6460000" y="3560000"/>
            <a:ext cx="4890000" cy="270000"/>
          </a:xfrm>
          <a:prstGeom prst="roundRect">
            <a:avLst/>
          </a:prstGeom>
          <a:noFill/>
          <a:ln w="0"/>
        </p:spPr>
        <p:txBody>
          <a:bodyPr anchor="ctr" lIns="100000" rIns="100000" tIns="35000" bIns="35000"/>
          <a:lstStyle/>
          <a:p>
            <a:pPr algn="ctr"/>
            <a:r>
              <a:rPr lang="zh-CN" sz="1560" b="0">
                <a:solidFill>
                  <a:srgbClr val="334E6F"/>
                </a:solidFill>
                <a:latin typeface="Microsoft YaHei"/>
                <a:ea typeface="Microsoft YaHei"/>
              </a:rPr>
              <a:t>计入信号、干扰、热噪声与估计误差。</a:t>
            </a:r>
          </a:p>
        </p:txBody>
      </p:sp>
      <p:sp>
        <p:nvSpPr>
          <p:cNvPr id="228" name="Card 3"/>
          <p:cNvSpPr/>
          <p:nvPr/>
        </p:nvSpPr>
        <p:spPr>
          <a:xfrm>
            <a:off x="610000" y="4250000"/>
            <a:ext cx="5330000" cy="1550000"/>
          </a:xfrm>
          <a:prstGeom prst="roundRect">
            <a:avLst/>
          </a:prstGeom>
          <a:solidFill>
            <a:srgbClr val="FFF4E9"/>
          </a:solidFill>
          <a:ln w="14000">
            <a:solidFill>
              <a:srgbClr val="E77C20"/>
            </a:solidFill>
          </a:ln>
        </p:spPr>
        <p:txBody>
          <a:bodyPr anchor="ctr" lIns="100000" rIns="100000" tIns="35000" bIns="35000"/>
          <a:lstStyle/>
          <a:p>
            <a:pPr algn="l"/>
          </a:p>
        </p:txBody>
      </p:sp>
      <p:sp>
        <p:nvSpPr>
          <p:cNvPr id="229" name="Card heading 3"/>
          <p:cNvSpPr/>
          <p:nvPr/>
        </p:nvSpPr>
        <p:spPr>
          <a:xfrm>
            <a:off x="810000" y="4350000"/>
            <a:ext cx="4900000" cy="310000"/>
          </a:xfrm>
          <a:prstGeom prst="roundRect">
            <a:avLst/>
          </a:prstGeom>
          <a:noFill/>
          <a:ln w="0"/>
        </p:spPr>
        <p:txBody>
          <a:bodyPr anchor="ctr" lIns="100000" rIns="100000" tIns="35000" bIns="35000"/>
          <a:lstStyle/>
          <a:p>
            <a:pPr algn="l"/>
            <a:r>
              <a:rPr lang="zh-CN" sz="2000" b="1">
                <a:solidFill>
                  <a:srgbClr val="9B4A0D"/>
                </a:solidFill>
                <a:latin typeface="Microsoft YaHei"/>
                <a:ea typeface="Microsoft YaHei"/>
              </a:rPr>
              <a:t>③ MMSE 接收器</a:t>
            </a:r>
          </a:p>
        </p:txBody>
      </p:sp>
      <p:sp>
        <p:nvSpPr>
          <p:cNvPr id="230" name="Card formula 3"/>
          <p:cNvSpPr/>
          <p:nvPr/>
        </p:nvSpPr>
        <p:spPr>
          <a:xfrm>
            <a:off x="800000" y="4740000"/>
            <a:ext cx="4950000" cy="400000"/>
          </a:xfrm>
          <a:prstGeom prst="roundRect">
            <a:avLst/>
          </a:prstGeom>
          <a:noFill/>
          <a:ln w="0"/>
        </p:spPr>
        <p:txBody>
          <a:bodyPr anchor="ctr" lIns="100000" rIns="100000" tIns="35000" bIns="35000"/>
          <a:lstStyle/>
          <a:p>
            <a:pPr algn="ctr"/>
            <a:r>
              <a:rPr lang="zh-CN" sz="2050" b="1">
                <a:solidFill>
                  <a:srgbClr val="9B4A0D"/>
                </a:solidFill>
                <a:latin typeface="Microsoft YaHei"/>
                <a:ea typeface="Microsoft YaHei"/>
              </a:rPr>
              <a:t>A</a:t>
            </a:r>
            <a:r>
              <a:rPr lang="zh-CN" sz="1476" b="1" baseline="-25000">
                <a:solidFill>
                  <a:srgbClr val="9B4A0D"/>
                </a:solidFill>
                <a:latin typeface="Microsoft YaHei"/>
                <a:ea typeface="Microsoft YaHei"/>
              </a:rPr>
              <a:t>kg</a:t>
            </a:r>
            <a:r>
              <a:rPr lang="zh-CN" sz="2050" b="1">
                <a:solidFill>
                  <a:srgbClr val="9B4A0D"/>
                </a:solidFill>
                <a:latin typeface="Microsoft YaHei"/>
                <a:ea typeface="Microsoft YaHei"/>
              </a:rPr>
              <a:t>=(Rʸʸ</a:t>
            </a:r>
            <a:r>
              <a:rPr lang="zh-CN" sz="1476" b="1" baseline="-25000">
                <a:solidFill>
                  <a:srgbClr val="9B4A0D"/>
                </a:solidFill>
                <a:latin typeface="Microsoft YaHei"/>
                <a:ea typeface="Microsoft YaHei"/>
              </a:rPr>
              <a:t>kg</a:t>
            </a:r>
            <a:r>
              <a:rPr lang="zh-CN" sz="2050" b="1">
                <a:solidFill>
                  <a:srgbClr val="9B4A0D"/>
                </a:solidFill>
                <a:latin typeface="Microsoft YaHei"/>
                <a:ea typeface="Microsoft YaHei"/>
              </a:rPr>
              <a:t>)⁻¹ F</a:t>
            </a:r>
            <a:r>
              <a:rPr lang="zh-CN" sz="1476" b="1" baseline="-25000">
                <a:solidFill>
                  <a:srgbClr val="9B4A0D"/>
                </a:solidFill>
                <a:latin typeface="Microsoft YaHei"/>
                <a:ea typeface="Microsoft YaHei"/>
              </a:rPr>
              <a:t>kkg</a:t>
            </a:r>
          </a:p>
        </p:txBody>
      </p:sp>
      <p:sp>
        <p:nvSpPr>
          <p:cNvPr id="231" name="Card meaning 3"/>
          <p:cNvSpPr/>
          <p:nvPr/>
        </p:nvSpPr>
        <p:spPr>
          <a:xfrm>
            <a:off x="820000" y="5300000"/>
            <a:ext cx="4890000" cy="270000"/>
          </a:xfrm>
          <a:prstGeom prst="roundRect">
            <a:avLst/>
          </a:prstGeom>
          <a:noFill/>
          <a:ln w="0"/>
        </p:spPr>
        <p:txBody>
          <a:bodyPr anchor="ctr" lIns="100000" rIns="100000" tIns="35000" bIns="35000"/>
          <a:lstStyle/>
          <a:p>
            <a:pPr algn="ctr"/>
            <a:r>
              <a:rPr lang="zh-CN" sz="1560" b="0">
                <a:solidFill>
                  <a:srgbClr val="78461F"/>
                </a:solidFill>
                <a:latin typeface="Microsoft YaHei"/>
                <a:ea typeface="Microsoft YaHei"/>
              </a:rPr>
              <a:t>按当前接收统计量抑制干扰与噪声。</a:t>
            </a:r>
          </a:p>
        </p:txBody>
      </p:sp>
      <p:sp>
        <p:nvSpPr>
          <p:cNvPr id="232" name="Card 4"/>
          <p:cNvSpPr/>
          <p:nvPr/>
        </p:nvSpPr>
        <p:spPr>
          <a:xfrm>
            <a:off x="6250000" y="4250000"/>
            <a:ext cx="5330000" cy="1550000"/>
          </a:xfrm>
          <a:prstGeom prst="roundRect">
            <a:avLst/>
          </a:prstGeom>
          <a:solidFill>
            <a:srgbClr val="FFF4E9"/>
          </a:solidFill>
          <a:ln w="14000">
            <a:solidFill>
              <a:srgbClr val="E77C20"/>
            </a:solidFill>
          </a:ln>
        </p:spPr>
        <p:txBody>
          <a:bodyPr anchor="ctr" lIns="100000" rIns="100000" tIns="35000" bIns="35000"/>
          <a:lstStyle/>
          <a:p>
            <a:pPr algn="l"/>
          </a:p>
        </p:txBody>
      </p:sp>
      <p:sp>
        <p:nvSpPr>
          <p:cNvPr id="233" name="Card heading 4"/>
          <p:cNvSpPr/>
          <p:nvPr/>
        </p:nvSpPr>
        <p:spPr>
          <a:xfrm>
            <a:off x="6450000" y="4350000"/>
            <a:ext cx="4900000" cy="310000"/>
          </a:xfrm>
          <a:prstGeom prst="roundRect">
            <a:avLst/>
          </a:prstGeom>
          <a:noFill/>
          <a:ln w="0"/>
        </p:spPr>
        <p:txBody>
          <a:bodyPr anchor="ctr" lIns="100000" rIns="100000" tIns="35000" bIns="35000"/>
          <a:lstStyle/>
          <a:p>
            <a:pPr algn="l"/>
            <a:r>
              <a:rPr lang="zh-CN" sz="2000" b="1">
                <a:solidFill>
                  <a:srgbClr val="9B4A0D"/>
                </a:solidFill>
                <a:latin typeface="Microsoft YaHei"/>
                <a:ea typeface="Microsoft YaHei"/>
              </a:rPr>
              <a:t>④ MSE 权重</a:t>
            </a:r>
          </a:p>
        </p:txBody>
      </p:sp>
      <p:sp>
        <p:nvSpPr>
          <p:cNvPr id="234" name="Card formula 4"/>
          <p:cNvSpPr/>
          <p:nvPr/>
        </p:nvSpPr>
        <p:spPr>
          <a:xfrm>
            <a:off x="6440000" y="4740000"/>
            <a:ext cx="4950000" cy="400000"/>
          </a:xfrm>
          <a:prstGeom prst="roundRect">
            <a:avLst/>
          </a:prstGeom>
          <a:noFill/>
          <a:ln w="0"/>
        </p:spPr>
        <p:txBody>
          <a:bodyPr anchor="ctr" lIns="100000" rIns="100000" tIns="35000" bIns="35000"/>
          <a:lstStyle/>
          <a:p>
            <a:pPr algn="ctr"/>
            <a:r>
              <a:rPr lang="zh-CN" sz="2050" b="1">
                <a:solidFill>
                  <a:srgbClr val="9B4A0D"/>
                </a:solidFill>
                <a:latin typeface="Microsoft YaHei"/>
                <a:ea typeface="Microsoft YaHei"/>
              </a:rPr>
              <a:t>Ω</a:t>
            </a:r>
            <a:r>
              <a:rPr lang="zh-CN" sz="1476" b="1" baseline="-25000">
                <a:solidFill>
                  <a:srgbClr val="9B4A0D"/>
                </a:solidFill>
                <a:latin typeface="Microsoft YaHei"/>
                <a:ea typeface="Microsoft YaHei"/>
              </a:rPr>
              <a:t>kg</a:t>
            </a:r>
            <a:r>
              <a:rPr lang="zh-CN" sz="2050" b="1">
                <a:solidFill>
                  <a:srgbClr val="9B4A0D"/>
                </a:solidFill>
                <a:latin typeface="Microsoft YaHei"/>
                <a:ea typeface="Microsoft YaHei"/>
              </a:rPr>
              <a:t>=E</a:t>
            </a:r>
            <a:r>
              <a:rPr lang="zh-CN" sz="1476" b="1" baseline="-25000">
                <a:solidFill>
                  <a:srgbClr val="9B4A0D"/>
                </a:solidFill>
                <a:latin typeface="Microsoft YaHei"/>
                <a:ea typeface="Microsoft YaHei"/>
              </a:rPr>
              <a:t>kg</a:t>
            </a:r>
            <a:r>
              <a:rPr lang="zh-CN" sz="2050" b="1">
                <a:solidFill>
                  <a:srgbClr val="9B4A0D"/>
                </a:solidFill>
                <a:latin typeface="Microsoft YaHei"/>
                <a:ea typeface="Microsoft YaHei"/>
              </a:rPr>
              <a:t>⁻¹</a:t>
            </a:r>
          </a:p>
        </p:txBody>
      </p:sp>
      <p:sp>
        <p:nvSpPr>
          <p:cNvPr id="235" name="Card meaning 4"/>
          <p:cNvSpPr/>
          <p:nvPr/>
        </p:nvSpPr>
        <p:spPr>
          <a:xfrm>
            <a:off x="6460000" y="5300000"/>
            <a:ext cx="4890000" cy="270000"/>
          </a:xfrm>
          <a:prstGeom prst="roundRect">
            <a:avLst/>
          </a:prstGeom>
          <a:noFill/>
          <a:ln w="0"/>
        </p:spPr>
        <p:txBody>
          <a:bodyPr anchor="ctr" lIns="100000" rIns="100000" tIns="35000" bIns="35000"/>
          <a:lstStyle/>
          <a:p>
            <a:pPr algn="ctr"/>
            <a:r>
              <a:rPr lang="zh-CN" sz="1560" b="0">
                <a:solidFill>
                  <a:srgbClr val="78461F"/>
                </a:solidFill>
                <a:latin typeface="Microsoft YaHei"/>
                <a:ea typeface="Microsoft YaHei"/>
              </a:rPr>
              <a:t>误差越小，更新预编码时的权重越大。</a:t>
            </a:r>
          </a:p>
        </p:txBody>
      </p:sp>
      <p:sp>
        <p:nvSpPr>
          <p:cNvPr id="240" name="Iteration footer"/>
          <p:cNvSpPr/>
          <p:nvPr/>
        </p:nvSpPr>
        <p:spPr>
          <a:xfrm>
            <a:off x="710000" y="6040000"/>
            <a:ext cx="10800000" cy="470000"/>
          </a:xfrm>
          <a:prstGeom prst="roundRect">
            <a:avLst/>
          </a:prstGeom>
          <a:solidFill>
            <a:srgbClr val="DCEAF7"/>
          </a:solidFill>
          <a:ln w="14000">
            <a:solidFill>
              <a:srgbClr val="145394"/>
            </a:solidFill>
          </a:ln>
        </p:spPr>
        <p:txBody>
          <a:bodyPr anchor="ctr" lIns="100000" rIns="100000" tIns="35000" bIns="35000"/>
          <a:lstStyle/>
          <a:p>
            <a:pPr algn="ctr"/>
            <a:r>
              <a:rPr lang="zh-CN" sz="1600" b="1">
                <a:solidFill>
                  <a:srgbClr val="17365D"/>
                </a:solidFill>
                <a:latin typeface="Microsoft YaHei"/>
                <a:ea typeface="Microsoft YaHei"/>
              </a:rPr>
              <a:t>更新 w 时固定 A、Ω、η；得到 w⁺ 后重算 F、Rʸʸ、A、E、Ω，再进入下一轮。</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JmYmVhMGQ2YWQwOTc0ZDFkYmVkZTE0NzFkNThlYzIifQ=="/>
</p:tagLst>
</file>

<file path=ppt/tags/tag2.xml><?xml version="1.0" encoding="utf-8"?>
<p:tagLst xmlns:a="http://schemas.openxmlformats.org/drawingml/2006/main" xmlns:r="http://schemas.openxmlformats.org/officeDocument/2006/relationships" xmlns:p="http://schemas.openxmlformats.org/presentationml/2006/main">
  <p:tag name="PA" val="v5.1.2"/>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PA" val="v5.1.2"/>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PA" val="v5.1.2"/>
</p:tagLst>
</file>

<file path=ppt/tags/tag7.xml><?xml version="1.0" encoding="utf-8"?>
<p:tagLst xmlns:a="http://schemas.openxmlformats.org/drawingml/2006/main" xmlns:r="http://schemas.openxmlformats.org/officeDocument/2006/relationships" xmlns:p="http://schemas.openxmlformats.org/presentationml/2006/main">
  <p:tag name="PA" val="v5.1.2"/>
</p:tagLst>
</file>

<file path=ppt/tags/tag8.xml><?xml version="1.0" encoding="utf-8"?>
<p:tagLst xmlns:a="http://schemas.openxmlformats.org/drawingml/2006/main" xmlns:r="http://schemas.openxmlformats.org/officeDocument/2006/relationships" xmlns:p="http://schemas.openxmlformats.org/presentationml/2006/main">
  <p:tag name="PA" val="v5.1.2"/>
</p:tagLst>
</file>

<file path=ppt/tags/tag9.xml><?xml version="1.0" encoding="utf-8"?>
<p:tagLst xmlns:a="http://schemas.openxmlformats.org/drawingml/2006/main" xmlns:r="http://schemas.openxmlformats.org/officeDocument/2006/relationships" xmlns:p="http://schemas.openxmlformats.org/presentationml/2006/main">
  <p:tag name="PA" val="v5.1.2"/>
</p:tagLst>
</file>

<file path=ppt/tags/tag10.xml><?xml version="1.0" encoding="utf-8"?>
<p:tagLst xmlns:a="http://schemas.openxmlformats.org/drawingml/2006/main" xmlns:r="http://schemas.openxmlformats.org/officeDocument/2006/relationships" xmlns:p="http://schemas.openxmlformats.org/presentationml/2006/main">
  <p:tag name="PA" val="v5.1.2"/>
</p:tagLst>
</file>

<file path=ppt/tags/tag11.xml><?xml version="1.0" encoding="utf-8"?>
<p:tagLst xmlns:a="http://schemas.openxmlformats.org/drawingml/2006/main" xmlns:r="http://schemas.openxmlformats.org/officeDocument/2006/relationships" xmlns:p="http://schemas.openxmlformats.org/presentationml/2006/main">
  <p:tag name="PA" val="v5.1.2"/>
</p:tagLst>
</file>

<file path=ppt/tags/tag12.xml><?xml version="1.0" encoding="utf-8"?>
<p:tagLst xmlns:a="http://schemas.openxmlformats.org/drawingml/2006/main" xmlns:r="http://schemas.openxmlformats.org/officeDocument/2006/relationships" xmlns:p="http://schemas.openxmlformats.org/presentationml/2006/main">
  <p:tag name="PA" val="v5.1.2"/>
</p:tagLst>
</file>

<file path=ppt/tags/tag13.xml><?xml version="1.0" encoding="utf-8"?>
<p:tagLst xmlns:a="http://schemas.openxmlformats.org/drawingml/2006/main" xmlns:r="http://schemas.openxmlformats.org/officeDocument/2006/relationships" xmlns:p="http://schemas.openxmlformats.org/presentationml/2006/main">
  <p:tag name="PA" val="v5.1.2"/>
</p:tagLst>
</file>

<file path=ppt/tags/tag14.xml><?xml version="1.0" encoding="utf-8"?>
<p:tagLst xmlns:a="http://schemas.openxmlformats.org/drawingml/2006/main" xmlns:r="http://schemas.openxmlformats.org/officeDocument/2006/relationships" xmlns:p="http://schemas.openxmlformats.org/presentationml/2006/main">
  <p:tag name="PA" val="v5.1.2"/>
</p:tagLst>
</file>

<file path=ppt/tags/tag15.xml><?xml version="1.0" encoding="utf-8"?>
<p:tagLst xmlns:a="http://schemas.openxmlformats.org/drawingml/2006/main" xmlns:r="http://schemas.openxmlformats.org/officeDocument/2006/relationships" xmlns:p="http://schemas.openxmlformats.org/presentationml/2006/main">
  <p:tag name="PA" val="v5.1.2"/>
</p:tagLst>
</file>

<file path=ppt/tags/tag16.xml><?xml version="1.0" encoding="utf-8"?>
<p:tagLst xmlns:a="http://schemas.openxmlformats.org/drawingml/2006/main" xmlns:r="http://schemas.openxmlformats.org/officeDocument/2006/relationships" xmlns:p="http://schemas.openxmlformats.org/presentationml/2006/main">
  <p:tag name="PA" val="v5.1.2"/>
</p:tagLst>
</file>

<file path=ppt/tags/tag17.xml><?xml version="1.0" encoding="utf-8"?>
<p:tagLst xmlns:a="http://schemas.openxmlformats.org/drawingml/2006/main" xmlns:r="http://schemas.openxmlformats.org/officeDocument/2006/relationships" xmlns:p="http://schemas.openxmlformats.org/presentationml/2006/main">
  <p:tag name="PA" val="v5.1.2"/>
</p:tagLst>
</file>

<file path=ppt/tags/tag18.xml><?xml version="1.0" encoding="utf-8"?>
<p:tagLst xmlns:a="http://schemas.openxmlformats.org/drawingml/2006/main" xmlns:r="http://schemas.openxmlformats.org/officeDocument/2006/relationships" xmlns:p="http://schemas.openxmlformats.org/presentationml/2006/main">
  <p:tag name="PA" val="v5.1.2"/>
</p:tagLst>
</file>

<file path=ppt/tags/tag19.xml><?xml version="1.0" encoding="utf-8"?>
<p:tagLst xmlns:a="http://schemas.openxmlformats.org/drawingml/2006/main" xmlns:r="http://schemas.openxmlformats.org/officeDocument/2006/relationships" xmlns:p="http://schemas.openxmlformats.org/presentationml/2006/main">
  <p:tag name="PA" val="v5.1.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25.0812598425197,&quot;left&quot;:459.1126771653543,&quot;top&quot;:67.49338582677166,&quot;width&quot;:411.6979527559056}"/>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003399"/>
      </a:dk2>
      <a:lt2>
        <a:srgbClr val="FFFFFF"/>
      </a:lt2>
      <a:accent1>
        <a:srgbClr val="00339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3">
      <a:dk1>
        <a:sysClr val="windowText" lastClr="000000"/>
      </a:dk1>
      <a:lt1>
        <a:sysClr val="window" lastClr="FFFFFF"/>
      </a:lt1>
      <a:dk2>
        <a:srgbClr val="003399"/>
      </a:dk2>
      <a:lt2>
        <a:srgbClr val="FFFFFF"/>
      </a:lt2>
      <a:accent1>
        <a:srgbClr val="00339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1298</TotalTime>
  <Words>3775</Words>
  <Application>Microsoft Office PowerPoint</Application>
  <PresentationFormat>宽屏</PresentationFormat>
  <Paragraphs>259</Paragraphs>
  <Slides>15</Slides>
  <Notes>15</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15</vt:i4>
      </vt:variant>
    </vt:vector>
  </HeadingPairs>
  <TitlesOfParts>
    <vt:vector size="23" baseType="lpstr">
      <vt:lpstr>Microsoft YaHei</vt:lpstr>
      <vt:lpstr>Microsoft YaHei</vt:lpstr>
      <vt:lpstr>微软雅黑 Light</vt:lpstr>
      <vt:lpstr>Arial</vt:lpstr>
      <vt:lpstr>Calibri</vt:lpstr>
      <vt:lpstr>Century Gothic</vt:lpstr>
      <vt:lpstr>Office 主题​​</vt:lpstr>
      <vt:lpstr>1_Office 主题​​</vt:lpstr>
      <vt:lpstr>PowerPoint 演示文稿</vt:lpstr>
      <vt:lpstr>主要内容</vt:lpstr>
      <vt:lpstr>研究问题、方法与目标</vt:lpstr>
      <vt:lpstr>网络拓扑与协同架构</vt:lpstr>
      <vt:lpstr>代码调用与数据流</vt:lpstr>
      <vt:lpstr>参考信号观测与信道估计</vt:lpstr>
      <vt:lpstr>资源变量与方法分工</vt:lpstr>
      <vt:lpstr>下行通信与评价</vt:lpstr>
      <vt:lpstr>WMMSE–ADMM 嵌套求解</vt:lpstr>
      <vt:lpstr>ADMM 功率约束与停止</vt:lpstr>
      <vt:lpstr>现有统计误差机制</vt:lpstr>
      <vt:lpstr>核心变量</vt:lpstr>
      <vt:lpstr>新版方案：测量可靠性驱动协同</vt:lpstr>
      <vt:lpstr>新版方案的优化变量与约束</vt:lpstr>
      <vt:lpstr>新版求解流程与实现边界</vt:lpstr>
    </vt:vector>
  </TitlesOfParts>
  <Company>Guilddesign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Sung Ha, Park</dc:creator>
  <cp:lastModifiedBy>亚萍 宋</cp:lastModifiedBy>
  <cp:revision>7</cp:revision>
  <cp:lastPrinted>2025-12-14T09:05:23Z</cp:lastPrinted>
  <dcterms:created xsi:type="dcterms:W3CDTF">2025-12-14T09:05:23Z</dcterms:created>
  <dcterms:modified xsi:type="dcterms:W3CDTF">2026-10-21T06:55:01Z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5F83327A812F4435B25E525EBED23916_13</vt:lpwstr>
  </property>
  <property fmtid="{D5CDD505-2E9C-101B-9397-08002B2CF9AE}" pid="3" name="KSOProductBuildVer">
    <vt:lpwstr>2052-12.9.0.24013</vt:lpwstr>
  </property>
</Properties>
</file>