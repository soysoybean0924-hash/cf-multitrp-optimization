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31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99" r:id="rId3"/>
  </p:sldMasterIdLst>
  <p:notesMasterIdLst>
    <p:notesMasterId r:id="rId5"/>
  </p:notesMasterIdLst>
  <p:handoutMasterIdLst>
    <p:handoutMasterId r:id="rId28"/>
  </p:handoutMasterIdLst>
  <p:sldIdLst>
    <p:sldId id="2531" r:id="rId4"/>
    <p:sldId id="5977" r:id="rId6"/>
    <p:sldId id="5978" r:id="rId13"/>
    <p:sldId id="5979" r:id="rId14"/>
    <p:sldId id="5980" r:id="rId15"/>
    <p:sldId id="5981" r:id="rId16"/>
    <p:sldId id="5982" r:id="rId17"/>
    <p:sldId id="5983" r:id="rId18"/>
    <p:sldId id="5984" r:id="rId19"/>
    <p:sldId id="5985" r:id="rId20"/>
    <p:sldId id="5986" r:id="rId21"/>
    <p:sldId id="5987" r:id="rId22"/>
    <p:sldId id="5988" r:id="rId23"/>
    <p:sldId id="5989" r:id="rId24"/>
    <p:sldId id="5990" r:id="rId25"/>
  </p:sldIdLst>
  <p:sldSz cx="12192000" cy="6858000"/>
  <p:notesSz cx="7099300" cy="10234295"/>
  <p:custDataLst>
    <p:tags r:id="rId33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92" userDrawn="1">
          <p15:clr>
            <a:srgbClr val="A4A3A4"/>
          </p15:clr>
        </p15:guide>
        <p15:guide id="2" pos="7256" userDrawn="1">
          <p15:clr>
            <a:srgbClr val="A4A3A4"/>
          </p15:clr>
        </p15:guide>
        <p15:guide id="3" orient="horz" pos="576" userDrawn="1">
          <p15:clr>
            <a:srgbClr val="A4A3A4"/>
          </p15:clr>
        </p15:guide>
        <p15:guide id="4" orient="horz" pos="3998" userDrawn="1">
          <p15:clr>
            <a:srgbClr val="A4A3A4"/>
          </p15:clr>
        </p15:guide>
        <p15:guide id="5" orient="horz" pos="380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dows 用户" initials="W用" lastIdx="4" clrIdx="0"/>
  <p:cmAuthor id="2" name="lj" initials="l" lastIdx="1" clrIdx="1"/>
  <p:cmAuthor id="3" name="Jason Zhang" initials="JZ" lastIdx="12" clrIdx="2"/>
  <p:cmAuthor id="4" name="可爱的小马驹ヾ" initials="可" lastIdx="1" clrIdx="3"/>
  <p:cmAuthor id="5" name="Tyselina Zheng" initials="TZ" lastIdx="2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F528F"/>
    <a:srgbClr val="CBCDDE"/>
    <a:srgbClr val="002B84"/>
    <a:srgbClr val="95D1E2"/>
    <a:srgbClr val="E7E8EF"/>
    <a:srgbClr val="E6E6E6"/>
    <a:srgbClr val="003399"/>
    <a:srgbClr val="C00000"/>
    <a:srgbClr val="DCF0F5"/>
    <a:srgbClr val="FBD4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82" autoAdjust="0"/>
    <p:restoredTop sz="90663" autoAdjust="0"/>
  </p:normalViewPr>
  <p:slideViewPr>
    <p:cSldViewPr showGuides="1">
      <p:cViewPr varScale="1">
        <p:scale>
          <a:sx n="100" d="100"/>
          <a:sy n="100" d="100"/>
        </p:scale>
        <p:origin x="512" y="56"/>
      </p:cViewPr>
      <p:guideLst>
        <p:guide pos="392"/>
        <p:guide pos="7256"/>
        <p:guide orient="horz" pos="576"/>
        <p:guide orient="horz" pos="3998"/>
        <p:guide orient="horz" pos="3800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1186"/>
    </p:cViewPr>
  </p:sorterViewPr>
  <p:notesViewPr>
    <p:cSldViewPr>
      <p:cViewPr varScale="1">
        <p:scale>
          <a:sx n="30" d="100"/>
          <a:sy n="30" d="100"/>
        </p:scale>
        <p:origin x="-2261" y="-67"/>
      </p:cViewPr>
      <p:guideLst>
        <p:guide orient="horz" pos="3452"/>
        <p:guide pos="2183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8" Type="http://schemas.openxmlformats.org/officeDocument/2006/relationships/handoutMaster" Target="handoutMasters/handout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ableStyles" Target="tableStyles.xml"/><Relationship Id="rId32" Type="http://schemas.openxmlformats.org/officeDocument/2006/relationships/commentAuthors" Target="commentAuthors.xml"/><Relationship Id="rId33" Type="http://schemas.openxmlformats.org/officeDocument/2006/relationships/tags" Target="tags/tag13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4263" tIns="47133" rIns="94263" bIns="47133" numCol="1" anchor="t" anchorCtr="0" compatLnSpc="1"/>
          <a:lstStyle>
            <a:lvl1pPr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52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9" y="1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4263" tIns="47133" rIns="94263" bIns="47133" numCol="1" anchor="t" anchorCtr="0" compatLnSpc="1"/>
          <a:lstStyle>
            <a:lvl1pPr algn="r"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52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4263" tIns="47133" rIns="94263" bIns="47133" numCol="1" anchor="b" anchorCtr="0" compatLnSpc="1"/>
          <a:lstStyle>
            <a:lvl1pPr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52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9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4263" tIns="47133" rIns="94263" bIns="47133" numCol="1" anchor="b" anchorCtr="0" compatLnSpc="1"/>
          <a:lstStyle>
            <a:lvl1pPr algn="r" eaLnBrk="1" hangingPunct="1">
              <a:defRPr sz="1200">
                <a:latin typeface="Arial" panose="020B0604020202020204" pitchFamily="34" charset="0"/>
                <a:ea typeface="宋体" pitchFamily="2" charset="-122"/>
              </a:defRPr>
            </a:lvl1pPr>
          </a:lstStyle>
          <a:p>
            <a:pPr>
              <a:defRPr/>
            </a:pPr>
            <a:fld id="{FEB6453C-91E2-453A-8CFB-E8A5E658B759}" type="slidenum">
              <a:rPr lang="en-US" altLang="zh-CN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6575" cy="511175"/>
          </a:xfrm>
          <a:prstGeom prst="rect">
            <a:avLst/>
          </a:prstGeom>
        </p:spPr>
        <p:txBody>
          <a:bodyPr vert="horz" lIns="94263" tIns="47133" rIns="94263" bIns="47133" rtlCol="0"/>
          <a:lstStyle>
            <a:lvl1pPr algn="l"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1139" y="1"/>
            <a:ext cx="3076575" cy="511175"/>
          </a:xfrm>
          <a:prstGeom prst="rect">
            <a:avLst/>
          </a:prstGeom>
        </p:spPr>
        <p:txBody>
          <a:bodyPr vert="horz" lIns="94263" tIns="47133" rIns="94263" bIns="47133" rtlCol="0"/>
          <a:lstStyle>
            <a:lvl1pPr algn="r"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fld id="{F6709892-4A62-41CA-BB2D-19E92E32BA1A}" type="datetimeFigureOut">
              <a:rPr lang="zh-CN" altLang="en-US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63" tIns="47133" rIns="94263" bIns="47133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09613" y="4859338"/>
            <a:ext cx="5680075" cy="4606925"/>
          </a:xfrm>
          <a:prstGeom prst="rect">
            <a:avLst/>
          </a:prstGeom>
        </p:spPr>
        <p:txBody>
          <a:bodyPr vert="horz" lIns="94263" tIns="47133" rIns="94263" bIns="47133" rtlCol="0">
            <a:normAutofit/>
          </a:bodyPr>
          <a:lstStyle/>
          <a:p>
            <a:pPr lvl="0"/>
            <a:r>
              <a:rPr lang="zh-CN" altLang="en-US" noProof="0"/>
              <a:t>单击此处编辑母版文本样式</a:t>
            </a:r>
            <a:endParaRPr lang="zh-CN" altLang="en-US" noProof="0"/>
          </a:p>
          <a:p>
            <a:pPr lvl="1"/>
            <a:r>
              <a:rPr lang="zh-CN" altLang="en-US" noProof="0"/>
              <a:t>第二级</a:t>
            </a:r>
            <a:endParaRPr lang="zh-CN" altLang="en-US" noProof="0"/>
          </a:p>
          <a:p>
            <a:pPr lvl="2"/>
            <a:r>
              <a:rPr lang="zh-CN" altLang="en-US" noProof="0"/>
              <a:t>第三级</a:t>
            </a:r>
            <a:endParaRPr lang="zh-CN" altLang="en-US" noProof="0"/>
          </a:p>
          <a:p>
            <a:pPr lvl="3"/>
            <a:r>
              <a:rPr lang="zh-CN" altLang="en-US" noProof="0"/>
              <a:t>第四级</a:t>
            </a:r>
            <a:endParaRPr lang="zh-CN" altLang="en-US" noProof="0"/>
          </a:p>
          <a:p>
            <a:pPr lvl="4"/>
            <a:r>
              <a:rPr lang="zh-CN" altLang="en-US" noProof="0"/>
              <a:t>第五级</a:t>
            </a:r>
            <a:endParaRPr lang="zh-CN" altLang="en-US" noProof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4263" tIns="47133" rIns="94263" bIns="47133" rtlCol="0" anchor="b"/>
          <a:lstStyle>
            <a:lvl1pPr algn="l"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1139" y="9721850"/>
            <a:ext cx="3076575" cy="511175"/>
          </a:xfrm>
          <a:prstGeom prst="rect">
            <a:avLst/>
          </a:prstGeom>
        </p:spPr>
        <p:txBody>
          <a:bodyPr vert="horz" wrap="square" lIns="94263" tIns="47133" rIns="94263" bIns="47133" numCol="1" anchor="b" anchorCtr="0" compatLnSpc="1"/>
          <a:lstStyle>
            <a:lvl1pPr algn="r" eaLnBrk="1" hangingPunct="1">
              <a:defRPr sz="1200">
                <a:latin typeface="Arial" panose="020B0604020202020204" pitchFamily="34" charset="0"/>
                <a:ea typeface="宋体" pitchFamily="2" charset="-122"/>
              </a:defRPr>
            </a:lvl1pPr>
          </a:lstStyle>
          <a:p>
            <a:pPr>
              <a:defRPr/>
            </a:pPr>
            <a:fld id="{20B90B85-D45D-43B0-886B-48C061D8B8B2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73038" y="796925"/>
            <a:ext cx="7069137" cy="39766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研究对象：茶思任务中的非理想SRS/CSI与用户中心多TRP协同。本材料对应已提交代码 db9d7e3；当前另一个会话的工作区更改不包含在本材料。研究结果尚不能等同正式验收。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给出四段讲述顺序。第一部分界定困难、目标与物理网络；第二部分沿通信变量讲建模与当前求解；第三部分说明非均匀误差和现有证据；第四部分单列202610版系统方案。每段均区分原始任务、当前实现、已验证结果与研究设想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：原始任务的困难是非理想SRS/CSI降低链路辨识，用户中心协同容易让边缘用户受损，同时资源、功率和计算规模受约束。目标是按原协议核验边缘体验、功率与资源占用，不能直接把SE当体验。当前方法：固定规则配置资源，WMMSE–ADMM集中求预编码；GA/PSO/SRACOS为独立历史搜索链。计划：利用链路测量质量建立非均匀误差模型，再公平对照。依据：难题1.png、典型验收场景.png、用户速率协议定义.png；源码 chasi_run.m、chasi_generate_scene.m、chasi_matrix_wmmse.m。追问：是否达到原验收目标？目前没有正式证明。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左图是 MATLAB 已导出的真实场景坐标，不是示意站址。中心(450,450)m，外围6站半径300m，21个TRP每站三扇区共址。UE位置来自当前面积均匀采样，25–150m环扇区为项目假设；扇区图形并非硬覆盖。右侧为单UE服务和逻辑CPU示意：UE的SRS生成观测，集中仿真得到估计信道和协方差，CPU单进程求w，TRP按块下行。图像来自 topology_full.png 与 topology_zoom.png；源码 chasi_geometry_from_samples.m、chasi_generate_scene.m、chasi_run.m。追问：是否TRP分布式ADMM？否。CPU是逻辑节点，图标不代表部署坐标。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按输入→处理→输出讲六步。几何产生真信道；SRS/CSI产生估计信道及条件误差协方差；资源调度b、服务掩码χ、rank r、RB权重ν由规则给定；集中WMMSE–ADMM输出含幅度的预编码w；最后以真信道计算用户速率、体验与功率。Htrue用于合成观测和最终评价，求解接收器依据Hhat/C。依据 chasi_run.m 的场景、优化、评价调用。追问：优化哪些资源变量？正式入口目前主要优化w。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几何生成 Htrue∈C^{4×64}；当前是接收相关的几何信道代理，未实现完整双极化物理阵列。C0=βRrx，CSI-RS与SRS观测在条件高斯假设下精度相加，得到 Cklg∈C^{4×4}、Hhat∈C^{4×64}。每个发射列共享接收侧4×4条件协方差；未测组省略SRS项。CSI年龄通过噪声膨胀进入。单位：坐标m，信道为归一化复增益，噪声和协方差相应归一化。依据 CHASI_UNIFIED_TRACE C01–C12，chasi_generate_scene.m。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正式链的b、χ、r、ν由规则设定，w为64×r复数预编码且含发射幅度。功率约束跨资源组：对同一TRP汇总νg加权的所有用户预编码能量，预算Pl默认20W。PF分支的实际目标为对已调度用户求和log(1+Tk/T0)，其中Tk按资源权重汇总估计SE，T0为PF floor。其他分支还有sum-rate和edge-weighted。WMMSE 使用估计CSI与误差统计处理物理层目标；最终体验协议是独立评价。历史候选x为九维归一化编码，分别映射到betaPF、numConnections、scheduleThreshold、rhoLink、rhoPower、maxRank、rankThreshold、repairPower、maxRepairLinks；这些是旧链参数，不能当作正式场景正在优化的物理资源。GA以交叉、变异和选择产生候选；PSO按位置、速度更新产生候选；SRACOS承担选择/引导。历史评价器原先以调度流SINR代理为主，存在旧场景条件适配入口；正式chasi_run无搜索调用。依据 chasi_generate_scene.m、chasi_matrix_wmmse.m、历史搜索源码及 EVIDENCE_INDEX。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w_ljg是TRP l对UE j的预编码块；F_kjg是到UE k的跨TRP相干叠加，有用项为j=k，其余为干扰。Ryy为4×4接收协方差，I为归一化噪声，p_lg C_klg体现统计误差对接收扰动。Rint=Ryy−FkkFkk^H为4×4干扰加噪声协方差。SE采用logdet；真信道评价用Htrue重新形成有效信道、干扰与速率。业务体验按原协议另行聚合，不能将SE直接称体验。当前只有二阶等效计算，没有生成完整OFDM波形。依据 CHASI_UNIFIED_TRACE C15–C20、C32，chasi_matrix_wmmse.m、chasi_evaluate.m。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外层固定当前w，由Hhat/C计算F与Ryy；更新MMSE接收器A∈C^{4×r}，MSE矩阵E∈C^{r×r}，权重Ω=E^{-1}。η为用户效用/PF权重，固定A、Ω、η后形成w的二次子问题。外层再更新状态并检查目标/残差/迭代限。速率与WMMSE等价需要固定信道统计、正定E及相应权重条件；联合变量问题不因此变成全局凸。依据 CHASI_UNIFIED_TRACE C21–C28、chasi_matrix_wmmse.m。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固定A、Ω、η后，二次系数Q和线性项B由Hhat、C构造。x为预编码原变量，z为满足跨资源组功率约束的副本，y为缩放对偶。解(νQ+ρ/2 I)x=νB+ρ/2(z−y)，当前用隐式算子与CG；z联合投影全部资源组以满足每TRP预算；随后更新y。检查原始与对偶残差以及迭代上限。返回可行z作为预编码。当前在单MATLAB进程集中执行，非TRP分布式。功率可行、数值对拍通过、ADMM收敛和WMMSE外层停止分别判断。依据 CHASI_UNIFIED_TRACE C29–C31、chasi_matrix_wmmse.m。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链路SRS SINRγs(dB)、CSI年龄ts(s)、先验β与观测选择矩阵P进入有效噪声ns和后验C。不同链路C不同，作为统计误差项进入Ryy，再改变A/E/Ω和固定接收器后的二次算子Q中的D项，因此可能改变w。当前实现的是条件协方差统计机制；尚无校准的确定性椭球、最坏情况内层优化，也没有稳定的创新效果正向验证。公平对照应保持相同拓扑、业务、预算和初始化，只改变名义/统一/非均匀误差模式。依据 chasi_generate_scene.m、chasi_matrix_wmmse.m、CHASI_UNIFIED_TRACE C10–C12/C19/C27。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这是投影用核心符号表。索引 l:TRP、k/j:UE、g:资源组，Nt=64、Nr=4。Htrue/Hhat均4×64；C4×4；w64×r；F与A为4×r；Ryy4×4；E与Ω为r×r。x/z/y与w同维，ρ为ADMM惩罚参数，P为W；RSE为bit/s/Hz，Rexp为按业务协议统计的体验率。完整解释见 SYMBOLS.md 和 CHASI_UNIFIED_TRACE.tex。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已有旧场景的210/420 UE记录：在原始运行参数下能够产生预编码、完成评价并满足功率预算；另有MATLAB/Python数值对拍通过的记录。这些只证明对应记录中的实现一致性与功率可行性，不证明正式规模收敛，也不证明原始边缘体验验收指标。最新几何拓扑坐标与服务关系已实际导出；拓扑正确性与求解器收敛是不同层级。正式运行记录 converged=false，触及外层/内层迭代上限；非均匀优于名义/统一误差的公平对照尚无充分证据。依据 EVIDENCE_INDEX.md、验证报告与保存日志，所有数字需按同一场景版本解释。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此页和下一页仅介绍202610-系统方案v2.pdf的拟议研究，不表示已进入当前代码。计划从链路级误差椭球入手，结合公平效用、功率、组稀疏和事件触发通信；希望在真实业务与资源限制下评估边缘体验、功率和消息量。当前统计C与椭球Σ的对应需要校准；联合WMMSE仍非凸，固定部分变量后子问题凸性仍要证明。关闭某条TRP–UE链路不等于整个TRP休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三条边界：第一，链路级最坏情况需定义椭球与内层优化、论证适用条件；第二，组稀疏需要处理耦合二次项，不能声称整个子问题一次软阈值闭式解决；第三，TRP本地共识与事件触发需要消息缓存、更新时序和收敛条件。更大误差不必然产生更宽波束；链路关闭不等于TRP休眠；功率下降或通信节省比例是待验证目标。当前已实现的只有集中式统计误差WMMSE–ADMM及既有评价链，新版系统方案不可画成已完成闭环。依据 202610-系统方案v2.pdf 与当前 chasi_matrix_wmmse.m。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tags" Target="../tags/tag4.xml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3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8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Relationship Id="rId3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9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1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8.xml"/><Relationship Id="rId3" Type="http://schemas.openxmlformats.org/officeDocument/2006/relationships/tags" Target="../tags/tag9.xml"/><Relationship Id="rId4" Type="http://schemas.openxmlformats.org/officeDocument/2006/relationships/image" Target="../media/image27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26.png"/><Relationship Id="rId4" Type="http://schemas.openxmlformats.org/officeDocument/2006/relationships/image" Target="../media/image14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6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6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6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6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6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35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0.xml"/><Relationship Id="rId3" Type="http://schemas.openxmlformats.org/officeDocument/2006/relationships/tags" Target="../tags/tag11.xml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2.xml"/><Relationship Id="rId3" Type="http://schemas.openxmlformats.org/officeDocument/2006/relationships/tags" Target="../tags/tag13.xml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4.xml"/><Relationship Id="rId3" Type="http://schemas.openxmlformats.org/officeDocument/2006/relationships/image" Target="../media/image6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image" Target="../media/image6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jpeg"/><Relationship Id="rId3" Type="http://schemas.openxmlformats.org/officeDocument/2006/relationships/image" Target="../media/image8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eg"/><Relationship Id="rId3" Type="http://schemas.openxmlformats.org/officeDocument/2006/relationships/image" Target="../media/image8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jpe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20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19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14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7.xml"/><Relationship Id="rId3" Type="http://schemas.openxmlformats.org/officeDocument/2006/relationships/tags" Target="../tags/tag18.xml"/><Relationship Id="rId4" Type="http://schemas.openxmlformats.org/officeDocument/2006/relationships/image" Target="../media/image27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26.png"/><Relationship Id="rId4" Type="http://schemas.openxmlformats.org/officeDocument/2006/relationships/image" Target="../media/image14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6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6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6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6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6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Relationship Id="rId3" Type="http://schemas.openxmlformats.org/officeDocument/2006/relationships/image" Target="../media/image6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9.jpeg"/><Relationship Id="rId3" Type="http://schemas.openxmlformats.org/officeDocument/2006/relationships/image" Target="../media/image4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 cstate="screen"/>
          <a:srcRect r="25963"/>
          <a:stretch>
            <a:fillRect/>
          </a:stretch>
        </p:blipFill>
        <p:spPr>
          <a:xfrm>
            <a:off x="7191376" y="133072"/>
            <a:ext cx="5028334" cy="653579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3549208" y="3871615"/>
            <a:ext cx="7287114" cy="781876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zh-CN" altLang="en-US" dirty="0"/>
          </a:p>
        </p:txBody>
      </p:sp>
      <p:sp>
        <p:nvSpPr>
          <p:cNvPr id="14" name="文本占位符 12"/>
          <p:cNvSpPr>
            <a:spLocks noGrp="1"/>
          </p:cNvSpPr>
          <p:nvPr>
            <p:ph type="body" sz="quarter" idx="11" hasCustomPrompt="1"/>
          </p:nvPr>
        </p:nvSpPr>
        <p:spPr>
          <a:xfrm>
            <a:off x="3549208" y="5438453"/>
            <a:ext cx="7287114" cy="41033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zh-CN" altLang="en-US" dirty="0"/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3549208" y="4908366"/>
            <a:ext cx="7287114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zh-CN" altLang="en-US" dirty="0"/>
          </a:p>
        </p:txBody>
      </p:sp>
      <p:sp>
        <p:nvSpPr>
          <p:cNvPr id="8" name="矩形 7"/>
          <p:cNvSpPr/>
          <p:nvPr userDrawn="1"/>
        </p:nvSpPr>
        <p:spPr>
          <a:xfrm>
            <a:off x="1152525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 hasCustomPrompt="1"/>
          </p:nvPr>
        </p:nvSpPr>
        <p:spPr>
          <a:xfrm>
            <a:off x="3549208" y="1484311"/>
            <a:ext cx="7287114" cy="2386807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6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单击此处</a:t>
            </a:r>
            <a:endParaRPr lang="en-US" altLang="zh-CN" dirty="0"/>
          </a:p>
          <a:p>
            <a:pPr lvl="0"/>
            <a:r>
              <a:rPr lang="zh-CN" altLang="en-US" dirty="0"/>
              <a:t>输入大标题</a:t>
            </a:r>
            <a:endParaRPr lang="zh-CN" altLang="en-US" dirty="0"/>
          </a:p>
        </p:txBody>
      </p:sp>
      <p:sp>
        <p:nvSpPr>
          <p:cNvPr id="9" name="矩形 8"/>
          <p:cNvSpPr/>
          <p:nvPr userDrawn="1"/>
        </p:nvSpPr>
        <p:spPr>
          <a:xfrm>
            <a:off x="292799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11121340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 userDrawn="1"/>
        </p:nvSpPr>
        <p:spPr>
          <a:xfrm rot="16200000">
            <a:off x="10462781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bg1">
                    <a:alpha val="5000"/>
                  </a:schemeClr>
                </a:solidFill>
              </a:rPr>
              <a:t>BEIJING INSTITUTE OF TECHNOLOGY</a:t>
            </a:r>
            <a:endParaRPr lang="en-US" altLang="zh-CN" dirty="0">
              <a:solidFill>
                <a:schemeClr val="bg1">
                  <a:alpha val="5000"/>
                </a:schemeClr>
              </a:solidFill>
            </a:endParaRPr>
          </a:p>
        </p:txBody>
      </p:sp>
      <p:grpSp>
        <p:nvGrpSpPr>
          <p:cNvPr id="16" name="组合 15"/>
          <p:cNvGrpSpPr/>
          <p:nvPr userDrawn="1"/>
        </p:nvGrpSpPr>
        <p:grpSpPr>
          <a:xfrm>
            <a:off x="611819" y="2031917"/>
            <a:ext cx="1732861" cy="3286784"/>
            <a:chOff x="9778366" y="1977238"/>
            <a:chExt cx="1732861" cy="3286784"/>
          </a:xfrm>
          <a:solidFill>
            <a:schemeClr val="bg1">
              <a:alpha val="5000"/>
            </a:schemeClr>
          </a:solidFill>
        </p:grpSpPr>
        <p:grpSp>
          <p:nvGrpSpPr>
            <p:cNvPr id="17" name="组合 16"/>
            <p:cNvGrpSpPr/>
            <p:nvPr/>
          </p:nvGrpSpPr>
          <p:grpSpPr>
            <a:xfrm>
              <a:off x="9778366" y="2020414"/>
              <a:ext cx="567014" cy="3193100"/>
              <a:chOff x="11305242" y="2003776"/>
              <a:chExt cx="354194" cy="1994619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1382341" y="3698614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380187" y="2628491"/>
                <a:ext cx="208353" cy="2412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8" name="组合 17"/>
            <p:cNvGrpSpPr/>
            <p:nvPr/>
          </p:nvGrpSpPr>
          <p:grpSpPr>
            <a:xfrm>
              <a:off x="10861863" y="1977238"/>
              <a:ext cx="649364" cy="3286784"/>
              <a:chOff x="10232762" y="2216649"/>
              <a:chExt cx="405635" cy="2053139"/>
            </a:xfrm>
            <a:grpFill/>
          </p:grpSpPr>
          <p:grpSp>
            <p:nvGrpSpPr>
              <p:cNvPr id="19" name="组合 18"/>
              <p:cNvGrpSpPr/>
              <p:nvPr/>
            </p:nvGrpSpPr>
            <p:grpSpPr>
              <a:xfrm>
                <a:off x="10279016" y="3306476"/>
                <a:ext cx="313128" cy="329555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10268702" y="2216649"/>
                <a:ext cx="355220" cy="448646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10332867" y="2868571"/>
                <a:ext cx="238182" cy="20533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0232762" y="3871448"/>
                <a:ext cx="405635" cy="398340"/>
                <a:chOff x="11854992" y="1994536"/>
                <a:chExt cx="405635" cy="398340"/>
              </a:xfrm>
              <a:grpFill/>
            </p:grpSpPr>
            <p:sp>
              <p:nvSpPr>
                <p:cNvPr id="23" name="Freeform 11"/>
                <p:cNvSpPr>
                  <a:spLocks noEditPoints="1"/>
                </p:cNvSpPr>
                <p:nvPr/>
              </p:nvSpPr>
              <p:spPr bwMode="auto">
                <a:xfrm>
                  <a:off x="11976099" y="1994536"/>
                  <a:ext cx="284528" cy="398340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2"/>
                <p:cNvSpPr/>
                <p:nvPr/>
              </p:nvSpPr>
              <p:spPr bwMode="auto">
                <a:xfrm>
                  <a:off x="11854992" y="2009127"/>
                  <a:ext cx="153208" cy="383749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74738" y="515429"/>
            <a:ext cx="2295327" cy="504694"/>
          </a:xfrm>
          <a:prstGeom prst="rect">
            <a:avLst/>
          </a:prstGeom>
        </p:spPr>
      </p:pic>
      <p:cxnSp>
        <p:nvCxnSpPr>
          <p:cNvPr id="42" name="直接连接符 41"/>
          <p:cNvCxnSpPr/>
          <p:nvPr userDrawn="1"/>
        </p:nvCxnSpPr>
        <p:spPr>
          <a:xfrm>
            <a:off x="2927998" y="1355988"/>
            <a:ext cx="0" cy="458984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 userDrawn="1"/>
        </p:nvCxnSpPr>
        <p:spPr>
          <a:xfrm>
            <a:off x="11522544" y="1400593"/>
            <a:ext cx="0" cy="4545237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图片 4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4600575" y="133072"/>
            <a:ext cx="6791691" cy="6535793"/>
          </a:xfrm>
          <a:prstGeom prst="rect">
            <a:avLst/>
          </a:prstGeom>
        </p:spPr>
      </p:pic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216315" y="3871615"/>
            <a:ext cx="7287114" cy="781876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zh-CN" altLang="en-US" dirty="0"/>
          </a:p>
        </p:txBody>
      </p:sp>
      <p:sp>
        <p:nvSpPr>
          <p:cNvPr id="14" name="文本占位符 12"/>
          <p:cNvSpPr>
            <a:spLocks noGrp="1"/>
          </p:cNvSpPr>
          <p:nvPr>
            <p:ph type="body" sz="quarter" idx="11" hasCustomPrompt="1"/>
          </p:nvPr>
        </p:nvSpPr>
        <p:spPr>
          <a:xfrm>
            <a:off x="1216315" y="5438453"/>
            <a:ext cx="7287114" cy="41033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zh-CN" altLang="en-US" dirty="0"/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1216315" y="4908366"/>
            <a:ext cx="7287114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zh-CN" altLang="en-US" dirty="0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 hasCustomPrompt="1"/>
          </p:nvPr>
        </p:nvSpPr>
        <p:spPr>
          <a:xfrm>
            <a:off x="1216315" y="1484311"/>
            <a:ext cx="7287114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6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en-US" altLang="zh-CN" dirty="0"/>
          </a:p>
          <a:p>
            <a:pPr lvl="0"/>
            <a:r>
              <a:rPr lang="zh-CN" altLang="en-US" dirty="0"/>
              <a:t>输入标题</a:t>
            </a:r>
            <a:endParaRPr lang="zh-CN" altLang="en-US" dirty="0"/>
          </a:p>
        </p:txBody>
      </p:sp>
      <p:sp>
        <p:nvSpPr>
          <p:cNvPr id="9" name="矩形 8"/>
          <p:cNvSpPr/>
          <p:nvPr userDrawn="1"/>
        </p:nvSpPr>
        <p:spPr>
          <a:xfrm>
            <a:off x="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667561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 userDrawn="1"/>
        </p:nvSpPr>
        <p:spPr>
          <a:xfrm>
            <a:off x="925830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888242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6" name="组合 15"/>
          <p:cNvGrpSpPr/>
          <p:nvPr userDrawn="1"/>
        </p:nvGrpSpPr>
        <p:grpSpPr>
          <a:xfrm>
            <a:off x="9832019" y="2031917"/>
            <a:ext cx="1732861" cy="3286784"/>
            <a:chOff x="9778366" y="1977238"/>
            <a:chExt cx="1732861" cy="3286784"/>
          </a:xfrm>
          <a:solidFill>
            <a:schemeClr val="bg1">
              <a:alpha val="5000"/>
            </a:schemeClr>
          </a:solidFill>
        </p:grpSpPr>
        <p:grpSp>
          <p:nvGrpSpPr>
            <p:cNvPr id="17" name="组合 16"/>
            <p:cNvGrpSpPr/>
            <p:nvPr/>
          </p:nvGrpSpPr>
          <p:grpSpPr>
            <a:xfrm>
              <a:off x="9778366" y="2020414"/>
              <a:ext cx="567014" cy="3193100"/>
              <a:chOff x="11305242" y="2003776"/>
              <a:chExt cx="354194" cy="1994619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1382341" y="3698614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380187" y="2628491"/>
                <a:ext cx="208353" cy="2412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8" name="组合 17"/>
            <p:cNvGrpSpPr/>
            <p:nvPr/>
          </p:nvGrpSpPr>
          <p:grpSpPr>
            <a:xfrm>
              <a:off x="10861863" y="1977238"/>
              <a:ext cx="649364" cy="3286784"/>
              <a:chOff x="10232762" y="2216649"/>
              <a:chExt cx="405635" cy="2053139"/>
            </a:xfrm>
            <a:grpFill/>
          </p:grpSpPr>
          <p:grpSp>
            <p:nvGrpSpPr>
              <p:cNvPr id="19" name="组合 18"/>
              <p:cNvGrpSpPr/>
              <p:nvPr/>
            </p:nvGrpSpPr>
            <p:grpSpPr>
              <a:xfrm>
                <a:off x="10279016" y="3306476"/>
                <a:ext cx="313128" cy="329555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10268702" y="2216649"/>
                <a:ext cx="355220" cy="448646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10332867" y="2868571"/>
                <a:ext cx="238182" cy="20533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0232762" y="3871448"/>
                <a:ext cx="405635" cy="398340"/>
                <a:chOff x="11854992" y="1994536"/>
                <a:chExt cx="405635" cy="398340"/>
              </a:xfrm>
              <a:grpFill/>
            </p:grpSpPr>
            <p:sp>
              <p:nvSpPr>
                <p:cNvPr id="23" name="Freeform 11"/>
                <p:cNvSpPr>
                  <a:spLocks noEditPoints="1"/>
                </p:cNvSpPr>
                <p:nvPr/>
              </p:nvSpPr>
              <p:spPr bwMode="auto">
                <a:xfrm>
                  <a:off x="11976099" y="1994536"/>
                  <a:ext cx="284528" cy="398340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2"/>
                <p:cNvSpPr/>
                <p:nvPr/>
              </p:nvSpPr>
              <p:spPr bwMode="auto">
                <a:xfrm>
                  <a:off x="11854992" y="2009127"/>
                  <a:ext cx="153208" cy="383749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41" name="文本框 40"/>
          <p:cNvSpPr txBox="1"/>
          <p:nvPr userDrawn="1"/>
        </p:nvSpPr>
        <p:spPr>
          <a:xfrm rot="16200000">
            <a:off x="-1443469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bg1">
                    <a:alpha val="5000"/>
                  </a:schemeClr>
                </a:solidFill>
              </a:rPr>
              <a:t>BEIJING INSTITUTE OF TECHNOLOGY</a:t>
            </a:r>
            <a:endParaRPr lang="en-US" altLang="zh-CN" dirty="0">
              <a:solidFill>
                <a:schemeClr val="bg1">
                  <a:alpha val="5000"/>
                </a:schemeClr>
              </a:solidFill>
            </a:endParaRP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52633" y="548450"/>
            <a:ext cx="2295327" cy="504694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666749" y="1329225"/>
            <a:ext cx="0" cy="471473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 userDrawn="1"/>
        </p:nvCxnSpPr>
        <p:spPr>
          <a:xfrm>
            <a:off x="9258300" y="1280160"/>
            <a:ext cx="0" cy="4835169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244"/>
              </a:gs>
              <a:gs pos="100000">
                <a:schemeClr val="accent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dirty="0"/>
          </a:p>
        </p:txBody>
      </p:sp>
      <p:sp>
        <p:nvSpPr>
          <p:cNvPr id="8" name="任意多边形: 形状 39"/>
          <p:cNvSpPr/>
          <p:nvPr userDrawn="1"/>
        </p:nvSpPr>
        <p:spPr>
          <a:xfrm>
            <a:off x="221886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pattFill prst="pct5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190500" sx="101000" sy="101000" algn="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: 形状 39"/>
          <p:cNvSpPr/>
          <p:nvPr userDrawn="1"/>
        </p:nvSpPr>
        <p:spPr>
          <a:xfrm>
            <a:off x="189674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A13F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任意多边形: 形状 39"/>
          <p:cNvSpPr/>
          <p:nvPr userDrawn="1"/>
        </p:nvSpPr>
        <p:spPr>
          <a:xfrm>
            <a:off x="0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sx="101000" sy="101000" algn="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任意多边形: 形状 74"/>
          <p:cNvSpPr/>
          <p:nvPr userDrawn="1"/>
        </p:nvSpPr>
        <p:spPr>
          <a:xfrm flipV="1">
            <a:off x="660400" y="3829587"/>
            <a:ext cx="6489382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-1" fmla="*/ 0 w 6415214"/>
              <a:gd name="connsiteY0-2" fmla="*/ 171407 h 262847"/>
              <a:gd name="connsiteX1-3" fmla="*/ 6415214 w 6415214"/>
              <a:gd name="connsiteY1-4" fmla="*/ 171407 h 262847"/>
              <a:gd name="connsiteX2-5" fmla="*/ 6415214 w 6415214"/>
              <a:gd name="connsiteY2-6" fmla="*/ 100390 h 262847"/>
              <a:gd name="connsiteX3-7" fmla="*/ 511261 w 6415214"/>
              <a:gd name="connsiteY3-8" fmla="*/ 100390 h 262847"/>
              <a:gd name="connsiteX4-9" fmla="*/ 229919 w 6415214"/>
              <a:gd name="connsiteY4-10" fmla="*/ 0 h 262847"/>
              <a:gd name="connsiteX5-11" fmla="*/ 229919 w 6415214"/>
              <a:gd name="connsiteY5-12" fmla="*/ 100390 h 262847"/>
              <a:gd name="connsiteX6-13" fmla="*/ 0 w 6415214"/>
              <a:gd name="connsiteY6-14" fmla="*/ 100390 h 262847"/>
              <a:gd name="connsiteX7" fmla="*/ 91440 w 6415214"/>
              <a:gd name="connsiteY7" fmla="*/ 262847 h 262847"/>
              <a:gd name="connsiteX0-15" fmla="*/ 0 w 6415214"/>
              <a:gd name="connsiteY0-16" fmla="*/ 171407 h 171407"/>
              <a:gd name="connsiteX1-17" fmla="*/ 6415214 w 6415214"/>
              <a:gd name="connsiteY1-18" fmla="*/ 171407 h 171407"/>
              <a:gd name="connsiteX2-19" fmla="*/ 6415214 w 6415214"/>
              <a:gd name="connsiteY2-20" fmla="*/ 100390 h 171407"/>
              <a:gd name="connsiteX3-21" fmla="*/ 511261 w 6415214"/>
              <a:gd name="connsiteY3-22" fmla="*/ 100390 h 171407"/>
              <a:gd name="connsiteX4-23" fmla="*/ 229919 w 6415214"/>
              <a:gd name="connsiteY4-24" fmla="*/ 0 h 171407"/>
              <a:gd name="connsiteX5-25" fmla="*/ 229919 w 6415214"/>
              <a:gd name="connsiteY5-26" fmla="*/ 100390 h 171407"/>
              <a:gd name="connsiteX6-27" fmla="*/ 0 w 6415214"/>
              <a:gd name="connsiteY6-28" fmla="*/ 100390 h 171407"/>
              <a:gd name="connsiteX0-29" fmla="*/ 0 w 6415214"/>
              <a:gd name="connsiteY0-30" fmla="*/ 171407 h 171407"/>
              <a:gd name="connsiteX1-31" fmla="*/ 6415214 w 6415214"/>
              <a:gd name="connsiteY1-32" fmla="*/ 100390 h 171407"/>
              <a:gd name="connsiteX2-33" fmla="*/ 511261 w 6415214"/>
              <a:gd name="connsiteY2-34" fmla="*/ 100390 h 171407"/>
              <a:gd name="connsiteX3-35" fmla="*/ 229919 w 6415214"/>
              <a:gd name="connsiteY3-36" fmla="*/ 0 h 171407"/>
              <a:gd name="connsiteX4-37" fmla="*/ 229919 w 6415214"/>
              <a:gd name="connsiteY4-38" fmla="*/ 100390 h 171407"/>
              <a:gd name="connsiteX5-39" fmla="*/ 0 w 6415214"/>
              <a:gd name="connsiteY5-40" fmla="*/ 100390 h 171407"/>
              <a:gd name="connsiteX0-41" fmla="*/ 6415214 w 6415214"/>
              <a:gd name="connsiteY0-42" fmla="*/ 100390 h 100390"/>
              <a:gd name="connsiteX1-43" fmla="*/ 511261 w 6415214"/>
              <a:gd name="connsiteY1-44" fmla="*/ 100390 h 100390"/>
              <a:gd name="connsiteX2-45" fmla="*/ 229919 w 6415214"/>
              <a:gd name="connsiteY2-46" fmla="*/ 0 h 100390"/>
              <a:gd name="connsiteX3-47" fmla="*/ 229919 w 6415214"/>
              <a:gd name="connsiteY3-48" fmla="*/ 100390 h 100390"/>
              <a:gd name="connsiteX4-49" fmla="*/ 0 w 6415214"/>
              <a:gd name="connsiteY4-50" fmla="*/ 100390 h 100390"/>
              <a:gd name="connsiteX0-51" fmla="*/ 6415214 w 6415214"/>
              <a:gd name="connsiteY0-52" fmla="*/ 195640 h 195640"/>
              <a:gd name="connsiteX1-53" fmla="*/ 511261 w 6415214"/>
              <a:gd name="connsiteY1-54" fmla="*/ 195640 h 195640"/>
              <a:gd name="connsiteX2-55" fmla="*/ 227538 w 6415214"/>
              <a:gd name="connsiteY2-56" fmla="*/ 0 h 195640"/>
              <a:gd name="connsiteX3-57" fmla="*/ 229919 w 6415214"/>
              <a:gd name="connsiteY3-58" fmla="*/ 195640 h 195640"/>
              <a:gd name="connsiteX4-59" fmla="*/ 0 w 6415214"/>
              <a:gd name="connsiteY4-60" fmla="*/ 195640 h 195640"/>
              <a:gd name="connsiteX0-61" fmla="*/ 6415214 w 6415214"/>
              <a:gd name="connsiteY0-62" fmla="*/ 193259 h 193259"/>
              <a:gd name="connsiteX1-63" fmla="*/ 511261 w 6415214"/>
              <a:gd name="connsiteY1-64" fmla="*/ 193259 h 193259"/>
              <a:gd name="connsiteX2-65" fmla="*/ 232301 w 6415214"/>
              <a:gd name="connsiteY2-66" fmla="*/ 0 h 193259"/>
              <a:gd name="connsiteX3-67" fmla="*/ 229919 w 6415214"/>
              <a:gd name="connsiteY3-68" fmla="*/ 193259 h 193259"/>
              <a:gd name="connsiteX4-69" fmla="*/ 0 w 6415214"/>
              <a:gd name="connsiteY4-70" fmla="*/ 193259 h 1932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标题 47"/>
          <p:cNvSpPr>
            <a:spLocks noGrp="1"/>
          </p:cNvSpPr>
          <p:nvPr>
            <p:ph type="title" hasCustomPrompt="1"/>
          </p:nvPr>
        </p:nvSpPr>
        <p:spPr>
          <a:xfrm>
            <a:off x="630418" y="2616692"/>
            <a:ext cx="7055958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  <a:endParaRPr lang="zh-CN" altLang="en-US" dirty="0"/>
          </a:p>
        </p:txBody>
      </p:sp>
      <p:sp>
        <p:nvSpPr>
          <p:cNvPr id="13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654709" y="2352090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  <a:endParaRPr lang="zh-CN" altLang="en-US" dirty="0"/>
          </a:p>
        </p:txBody>
      </p:sp>
      <p:sp>
        <p:nvSpPr>
          <p:cNvPr id="14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655638" y="4304189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  <a:endParaRPr lang="zh-CN" altLang="en-US" dirty="0"/>
          </a:p>
        </p:txBody>
      </p:sp>
      <p:sp>
        <p:nvSpPr>
          <p:cNvPr id="16" name="文本框 15"/>
          <p:cNvSpPr txBox="1"/>
          <p:nvPr userDrawn="1"/>
        </p:nvSpPr>
        <p:spPr>
          <a:xfrm>
            <a:off x="474450" y="318256"/>
            <a:ext cx="1899117" cy="792864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2400" b="1" i="0" spc="100" dirty="0">
                <a:solidFill>
                  <a:schemeClr val="accent3"/>
                </a:solidFill>
                <a:latin typeface="+mn-ea"/>
              </a:rPr>
              <a:t>◀ BIT</a:t>
            </a:r>
            <a:r>
              <a:rPr lang="en-US" altLang="zh-CN" sz="2400" b="1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2400" b="1" i="0" spc="100" dirty="0">
                <a:solidFill>
                  <a:schemeClr val="accent3"/>
                </a:solidFill>
                <a:latin typeface="+mn-ea"/>
              </a:rPr>
              <a:t>▶</a:t>
            </a:r>
            <a:endParaRPr lang="zh-CN" altLang="en-US" sz="2400" b="1" i="0" spc="100" dirty="0">
              <a:solidFill>
                <a:schemeClr val="accent3"/>
              </a:solidFill>
              <a:latin typeface="+mn-ea"/>
            </a:endParaRPr>
          </a:p>
        </p:txBody>
      </p:sp>
      <p:pic>
        <p:nvPicPr>
          <p:cNvPr id="23" name="图片 22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250894" y="-774608"/>
            <a:ext cx="7885491" cy="7588381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8250874" y="2196869"/>
            <a:ext cx="3243162" cy="2464261"/>
          </a:xfrm>
          <a:prstGeom prst="rect">
            <a:avLst/>
          </a:prstGeom>
        </p:spPr>
      </p:pic>
      <p:grpSp>
        <p:nvGrpSpPr>
          <p:cNvPr id="24" name="组合 23"/>
          <p:cNvGrpSpPr/>
          <p:nvPr userDrawn="1"/>
        </p:nvGrpSpPr>
        <p:grpSpPr>
          <a:xfrm>
            <a:off x="671368" y="6083135"/>
            <a:ext cx="2542613" cy="276499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25" name="组合 24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3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1" name="组合 4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4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4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26" name="组合 25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27" name="组合 26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3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8" name="组合 27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3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9" name="组合 28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3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0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A-矩形 7"/>
          <p:cNvSpPr/>
          <p:nvPr userDrawn="1">
            <p:custDataLst>
              <p:tags r:id="rId2"/>
            </p:custDataLst>
          </p:nvPr>
        </p:nvSpPr>
        <p:spPr>
          <a:xfrm>
            <a:off x="11373037" y="1"/>
            <a:ext cx="818963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PA-矩形 7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137938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11373037" y="0"/>
            <a:ext cx="0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图片 3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2610651" y="161103"/>
            <a:ext cx="6791691" cy="6535792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1504950"/>
            <a:ext cx="12192000" cy="38481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31" name="任意多边形: 形状 30"/>
          <p:cNvSpPr/>
          <p:nvPr userDrawn="1"/>
        </p:nvSpPr>
        <p:spPr>
          <a:xfrm flipV="1">
            <a:off x="5143364" y="3786901"/>
            <a:ext cx="6236023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-1" fmla="*/ 0 w 6415214"/>
              <a:gd name="connsiteY0-2" fmla="*/ 171407 h 262847"/>
              <a:gd name="connsiteX1-3" fmla="*/ 6415214 w 6415214"/>
              <a:gd name="connsiteY1-4" fmla="*/ 171407 h 262847"/>
              <a:gd name="connsiteX2-5" fmla="*/ 6415214 w 6415214"/>
              <a:gd name="connsiteY2-6" fmla="*/ 100390 h 262847"/>
              <a:gd name="connsiteX3-7" fmla="*/ 511261 w 6415214"/>
              <a:gd name="connsiteY3-8" fmla="*/ 100390 h 262847"/>
              <a:gd name="connsiteX4-9" fmla="*/ 229919 w 6415214"/>
              <a:gd name="connsiteY4-10" fmla="*/ 0 h 262847"/>
              <a:gd name="connsiteX5-11" fmla="*/ 229919 w 6415214"/>
              <a:gd name="connsiteY5-12" fmla="*/ 100390 h 262847"/>
              <a:gd name="connsiteX6-13" fmla="*/ 0 w 6415214"/>
              <a:gd name="connsiteY6-14" fmla="*/ 100390 h 262847"/>
              <a:gd name="connsiteX7" fmla="*/ 91440 w 6415214"/>
              <a:gd name="connsiteY7" fmla="*/ 262847 h 262847"/>
              <a:gd name="connsiteX0-15" fmla="*/ 0 w 6415214"/>
              <a:gd name="connsiteY0-16" fmla="*/ 171407 h 171407"/>
              <a:gd name="connsiteX1-17" fmla="*/ 6415214 w 6415214"/>
              <a:gd name="connsiteY1-18" fmla="*/ 171407 h 171407"/>
              <a:gd name="connsiteX2-19" fmla="*/ 6415214 w 6415214"/>
              <a:gd name="connsiteY2-20" fmla="*/ 100390 h 171407"/>
              <a:gd name="connsiteX3-21" fmla="*/ 511261 w 6415214"/>
              <a:gd name="connsiteY3-22" fmla="*/ 100390 h 171407"/>
              <a:gd name="connsiteX4-23" fmla="*/ 229919 w 6415214"/>
              <a:gd name="connsiteY4-24" fmla="*/ 0 h 171407"/>
              <a:gd name="connsiteX5-25" fmla="*/ 229919 w 6415214"/>
              <a:gd name="connsiteY5-26" fmla="*/ 100390 h 171407"/>
              <a:gd name="connsiteX6-27" fmla="*/ 0 w 6415214"/>
              <a:gd name="connsiteY6-28" fmla="*/ 100390 h 171407"/>
              <a:gd name="connsiteX0-29" fmla="*/ 0 w 6415214"/>
              <a:gd name="connsiteY0-30" fmla="*/ 171407 h 171407"/>
              <a:gd name="connsiteX1-31" fmla="*/ 6415214 w 6415214"/>
              <a:gd name="connsiteY1-32" fmla="*/ 100390 h 171407"/>
              <a:gd name="connsiteX2-33" fmla="*/ 511261 w 6415214"/>
              <a:gd name="connsiteY2-34" fmla="*/ 100390 h 171407"/>
              <a:gd name="connsiteX3-35" fmla="*/ 229919 w 6415214"/>
              <a:gd name="connsiteY3-36" fmla="*/ 0 h 171407"/>
              <a:gd name="connsiteX4-37" fmla="*/ 229919 w 6415214"/>
              <a:gd name="connsiteY4-38" fmla="*/ 100390 h 171407"/>
              <a:gd name="connsiteX5-39" fmla="*/ 0 w 6415214"/>
              <a:gd name="connsiteY5-40" fmla="*/ 100390 h 171407"/>
              <a:gd name="connsiteX0-41" fmla="*/ 6415214 w 6415214"/>
              <a:gd name="connsiteY0-42" fmla="*/ 100390 h 100390"/>
              <a:gd name="connsiteX1-43" fmla="*/ 511261 w 6415214"/>
              <a:gd name="connsiteY1-44" fmla="*/ 100390 h 100390"/>
              <a:gd name="connsiteX2-45" fmla="*/ 229919 w 6415214"/>
              <a:gd name="connsiteY2-46" fmla="*/ 0 h 100390"/>
              <a:gd name="connsiteX3-47" fmla="*/ 229919 w 6415214"/>
              <a:gd name="connsiteY3-48" fmla="*/ 100390 h 100390"/>
              <a:gd name="connsiteX4-49" fmla="*/ 0 w 6415214"/>
              <a:gd name="connsiteY4-50" fmla="*/ 100390 h 100390"/>
              <a:gd name="connsiteX0-51" fmla="*/ 6415214 w 6415214"/>
              <a:gd name="connsiteY0-52" fmla="*/ 195640 h 195640"/>
              <a:gd name="connsiteX1-53" fmla="*/ 511261 w 6415214"/>
              <a:gd name="connsiteY1-54" fmla="*/ 195640 h 195640"/>
              <a:gd name="connsiteX2-55" fmla="*/ 227538 w 6415214"/>
              <a:gd name="connsiteY2-56" fmla="*/ 0 h 195640"/>
              <a:gd name="connsiteX3-57" fmla="*/ 229919 w 6415214"/>
              <a:gd name="connsiteY3-58" fmla="*/ 195640 h 195640"/>
              <a:gd name="connsiteX4-59" fmla="*/ 0 w 6415214"/>
              <a:gd name="connsiteY4-60" fmla="*/ 195640 h 195640"/>
              <a:gd name="connsiteX0-61" fmla="*/ 6415214 w 6415214"/>
              <a:gd name="connsiteY0-62" fmla="*/ 193259 h 193259"/>
              <a:gd name="connsiteX1-63" fmla="*/ 511261 w 6415214"/>
              <a:gd name="connsiteY1-64" fmla="*/ 193259 h 193259"/>
              <a:gd name="connsiteX2-65" fmla="*/ 232301 w 6415214"/>
              <a:gd name="connsiteY2-66" fmla="*/ 0 h 193259"/>
              <a:gd name="connsiteX3-67" fmla="*/ 229919 w 6415214"/>
              <a:gd name="connsiteY3-68" fmla="*/ 193259 h 193259"/>
              <a:gd name="connsiteX4-69" fmla="*/ 0 w 6415214"/>
              <a:gd name="connsiteY4-70" fmla="*/ 193259 h 1932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48" name="标题 47"/>
          <p:cNvSpPr>
            <a:spLocks noGrp="1"/>
          </p:cNvSpPr>
          <p:nvPr>
            <p:ph type="title" hasCustomPrompt="1"/>
          </p:nvPr>
        </p:nvSpPr>
        <p:spPr>
          <a:xfrm>
            <a:off x="5113420" y="2558484"/>
            <a:ext cx="6236023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  <a:endParaRPr lang="zh-CN" altLang="en-US" dirty="0"/>
          </a:p>
        </p:txBody>
      </p:sp>
      <p:sp>
        <p:nvSpPr>
          <p:cNvPr id="60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5137014" y="2329801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  <a:endParaRPr lang="zh-CN" altLang="en-US" dirty="0"/>
          </a:p>
        </p:txBody>
      </p:sp>
      <p:sp>
        <p:nvSpPr>
          <p:cNvPr id="38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5143364" y="4198880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1111261" y="2359437"/>
            <a:ext cx="2855386" cy="216961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9" name="任意多边形: 形状 118"/>
          <p:cNvSpPr/>
          <p:nvPr userDrawn="1"/>
        </p:nvSpPr>
        <p:spPr>
          <a:xfrm rot="1916941">
            <a:off x="-628945" y="-604401"/>
            <a:ext cx="12918999" cy="10347422"/>
          </a:xfrm>
          <a:custGeom>
            <a:avLst/>
            <a:gdLst>
              <a:gd name="connsiteX0" fmla="*/ 3910821 w 12918999"/>
              <a:gd name="connsiteY0" fmla="*/ 3392979 h 10347422"/>
              <a:gd name="connsiteX1" fmla="*/ 10262073 w 12918999"/>
              <a:gd name="connsiteY1" fmla="*/ 135295 h 10347422"/>
              <a:gd name="connsiteX2" fmla="*/ 10593809 w 12918999"/>
              <a:gd name="connsiteY2" fmla="*/ 0 h 10347422"/>
              <a:gd name="connsiteX3" fmla="*/ 12918999 w 12918999"/>
              <a:gd name="connsiteY3" fmla="*/ 3728462 h 10347422"/>
              <a:gd name="connsiteX4" fmla="*/ 11966464 w 12918999"/>
              <a:gd name="connsiteY4" fmla="*/ 4224159 h 10347422"/>
              <a:gd name="connsiteX5" fmla="*/ 3050273 w 12918999"/>
              <a:gd name="connsiteY5" fmla="*/ 10050202 h 10347422"/>
              <a:gd name="connsiteX6" fmla="*/ 2678241 w 12918999"/>
              <a:gd name="connsiteY6" fmla="*/ 10347422 h 10347422"/>
              <a:gd name="connsiteX7" fmla="*/ 0 w 12918999"/>
              <a:gd name="connsiteY7" fmla="*/ 6052840 h 10347422"/>
              <a:gd name="connsiteX8" fmla="*/ 4301 w 12918999"/>
              <a:gd name="connsiteY8" fmla="*/ 6049545 h 10347422"/>
              <a:gd name="connsiteX9" fmla="*/ 3049697 w 12918999"/>
              <a:gd name="connsiteY9" fmla="*/ 3931365 h 10347422"/>
              <a:gd name="connsiteX10" fmla="*/ 3910821 w 12918999"/>
              <a:gd name="connsiteY10" fmla="*/ 3392979 h 10347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918999" h="10347422">
                <a:moveTo>
                  <a:pt x="3910821" y="3392979"/>
                </a:moveTo>
                <a:cubicBezTo>
                  <a:pt x="5934272" y="2157348"/>
                  <a:pt x="8056184" y="1066634"/>
                  <a:pt x="10262073" y="135295"/>
                </a:cubicBezTo>
                <a:lnTo>
                  <a:pt x="10593809" y="0"/>
                </a:lnTo>
                <a:lnTo>
                  <a:pt x="12918999" y="3728462"/>
                </a:lnTo>
                <a:lnTo>
                  <a:pt x="11966464" y="4224159"/>
                </a:lnTo>
                <a:cubicBezTo>
                  <a:pt x="8816355" y="5904658"/>
                  <a:pt x="5833798" y="7857148"/>
                  <a:pt x="3050273" y="10050202"/>
                </a:cubicBezTo>
                <a:lnTo>
                  <a:pt x="2678241" y="10347422"/>
                </a:lnTo>
                <a:lnTo>
                  <a:pt x="0" y="6052840"/>
                </a:lnTo>
                <a:lnTo>
                  <a:pt x="4301" y="6049545"/>
                </a:lnTo>
                <a:cubicBezTo>
                  <a:pt x="990558" y="5305797"/>
                  <a:pt x="2006380" y="4599047"/>
                  <a:pt x="3049697" y="3931365"/>
                </a:cubicBezTo>
                <a:cubicBezTo>
                  <a:pt x="3334701" y="3748973"/>
                  <a:pt x="3621756" y="3569497"/>
                  <a:pt x="3910821" y="3392979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06" name="任意多边形: 形状 105"/>
          <p:cNvSpPr/>
          <p:nvPr userDrawn="1"/>
        </p:nvSpPr>
        <p:spPr>
          <a:xfrm rot="2885786">
            <a:off x="1087929" y="-2969595"/>
            <a:ext cx="10843749" cy="12155155"/>
          </a:xfrm>
          <a:custGeom>
            <a:avLst/>
            <a:gdLst>
              <a:gd name="connsiteX0" fmla="*/ 6051751 w 10843749"/>
              <a:gd name="connsiteY0" fmla="*/ 1433305 h 12155155"/>
              <a:gd name="connsiteX1" fmla="*/ 6837805 w 10843749"/>
              <a:gd name="connsiteY1" fmla="*/ 587393 h 12155155"/>
              <a:gd name="connsiteX2" fmla="*/ 7410328 w 10843749"/>
              <a:gd name="connsiteY2" fmla="*/ 0 h 12155155"/>
              <a:gd name="connsiteX3" fmla="*/ 10843749 w 10843749"/>
              <a:gd name="connsiteY3" fmla="*/ 3081016 h 12155155"/>
              <a:gd name="connsiteX4" fmla="*/ 2700969 w 10843749"/>
              <a:gd name="connsiteY4" fmla="*/ 12155155 h 12155155"/>
              <a:gd name="connsiteX5" fmla="*/ 0 w 10843749"/>
              <a:gd name="connsiteY5" fmla="*/ 9731411 h 12155155"/>
              <a:gd name="connsiteX6" fmla="*/ 261077 w 10843749"/>
              <a:gd name="connsiteY6" fmla="*/ 9278934 h 12155155"/>
              <a:gd name="connsiteX7" fmla="*/ 6051751 w 10843749"/>
              <a:gd name="connsiteY7" fmla="*/ 1433305 h 12155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43749" h="12155155">
                <a:moveTo>
                  <a:pt x="6051751" y="1433305"/>
                </a:moveTo>
                <a:cubicBezTo>
                  <a:pt x="6310424" y="1148193"/>
                  <a:pt x="6572461" y="866201"/>
                  <a:pt x="6837805" y="587393"/>
                </a:cubicBezTo>
                <a:lnTo>
                  <a:pt x="7410328" y="0"/>
                </a:lnTo>
                <a:lnTo>
                  <a:pt x="10843749" y="3081016"/>
                </a:lnTo>
                <a:lnTo>
                  <a:pt x="2700969" y="12155155"/>
                </a:lnTo>
                <a:lnTo>
                  <a:pt x="0" y="9731411"/>
                </a:lnTo>
                <a:lnTo>
                  <a:pt x="261077" y="9278934"/>
                </a:lnTo>
                <a:cubicBezTo>
                  <a:pt x="1926385" y="6466781"/>
                  <a:pt x="3869211" y="3838947"/>
                  <a:pt x="6051751" y="1433305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8" name="任意多边形: 形状 117"/>
          <p:cNvSpPr/>
          <p:nvPr userDrawn="1"/>
        </p:nvSpPr>
        <p:spPr>
          <a:xfrm rot="1846855">
            <a:off x="-307281" y="-539696"/>
            <a:ext cx="12650822" cy="11532482"/>
          </a:xfrm>
          <a:custGeom>
            <a:avLst/>
            <a:gdLst>
              <a:gd name="connsiteX0" fmla="*/ 7956679 w 12650822"/>
              <a:gd name="connsiteY0" fmla="*/ 1195248 h 11532482"/>
              <a:gd name="connsiteX1" fmla="*/ 9978822 w 12650822"/>
              <a:gd name="connsiteY1" fmla="*/ 62012 h 11532482"/>
              <a:gd name="connsiteX2" fmla="*/ 10098991 w 12650822"/>
              <a:gd name="connsiteY2" fmla="*/ 0 h 11532482"/>
              <a:gd name="connsiteX3" fmla="*/ 12650822 w 12650822"/>
              <a:gd name="connsiteY3" fmla="*/ 4283979 h 11532482"/>
              <a:gd name="connsiteX4" fmla="*/ 12245569 w 12650822"/>
              <a:gd name="connsiteY4" fmla="*/ 4531370 h 11532482"/>
              <a:gd name="connsiteX5" fmla="*/ 3166697 w 12650822"/>
              <a:gd name="connsiteY5" fmla="*/ 11321300 h 11532482"/>
              <a:gd name="connsiteX6" fmla="*/ 2933905 w 12650822"/>
              <a:gd name="connsiteY6" fmla="*/ 11532482 h 11532482"/>
              <a:gd name="connsiteX7" fmla="*/ 1718627 w 12650822"/>
              <a:gd name="connsiteY7" fmla="*/ 9865697 h 11532482"/>
              <a:gd name="connsiteX8" fmla="*/ 0 w 12650822"/>
              <a:gd name="connsiteY8" fmla="*/ 6980488 h 11532482"/>
              <a:gd name="connsiteX9" fmla="*/ 22022 w 12650822"/>
              <a:gd name="connsiteY9" fmla="*/ 6960742 h 11532482"/>
              <a:gd name="connsiteX10" fmla="*/ 4718407 w 12650822"/>
              <a:gd name="connsiteY10" fmla="*/ 3273000 h 11532482"/>
              <a:gd name="connsiteX11" fmla="*/ 7956679 w 12650822"/>
              <a:gd name="connsiteY11" fmla="*/ 1195248 h 11532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650822" h="11532482">
                <a:moveTo>
                  <a:pt x="7956679" y="1195248"/>
                </a:moveTo>
                <a:cubicBezTo>
                  <a:pt x="8621077" y="803084"/>
                  <a:pt x="9295272" y="425195"/>
                  <a:pt x="9978822" y="62012"/>
                </a:cubicBezTo>
                <a:lnTo>
                  <a:pt x="10098991" y="0"/>
                </a:lnTo>
                <a:lnTo>
                  <a:pt x="12650822" y="4283979"/>
                </a:lnTo>
                <a:lnTo>
                  <a:pt x="12245569" y="4531370"/>
                </a:lnTo>
                <a:cubicBezTo>
                  <a:pt x="9012618" y="6531229"/>
                  <a:pt x="5974903" y="8805712"/>
                  <a:pt x="3166697" y="11321300"/>
                </a:cubicBezTo>
                <a:lnTo>
                  <a:pt x="2933905" y="11532482"/>
                </a:lnTo>
                <a:lnTo>
                  <a:pt x="1718627" y="9865697"/>
                </a:lnTo>
                <a:lnTo>
                  <a:pt x="0" y="6980488"/>
                </a:lnTo>
                <a:lnTo>
                  <a:pt x="22022" y="6960742"/>
                </a:lnTo>
                <a:cubicBezTo>
                  <a:pt x="1511041" y="5644986"/>
                  <a:pt x="3079104" y="4413194"/>
                  <a:pt x="4718407" y="3273000"/>
                </a:cubicBezTo>
                <a:cubicBezTo>
                  <a:pt x="5769244" y="2542106"/>
                  <a:pt x="6849352" y="1848853"/>
                  <a:pt x="7956679" y="1195248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3000"/>
                </a:schemeClr>
              </a:gs>
              <a:gs pos="100000">
                <a:schemeClr val="accent2">
                  <a:alpha val="18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49" name="任意多边形: 形状 83"/>
          <p:cNvSpPr/>
          <p:nvPr userDrawn="1"/>
        </p:nvSpPr>
        <p:spPr>
          <a:xfrm>
            <a:off x="-1" y="2998308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50" name="任意多边形: 形状 83"/>
          <p:cNvSpPr/>
          <p:nvPr userDrawn="1"/>
        </p:nvSpPr>
        <p:spPr>
          <a:xfrm>
            <a:off x="-2" y="3019587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102" name="任意多边形: 形状 101"/>
          <p:cNvSpPr/>
          <p:nvPr userDrawn="1"/>
        </p:nvSpPr>
        <p:spPr>
          <a:xfrm rot="2676034">
            <a:off x="-1681418" y="5021332"/>
            <a:ext cx="3362838" cy="3410056"/>
          </a:xfrm>
          <a:custGeom>
            <a:avLst/>
            <a:gdLst>
              <a:gd name="connsiteX0" fmla="*/ 0 w 3362838"/>
              <a:gd name="connsiteY0" fmla="*/ 0 h 3410056"/>
              <a:gd name="connsiteX1" fmla="*/ 3362838 w 3362838"/>
              <a:gd name="connsiteY1" fmla="*/ 3410056 h 3410056"/>
              <a:gd name="connsiteX2" fmla="*/ 3362837 w 3362838"/>
              <a:gd name="connsiteY2" fmla="*/ 3410056 h 3410056"/>
              <a:gd name="connsiteX3" fmla="*/ 0 w 3362838"/>
              <a:gd name="connsiteY3" fmla="*/ 1 h 3410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62838" h="3410056">
                <a:moveTo>
                  <a:pt x="0" y="0"/>
                </a:moveTo>
                <a:lnTo>
                  <a:pt x="3362838" y="3410056"/>
                </a:lnTo>
                <a:lnTo>
                  <a:pt x="3362837" y="3410056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4" name="任意多边形: 形状 83"/>
          <p:cNvSpPr/>
          <p:nvPr userDrawn="1"/>
        </p:nvSpPr>
        <p:spPr>
          <a:xfrm>
            <a:off x="0" y="3201986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48" name="标题 47"/>
          <p:cNvSpPr>
            <a:spLocks noGrp="1"/>
          </p:cNvSpPr>
          <p:nvPr userDrawn="1">
            <p:ph type="title" hasCustomPrompt="1"/>
          </p:nvPr>
        </p:nvSpPr>
        <p:spPr>
          <a:xfrm>
            <a:off x="515939" y="3758091"/>
            <a:ext cx="11160124" cy="132343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algn="ctr">
              <a:lnSpc>
                <a:spcPct val="100000"/>
              </a:lnSpc>
              <a:defRPr lang="zh-CN" altLang="en-US" sz="4000" b="1" spc="100" dirty="0"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北京理工大学</a:t>
            </a:r>
            <a:br>
              <a:rPr lang="zh-CN" altLang="en-US" dirty="0"/>
            </a:br>
            <a:r>
              <a:rPr lang="zh-CN" altLang="en-US" dirty="0"/>
              <a:t>毕业设计论文答辩模板</a:t>
            </a:r>
            <a:endParaRPr lang="zh-CN" altLang="en-US" dirty="0"/>
          </a:p>
        </p:txBody>
      </p:sp>
      <p:sp>
        <p:nvSpPr>
          <p:cNvPr id="38" name="文本占位符 53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063320" y="5540739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 algn="ctr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  <a:endParaRPr lang="zh-CN" altLang="en-US" dirty="0"/>
          </a:p>
        </p:txBody>
      </p:sp>
      <p:cxnSp>
        <p:nvCxnSpPr>
          <p:cNvPr id="18" name="直接连接符 17"/>
          <p:cNvCxnSpPr/>
          <p:nvPr userDrawn="1"/>
        </p:nvCxnSpPr>
        <p:spPr>
          <a:xfrm>
            <a:off x="2108522" y="5295418"/>
            <a:ext cx="797495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3866200" y="944838"/>
            <a:ext cx="4510874" cy="1262604"/>
          </a:xfrm>
          <a:prstGeom prst="rect">
            <a:avLst/>
          </a:prstGeom>
        </p:spPr>
      </p:pic>
      <p:sp>
        <p:nvSpPr>
          <p:cNvPr id="51" name="文本框 50"/>
          <p:cNvSpPr txBox="1"/>
          <p:nvPr userDrawn="1"/>
        </p:nvSpPr>
        <p:spPr>
          <a:xfrm>
            <a:off x="150844" y="608868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400" b="1" i="0" spc="100" dirty="0">
                <a:solidFill>
                  <a:schemeClr val="accent3"/>
                </a:solidFill>
                <a:latin typeface="+mn-ea"/>
                <a:ea typeface="+mn-ea"/>
              </a:rPr>
              <a:t>BIT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|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SINCE 1940</a:t>
            </a:r>
            <a:endParaRPr lang="zh-CN" altLang="en-US" sz="1400" b="1" i="0" spc="100" dirty="0">
              <a:solidFill>
                <a:schemeClr val="accent3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52" name="组合 51"/>
          <p:cNvGrpSpPr/>
          <p:nvPr userDrawn="1"/>
        </p:nvGrpSpPr>
        <p:grpSpPr>
          <a:xfrm>
            <a:off x="10083479" y="6315185"/>
            <a:ext cx="1765866" cy="192031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53" name="组合 5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91" name="组合 9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9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9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54" name="组合 5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55" name="组合 5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8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8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6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5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2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任意多边形: 形状 19"/>
          <p:cNvSpPr/>
          <p:nvPr userDrawn="1"/>
        </p:nvSpPr>
        <p:spPr>
          <a:xfrm flipH="1" flipV="1">
            <a:off x="4442085" y="3759199"/>
            <a:ext cx="3307830" cy="2335892"/>
          </a:xfrm>
          <a:custGeom>
            <a:avLst/>
            <a:gdLst>
              <a:gd name="connsiteX0" fmla="*/ 3162300 w 3162300"/>
              <a:gd name="connsiteY0" fmla="*/ 2147409 h 2147409"/>
              <a:gd name="connsiteX1" fmla="*/ 0 w 3162300"/>
              <a:gd name="connsiteY1" fmla="*/ 2147409 h 2147409"/>
              <a:gd name="connsiteX2" fmla="*/ 0 w 3162300"/>
              <a:gd name="connsiteY2" fmla="*/ 1565265 h 2147409"/>
              <a:gd name="connsiteX3" fmla="*/ 0 w 3162300"/>
              <a:gd name="connsiteY3" fmla="*/ 1544697 h 2147409"/>
              <a:gd name="connsiteX4" fmla="*/ 0 w 3162300"/>
              <a:gd name="connsiteY4" fmla="*/ 0 h 2147409"/>
              <a:gd name="connsiteX5" fmla="*/ 1585774 w 3162300"/>
              <a:gd name="connsiteY5" fmla="*/ 1112898 h 2147409"/>
              <a:gd name="connsiteX6" fmla="*/ 3162300 w 3162300"/>
              <a:gd name="connsiteY6" fmla="*/ 0 h 2147409"/>
              <a:gd name="connsiteX7" fmla="*/ 3162300 w 3162300"/>
              <a:gd name="connsiteY7" fmla="*/ 1544697 h 2147409"/>
              <a:gd name="connsiteX8" fmla="*/ 3162300 w 3162300"/>
              <a:gd name="connsiteY8" fmla="*/ 1565265 h 2147409"/>
              <a:gd name="connsiteX0-1" fmla="*/ 0 w 3162300"/>
              <a:gd name="connsiteY0-2" fmla="*/ 2147409 h 2238849"/>
              <a:gd name="connsiteX1-3" fmla="*/ 0 w 3162300"/>
              <a:gd name="connsiteY1-4" fmla="*/ 1565265 h 2238849"/>
              <a:gd name="connsiteX2-5" fmla="*/ 0 w 3162300"/>
              <a:gd name="connsiteY2-6" fmla="*/ 1544697 h 2238849"/>
              <a:gd name="connsiteX3-7" fmla="*/ 0 w 3162300"/>
              <a:gd name="connsiteY3-8" fmla="*/ 0 h 2238849"/>
              <a:gd name="connsiteX4-9" fmla="*/ 1585774 w 3162300"/>
              <a:gd name="connsiteY4-10" fmla="*/ 1112898 h 2238849"/>
              <a:gd name="connsiteX5-11" fmla="*/ 3162300 w 3162300"/>
              <a:gd name="connsiteY5-12" fmla="*/ 0 h 2238849"/>
              <a:gd name="connsiteX6-13" fmla="*/ 3162300 w 3162300"/>
              <a:gd name="connsiteY6-14" fmla="*/ 1544697 h 2238849"/>
              <a:gd name="connsiteX7-15" fmla="*/ 3162300 w 3162300"/>
              <a:gd name="connsiteY7-16" fmla="*/ 1565265 h 2238849"/>
              <a:gd name="connsiteX8-17" fmla="*/ 3162300 w 3162300"/>
              <a:gd name="connsiteY8-18" fmla="*/ 2147409 h 2238849"/>
              <a:gd name="connsiteX9" fmla="*/ 91440 w 3162300"/>
              <a:gd name="connsiteY9" fmla="*/ 2238849 h 2238849"/>
              <a:gd name="connsiteX0-19" fmla="*/ 0 w 3162300"/>
              <a:gd name="connsiteY0-20" fmla="*/ 2147409 h 2147409"/>
              <a:gd name="connsiteX1-21" fmla="*/ 0 w 3162300"/>
              <a:gd name="connsiteY1-22" fmla="*/ 1565265 h 2147409"/>
              <a:gd name="connsiteX2-23" fmla="*/ 0 w 3162300"/>
              <a:gd name="connsiteY2-24" fmla="*/ 1544697 h 2147409"/>
              <a:gd name="connsiteX3-25" fmla="*/ 0 w 3162300"/>
              <a:gd name="connsiteY3-26" fmla="*/ 0 h 2147409"/>
              <a:gd name="connsiteX4-27" fmla="*/ 1585774 w 3162300"/>
              <a:gd name="connsiteY4-28" fmla="*/ 1112898 h 2147409"/>
              <a:gd name="connsiteX5-29" fmla="*/ 3162300 w 3162300"/>
              <a:gd name="connsiteY5-30" fmla="*/ 0 h 2147409"/>
              <a:gd name="connsiteX6-31" fmla="*/ 3162300 w 3162300"/>
              <a:gd name="connsiteY6-32" fmla="*/ 1544697 h 2147409"/>
              <a:gd name="connsiteX7-33" fmla="*/ 3162300 w 3162300"/>
              <a:gd name="connsiteY7-34" fmla="*/ 1565265 h 2147409"/>
              <a:gd name="connsiteX8-35" fmla="*/ 3162300 w 3162300"/>
              <a:gd name="connsiteY8-36" fmla="*/ 2147409 h 214740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3162300" h="2147409">
                <a:moveTo>
                  <a:pt x="0" y="2147409"/>
                </a:moveTo>
                <a:lnTo>
                  <a:pt x="0" y="1565265"/>
                </a:lnTo>
                <a:lnTo>
                  <a:pt x="0" y="1544697"/>
                </a:lnTo>
                <a:lnTo>
                  <a:pt x="0" y="0"/>
                </a:lnTo>
                <a:lnTo>
                  <a:pt x="1585774" y="1112898"/>
                </a:lnTo>
                <a:lnTo>
                  <a:pt x="3162300" y="0"/>
                </a:lnTo>
                <a:lnTo>
                  <a:pt x="3162300" y="1544697"/>
                </a:lnTo>
                <a:lnTo>
                  <a:pt x="3162300" y="1565265"/>
                </a:lnTo>
                <a:lnTo>
                  <a:pt x="3162300" y="2147409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11" name="矩形 3"/>
          <p:cNvSpPr/>
          <p:nvPr userDrawn="1"/>
        </p:nvSpPr>
        <p:spPr>
          <a:xfrm>
            <a:off x="4442085" y="1015093"/>
            <a:ext cx="3307830" cy="1428368"/>
          </a:xfrm>
          <a:custGeom>
            <a:avLst/>
            <a:gdLst>
              <a:gd name="connsiteX0" fmla="*/ 0 w 3162300"/>
              <a:gd name="connsiteY0" fmla="*/ 0 h 1871961"/>
              <a:gd name="connsiteX1" fmla="*/ 3162300 w 3162300"/>
              <a:gd name="connsiteY1" fmla="*/ 0 h 1871961"/>
              <a:gd name="connsiteX2" fmla="*/ 3162300 w 3162300"/>
              <a:gd name="connsiteY2" fmla="*/ 1871961 h 1871961"/>
              <a:gd name="connsiteX3" fmla="*/ 0 w 3162300"/>
              <a:gd name="connsiteY3" fmla="*/ 1871961 h 1871961"/>
              <a:gd name="connsiteX4" fmla="*/ 0 w 3162300"/>
              <a:gd name="connsiteY4" fmla="*/ 0 h 1871961"/>
              <a:gd name="connsiteX0-1" fmla="*/ 0 w 3162300"/>
              <a:gd name="connsiteY0-2" fmla="*/ 1871961 h 1963401"/>
              <a:gd name="connsiteX1-3" fmla="*/ 0 w 3162300"/>
              <a:gd name="connsiteY1-4" fmla="*/ 0 h 1963401"/>
              <a:gd name="connsiteX2-5" fmla="*/ 3162300 w 3162300"/>
              <a:gd name="connsiteY2-6" fmla="*/ 0 h 1963401"/>
              <a:gd name="connsiteX3-7" fmla="*/ 3162300 w 3162300"/>
              <a:gd name="connsiteY3-8" fmla="*/ 1871961 h 1963401"/>
              <a:gd name="connsiteX4-9" fmla="*/ 91440 w 3162300"/>
              <a:gd name="connsiteY4-10" fmla="*/ 1963401 h 1963401"/>
              <a:gd name="connsiteX0-11" fmla="*/ 0 w 3162300"/>
              <a:gd name="connsiteY0-12" fmla="*/ 1871961 h 1871961"/>
              <a:gd name="connsiteX1-13" fmla="*/ 0 w 3162300"/>
              <a:gd name="connsiteY1-14" fmla="*/ 0 h 1871961"/>
              <a:gd name="connsiteX2-15" fmla="*/ 3162300 w 3162300"/>
              <a:gd name="connsiteY2-16" fmla="*/ 0 h 1871961"/>
              <a:gd name="connsiteX3-17" fmla="*/ 3162300 w 3162300"/>
              <a:gd name="connsiteY3-18" fmla="*/ 1871961 h 187196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162300" h="1871961">
                <a:moveTo>
                  <a:pt x="0" y="1871961"/>
                </a:moveTo>
                <a:lnTo>
                  <a:pt x="0" y="0"/>
                </a:lnTo>
                <a:lnTo>
                  <a:pt x="3162300" y="0"/>
                </a:lnTo>
                <a:lnTo>
                  <a:pt x="3162300" y="1871961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等腰三角形 11"/>
          <p:cNvSpPr/>
          <p:nvPr userDrawn="1"/>
        </p:nvSpPr>
        <p:spPr>
          <a:xfrm flipV="1">
            <a:off x="6007269" y="3832178"/>
            <a:ext cx="177462" cy="152984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974749" y="1401223"/>
            <a:ext cx="2256308" cy="63154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 l="128" r="23340"/>
          <a:stretch>
            <a:fillRect/>
          </a:stretch>
        </p:blipFill>
        <p:spPr>
          <a:xfrm>
            <a:off x="4303956" y="0"/>
            <a:ext cx="7888043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1" y="0"/>
            <a:ext cx="12192000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706026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 l="15573" r="198"/>
          <a:stretch>
            <a:fillRect/>
          </a:stretch>
        </p:blipFill>
        <p:spPr>
          <a:xfrm>
            <a:off x="0" y="0"/>
            <a:ext cx="8678174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9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7382858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4768810" y="7452"/>
            <a:ext cx="7423189" cy="6850548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2" y="0"/>
            <a:ext cx="12192001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706026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-10414" y="0"/>
            <a:ext cx="8336943" cy="686004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10414" y="0"/>
            <a:ext cx="12202413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7382858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-6352" y="0"/>
            <a:ext cx="12198351" cy="5024521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6351" y="0"/>
            <a:ext cx="12198349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0"/>
                </a:schemeClr>
              </a:gs>
              <a:gs pos="66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660400" y="4550546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7223405" y="2402693"/>
            <a:ext cx="4785100" cy="477494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4" cstate="screen"/>
          <a:srcRect l="6610" b="12305"/>
          <a:stretch>
            <a:fillRect/>
          </a:stretch>
        </p:blipFill>
        <p:spPr>
          <a:xfrm>
            <a:off x="14873" y="5340546"/>
            <a:ext cx="6018099" cy="1518363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 rotWithShape="1">
          <a:blip r:embed="rId4" cstate="screen"/>
          <a:srcRect l="6610" b="12305"/>
          <a:stretch>
            <a:fillRect/>
          </a:stretch>
        </p:blipFill>
        <p:spPr>
          <a:xfrm flipH="1">
            <a:off x="6154789" y="5340546"/>
            <a:ext cx="6018099" cy="1518363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5018002" y="2568943"/>
            <a:ext cx="2143294" cy="59991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0" y="0"/>
            <a:ext cx="12192000" cy="590249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1" y="0"/>
            <a:ext cx="12191998" cy="6858000"/>
          </a:xfrm>
          <a:prstGeom prst="rect">
            <a:avLst/>
          </a:prstGeom>
          <a:gradFill>
            <a:gsLst>
              <a:gs pos="0">
                <a:schemeClr val="bg1">
                  <a:alpha val="30000"/>
                </a:schemeClr>
              </a:gs>
              <a:gs pos="6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660400" y="4626145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V="1">
            <a:off x="14873" y="-15231"/>
            <a:ext cx="6018099" cy="1518363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 userDrawn="1"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H="1" flipV="1">
            <a:off x="6154789" y="-15231"/>
            <a:ext cx="6018099" cy="1518363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5018002" y="2577573"/>
            <a:ext cx="2143294" cy="599913"/>
          </a:xfrm>
          <a:prstGeom prst="rect">
            <a:avLst/>
          </a:prstGeom>
        </p:spPr>
      </p:pic>
      <p:grpSp>
        <p:nvGrpSpPr>
          <p:cNvPr id="17" name="组合 16"/>
          <p:cNvGrpSpPr/>
          <p:nvPr userDrawn="1"/>
        </p:nvGrpSpPr>
        <p:grpSpPr>
          <a:xfrm>
            <a:off x="3040886" y="5719548"/>
            <a:ext cx="6136451" cy="681262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9000"/>
                </a:schemeClr>
              </a:gs>
              <a:gs pos="0">
                <a:schemeClr val="bg1">
                  <a:alpha val="3000"/>
                </a:schemeClr>
              </a:gs>
            </a:gsLst>
            <a:lin ang="16200000" scaled="1"/>
            <a:tileRect/>
          </a:gradFill>
        </p:grpSpPr>
        <p:grpSp>
          <p:nvGrpSpPr>
            <p:cNvPr id="18" name="组合 17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9" name="组合 18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20" name="组合 19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3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29" y="-2924"/>
            <a:ext cx="12193057" cy="3633531"/>
          </a:xfrm>
          <a:prstGeom prst="rect">
            <a:avLst/>
          </a:prstGeom>
        </p:spPr>
      </p:pic>
      <p:sp>
        <p:nvSpPr>
          <p:cNvPr id="37" name="任意形状 36"/>
          <p:cNvSpPr/>
          <p:nvPr userDrawn="1"/>
        </p:nvSpPr>
        <p:spPr>
          <a:xfrm>
            <a:off x="-134112" y="-106934"/>
            <a:ext cx="12468264" cy="3829332"/>
          </a:xfrm>
          <a:custGeom>
            <a:avLst/>
            <a:gdLst>
              <a:gd name="connsiteX0" fmla="*/ 0 w 12192000"/>
              <a:gd name="connsiteY0" fmla="*/ 0 h 3632200"/>
              <a:gd name="connsiteX1" fmla="*/ 12192000 w 12192000"/>
              <a:gd name="connsiteY1" fmla="*/ 0 h 3632200"/>
              <a:gd name="connsiteX2" fmla="*/ 12192000 w 12192000"/>
              <a:gd name="connsiteY2" fmla="*/ 2602097 h 3632200"/>
              <a:gd name="connsiteX3" fmla="*/ 11858362 w 12192000"/>
              <a:gd name="connsiteY3" fmla="*/ 2747371 h 3632200"/>
              <a:gd name="connsiteX4" fmla="*/ 6859519 w 12192000"/>
              <a:gd name="connsiteY4" fmla="*/ 3619648 h 3632200"/>
              <a:gd name="connsiteX5" fmla="*/ 6096062 w 12192000"/>
              <a:gd name="connsiteY5" fmla="*/ 3632200 h 3632200"/>
              <a:gd name="connsiteX6" fmla="*/ 6095939 w 12192000"/>
              <a:gd name="connsiteY6" fmla="*/ 3632200 h 3632200"/>
              <a:gd name="connsiteX7" fmla="*/ 5332482 w 12192000"/>
              <a:gd name="connsiteY7" fmla="*/ 3619648 h 3632200"/>
              <a:gd name="connsiteX8" fmla="*/ 333638 w 12192000"/>
              <a:gd name="connsiteY8" fmla="*/ 2747371 h 3632200"/>
              <a:gd name="connsiteX9" fmla="*/ 0 w 12192000"/>
              <a:gd name="connsiteY9" fmla="*/ 2602097 h 363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3632200">
                <a:moveTo>
                  <a:pt x="0" y="0"/>
                </a:moveTo>
                <a:lnTo>
                  <a:pt x="12192000" y="0"/>
                </a:lnTo>
                <a:lnTo>
                  <a:pt x="12192000" y="2602097"/>
                </a:lnTo>
                <a:lnTo>
                  <a:pt x="11858362" y="2747371"/>
                </a:lnTo>
                <a:cubicBezTo>
                  <a:pt x="10640880" y="3227716"/>
                  <a:pt x="8867829" y="3553239"/>
                  <a:pt x="6859519" y="3619648"/>
                </a:cubicBezTo>
                <a:lnTo>
                  <a:pt x="6096062" y="3632200"/>
                </a:lnTo>
                <a:lnTo>
                  <a:pt x="6095939" y="3632200"/>
                </a:lnTo>
                <a:lnTo>
                  <a:pt x="5332482" y="3619648"/>
                </a:lnTo>
                <a:cubicBezTo>
                  <a:pt x="3324171" y="3553239"/>
                  <a:pt x="1551120" y="3227716"/>
                  <a:pt x="333638" y="2747371"/>
                </a:cubicBezTo>
                <a:lnTo>
                  <a:pt x="0" y="2602097"/>
                </a:lnTo>
                <a:close/>
              </a:path>
            </a:pathLst>
          </a:custGeom>
          <a:noFill/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Autofit/>
          </a:bodyPr>
          <a:lstStyle/>
          <a:p>
            <a:pPr algn="l">
              <a:lnSpc>
                <a:spcPct val="130000"/>
              </a:lnSpc>
            </a:pPr>
            <a:endParaRPr kumimoji="1" lang="zh-CN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矩形 40"/>
          <p:cNvSpPr/>
          <p:nvPr userDrawn="1"/>
        </p:nvSpPr>
        <p:spPr>
          <a:xfrm>
            <a:off x="0" y="0"/>
            <a:ext cx="12192000" cy="163286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rmAutofit fontScale="25000" lnSpcReduction="20000"/>
          </a:bodyPr>
          <a:lstStyle/>
          <a:p>
            <a:pPr algn="l">
              <a:lnSpc>
                <a:spcPct val="130000"/>
              </a:lnSpc>
            </a:pPr>
            <a:endParaRPr kumimoji="1" lang="zh-CN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502191" y="3048198"/>
            <a:ext cx="1193467" cy="1192626"/>
          </a:xfrm>
          <a:prstGeom prst="rect">
            <a:avLst/>
          </a:prstGeom>
        </p:spPr>
      </p:pic>
      <p:sp>
        <p:nvSpPr>
          <p:cNvPr id="43" name="文本框 42"/>
          <p:cNvSpPr txBox="1"/>
          <p:nvPr userDrawn="1"/>
        </p:nvSpPr>
        <p:spPr>
          <a:xfrm>
            <a:off x="150844" y="617414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400" b="1" i="0" spc="100" dirty="0">
                <a:solidFill>
                  <a:schemeClr val="accent3"/>
                </a:solidFill>
                <a:latin typeface="+mn-ea"/>
                <a:ea typeface="+mn-ea"/>
              </a:rPr>
              <a:t>BIT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|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SINCE 1940</a:t>
            </a:r>
            <a:endParaRPr lang="zh-CN" altLang="en-US" sz="1400" b="1" i="0" spc="100" dirty="0">
              <a:solidFill>
                <a:schemeClr val="accent3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44" name="组合 43"/>
          <p:cNvGrpSpPr/>
          <p:nvPr userDrawn="1"/>
        </p:nvGrpSpPr>
        <p:grpSpPr>
          <a:xfrm>
            <a:off x="10083479" y="6400645"/>
            <a:ext cx="1765866" cy="192031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45" name="组合 44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5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61" name="组合 6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6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2" name="组合 6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6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46" name="组合 45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47" name="组合 46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5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5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5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50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7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1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2" name="图片 2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222990" y="1401505"/>
            <a:ext cx="3746000" cy="104851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7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1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453730" y="4619682"/>
            <a:ext cx="3284503" cy="72219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 b="7394"/>
          <a:stretch>
            <a:fillRect/>
          </a:stretch>
        </p:blipFill>
        <p:spPr>
          <a:xfrm>
            <a:off x="-3165" y="0"/>
            <a:ext cx="12191980" cy="6858000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10" y="1"/>
            <a:ext cx="12191980" cy="6857994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  <a:lumMod val="85000"/>
                </a:schemeClr>
              </a:gs>
              <a:gs pos="50000">
                <a:schemeClr val="accent1">
                  <a:alpha val="90000"/>
                  <a:lumMod val="85000"/>
                </a:schemeClr>
              </a:gs>
              <a:gs pos="100000">
                <a:schemeClr val="accent1">
                  <a:alpha val="90000"/>
                  <a:lumMod val="8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  <a:buFontTx/>
              <a:buNone/>
            </a:pPr>
            <a:endParaRPr lang="zh-CN" altLang="en-US"/>
          </a:p>
        </p:txBody>
      </p:sp>
      <p:sp>
        <p:nvSpPr>
          <p:cNvPr id="6" name="文本占位符 10"/>
          <p:cNvSpPr>
            <a:spLocks noGrp="1"/>
          </p:cNvSpPr>
          <p:nvPr>
            <p:ph type="body" sz="quarter" idx="11" hasCustomPrompt="1"/>
          </p:nvPr>
        </p:nvSpPr>
        <p:spPr>
          <a:xfrm>
            <a:off x="1572100" y="3028371"/>
            <a:ext cx="9041450" cy="911074"/>
          </a:xfrm>
        </p:spPr>
        <p:txBody>
          <a:bodyPr/>
          <a:lstStyle>
            <a:lvl1pPr marL="0" indent="0" algn="ctr">
              <a:buFontTx/>
              <a:buNone/>
              <a:defRPr sz="48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北京理工大学毕业答辩</a:t>
            </a:r>
            <a:r>
              <a:rPr lang="en-US" altLang="zh-CN" dirty="0"/>
              <a:t>PPT</a:t>
            </a:r>
            <a:r>
              <a:rPr lang="zh-CN" altLang="en-US" dirty="0"/>
              <a:t>模板</a:t>
            </a:r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3767417" y="1018488"/>
            <a:ext cx="4650816" cy="13017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9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81566"/>
            <a:ext cx="12192000" cy="3244934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3317875"/>
            <a:ext cx="12192000" cy="3540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66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 bwMode="auto">
          <a:xfrm>
            <a:off x="9790632" y="109143"/>
            <a:ext cx="2286546" cy="29753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224285" y="-494144"/>
            <a:ext cx="3165893" cy="41243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9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2000" cy="5089582"/>
            <a:chOff x="0" y="0"/>
            <a:chExt cx="12192000" cy="5089582"/>
          </a:xfrm>
          <a:solidFill>
            <a:schemeClr val="accent1"/>
          </a:solidFill>
        </p:grpSpPr>
        <p:sp>
          <p:nvSpPr>
            <p:cNvPr id="3" name="等腰三角形 2"/>
            <p:cNvSpPr/>
            <p:nvPr/>
          </p:nvSpPr>
          <p:spPr>
            <a:xfrm flipV="1">
              <a:off x="0" y="4123423"/>
              <a:ext cx="12192000" cy="966159"/>
            </a:xfrm>
            <a:prstGeom prst="triangle">
              <a:avLst/>
            </a:prstGeom>
            <a:grpFill/>
            <a:ln>
              <a:noFill/>
            </a:ln>
            <a:effectLst>
              <a:outerShdw blurRad="76200" dist="12700" dir="5400000" sx="103000" sy="103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0" y="0"/>
              <a:ext cx="12192000" cy="412342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" name="组合 4"/>
          <p:cNvGrpSpPr/>
          <p:nvPr userDrawn="1"/>
        </p:nvGrpSpPr>
        <p:grpSpPr>
          <a:xfrm>
            <a:off x="1866428" y="1872369"/>
            <a:ext cx="8481919" cy="863927"/>
            <a:chOff x="1797415" y="1328902"/>
            <a:chExt cx="8481919" cy="863927"/>
          </a:xfrm>
        </p:grpSpPr>
        <p:grpSp>
          <p:nvGrpSpPr>
            <p:cNvPr id="6" name="组合 5"/>
            <p:cNvGrpSpPr/>
            <p:nvPr/>
          </p:nvGrpSpPr>
          <p:grpSpPr>
            <a:xfrm>
              <a:off x="6886532" y="1337094"/>
              <a:ext cx="3392802" cy="846135"/>
              <a:chOff x="10340336" y="2247899"/>
              <a:chExt cx="2724438" cy="679451"/>
            </a:xfrm>
          </p:grpSpPr>
          <p:sp>
            <p:nvSpPr>
              <p:cNvPr id="2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2" name="组合 2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solidFill>
                <a:schemeClr val="bg1"/>
              </a:solidFill>
            </p:grpSpPr>
            <p:sp>
              <p:nvSpPr>
                <p:cNvPr id="2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3" name="组合 2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solidFill>
                <a:schemeClr val="bg1"/>
              </a:solidFill>
            </p:grpSpPr>
            <p:sp>
              <p:nvSpPr>
                <p:cNvPr id="2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7" name="组合 6"/>
            <p:cNvGrpSpPr/>
            <p:nvPr/>
          </p:nvGrpSpPr>
          <p:grpSpPr>
            <a:xfrm>
              <a:off x="1797415" y="1328902"/>
              <a:ext cx="3445163" cy="863927"/>
              <a:chOff x="6738929" y="2270918"/>
              <a:chExt cx="2766486" cy="693738"/>
            </a:xfrm>
          </p:grpSpPr>
          <p:grpSp>
            <p:nvGrpSpPr>
              <p:cNvPr id="8" name="组合 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solidFill>
                <a:schemeClr val="bg1"/>
              </a:solidFill>
            </p:grpSpPr>
            <p:sp>
              <p:nvSpPr>
                <p:cNvPr id="1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" name="组合 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solidFill>
                <a:schemeClr val="bg1"/>
              </a:solidFill>
            </p:grpSpPr>
            <p:sp>
              <p:nvSpPr>
                <p:cNvPr id="1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" name="组合 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solidFill>
                <a:schemeClr val="bg1"/>
              </a:solidFill>
            </p:grpSpPr>
            <p:sp>
              <p:nvSpPr>
                <p:cNvPr id="1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目录样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567"/>
            <a:ext cx="5022689" cy="6857433"/>
          </a:xfrm>
          <a:prstGeom prst="rect">
            <a:avLst/>
          </a:prstGeom>
        </p:spPr>
      </p:pic>
      <p:sp>
        <p:nvSpPr>
          <p:cNvPr id="3" name="矩形 白1"/>
          <p:cNvSpPr/>
          <p:nvPr userDrawn="1"/>
        </p:nvSpPr>
        <p:spPr>
          <a:xfrm rot="5400000">
            <a:off x="-917658" y="918223"/>
            <a:ext cx="6858002" cy="5022690"/>
          </a:xfrm>
          <a:prstGeom prst="rect">
            <a:avLst/>
          </a:prstGeom>
          <a:gradFill flip="none" rotWithShape="1">
            <a:gsLst>
              <a:gs pos="50000">
                <a:schemeClr val="bg1">
                  <a:alpha val="50000"/>
                </a:schemeClr>
              </a:gs>
              <a:gs pos="0">
                <a:schemeClr val="bg1"/>
              </a:gs>
              <a:gs pos="100000">
                <a:srgbClr val="FFFFFF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dirty="0"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0" y="2289050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15558" b="38705"/>
          <a:stretch>
            <a:fillRect/>
          </a:stretch>
        </p:blipFill>
        <p:spPr>
          <a:xfrm>
            <a:off x="1" y="0"/>
            <a:ext cx="12192000" cy="2290219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-1" y="-7884"/>
            <a:ext cx="12192001" cy="2298103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024353" y="841210"/>
            <a:ext cx="2143294" cy="599913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-81481" y="2289050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" name="直接连接符 3"/>
          <p:cNvCxnSpPr/>
          <p:nvPr userDrawn="1"/>
        </p:nvCxnSpPr>
        <p:spPr>
          <a:xfrm>
            <a:off x="5723340" y="1294827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/>
        </p:nvCxnSpPr>
        <p:spPr>
          <a:xfrm>
            <a:off x="5723340" y="5613415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4" cstate="screen"/>
          <a:srcRect l="49471"/>
          <a:stretch>
            <a:fillRect/>
          </a:stretch>
        </p:blipFill>
        <p:spPr>
          <a:xfrm>
            <a:off x="-34506" y="163259"/>
            <a:ext cx="3298317" cy="6531481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4" cstate="screen"/>
          <a:srcRect r="49912"/>
          <a:stretch>
            <a:fillRect/>
          </a:stretch>
        </p:blipFill>
        <p:spPr>
          <a:xfrm>
            <a:off x="8928190" y="163258"/>
            <a:ext cx="3269562" cy="65314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3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 rot="16200000">
            <a:off x="-1538864" y="2653429"/>
            <a:ext cx="522963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8000" b="1" spc="50" dirty="0">
                <a:solidFill>
                  <a:schemeClr val="bg1">
                    <a:lumMod val="85000"/>
                  </a:schemeClr>
                </a:solidFill>
                <a:latin typeface="+mj-lt"/>
              </a:rPr>
              <a:t>Contents</a:t>
            </a:r>
            <a:r>
              <a:rPr lang="en-US" altLang="zh-CN" sz="4400" b="1" spc="50" dirty="0">
                <a:solidFill>
                  <a:schemeClr val="accent4"/>
                </a:solidFill>
                <a:latin typeface="+mj-lt"/>
              </a:rPr>
              <a:t>■</a:t>
            </a:r>
            <a:endParaRPr lang="zh-CN" altLang="en-US" sz="4400" b="1" spc="50" dirty="0">
              <a:solidFill>
                <a:schemeClr val="accent4"/>
              </a:solidFill>
              <a:latin typeface="+mj-lt"/>
            </a:endParaRPr>
          </a:p>
        </p:txBody>
      </p:sp>
      <p:sp>
        <p:nvSpPr>
          <p:cNvPr id="9" name="文本框 8"/>
          <p:cNvSpPr txBox="1"/>
          <p:nvPr userDrawn="1"/>
        </p:nvSpPr>
        <p:spPr>
          <a:xfrm>
            <a:off x="1116549" y="3752395"/>
            <a:ext cx="738664" cy="224676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3600" b="1" spc="600" dirty="0">
                <a:solidFill>
                  <a:schemeClr val="accent1"/>
                </a:solidFill>
              </a:rPr>
              <a:t>结构大纲</a:t>
            </a:r>
            <a:endParaRPr lang="zh-CN" altLang="en-US" sz="3600" b="1" spc="600" dirty="0">
              <a:solidFill>
                <a:schemeClr val="accent1"/>
              </a:solidFill>
            </a:endParaRPr>
          </a:p>
        </p:txBody>
      </p:sp>
      <p:sp>
        <p:nvSpPr>
          <p:cNvPr id="12" name="文本框 11"/>
          <p:cNvSpPr txBox="1"/>
          <p:nvPr userDrawn="1"/>
        </p:nvSpPr>
        <p:spPr>
          <a:xfrm>
            <a:off x="9519824" y="6600901"/>
            <a:ext cx="25234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000" spc="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BEIJING</a:t>
            </a:r>
            <a:r>
              <a:rPr lang="en-US" altLang="zh-CN" sz="1000" spc="0" baseline="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INSTITUTE OF TECHNOLOGY</a:t>
            </a:r>
            <a:endParaRPr lang="zh-CN" altLang="en-US" sz="1000" spc="0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041148" y="78493"/>
            <a:ext cx="2025400" cy="566914"/>
          </a:xfrm>
          <a:prstGeom prst="rect">
            <a:avLst/>
          </a:prstGeom>
        </p:spPr>
      </p:pic>
      <p:sp>
        <p:nvSpPr>
          <p:cNvPr id="82" name="任意多边形: 形状 59"/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83" name="图片 8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84" name="矩形 83"/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5" name="组合 84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86" name="组合 85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10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102" name="组合 10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10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10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7" name="组合 86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88" name="组合 8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9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9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9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9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3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 r="20215"/>
          <a:stretch>
            <a:fillRect/>
          </a:stretch>
        </p:blipFill>
        <p:spPr>
          <a:xfrm>
            <a:off x="6592525" y="0"/>
            <a:ext cx="5609371" cy="6765696"/>
          </a:xfrm>
          <a:prstGeom prst="rect">
            <a:avLst/>
          </a:prstGeom>
        </p:spPr>
      </p:pic>
      <p:sp>
        <p:nvSpPr>
          <p:cNvPr id="63" name="任意多边形: 形状 59"/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64" name="图片 6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65" name="矩形 64"/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6" name="组合 65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67" name="组合 66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1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2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83" name="组合 82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88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9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4" name="组合 83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85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7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8" name="组合 67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69" name="组合 68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79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0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0" name="组合 69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77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8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1" name="组合 70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74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5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6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72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 r="30571" b="46397"/>
          <a:stretch>
            <a:fillRect/>
          </a:stretch>
        </p:blipFill>
        <p:spPr>
          <a:xfrm>
            <a:off x="9019185" y="4400550"/>
            <a:ext cx="3194586" cy="24693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3" cstate="screen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4398806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63500" dir="5400000" algn="t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screen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15" name="矩形 14"/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-71956" y="4398806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图片 16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sp>
        <p:nvSpPr>
          <p:cNvPr id="18" name="矩形: 圆角 162"/>
          <p:cNvSpPr/>
          <p:nvPr userDrawn="1"/>
        </p:nvSpPr>
        <p:spPr>
          <a:xfrm>
            <a:off x="1664486" y="3107981"/>
            <a:ext cx="8945408" cy="3014890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8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9" name="矩形: 圆角 163"/>
          <p:cNvSpPr/>
          <p:nvPr userDrawn="1"/>
        </p:nvSpPr>
        <p:spPr>
          <a:xfrm>
            <a:off x="1463942" y="3222979"/>
            <a:ext cx="9346497" cy="2899892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94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0" name="矩形: 圆角 164"/>
          <p:cNvSpPr/>
          <p:nvPr userDrawn="1"/>
        </p:nvSpPr>
        <p:spPr>
          <a:xfrm>
            <a:off x="1200150" y="3365257"/>
            <a:ext cx="9791700" cy="2757614"/>
          </a:xfrm>
          <a:prstGeom prst="roundRect">
            <a:avLst>
              <a:gd name="adj" fmla="val 3205"/>
            </a:avLst>
          </a:prstGeom>
          <a:gradFill flip="none" rotWithShape="1">
            <a:gsLst>
              <a:gs pos="0">
                <a:sysClr val="window" lastClr="FFFFFF"/>
              </a:gs>
              <a:gs pos="100000">
                <a:srgbClr val="F8F8F8"/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outerShdw blurRad="317500" sx="102000" sy="102000" algn="ctr" rotWithShape="0">
              <a:sysClr val="window" lastClr="FFFFFF">
                <a:lumMod val="75000"/>
                <a:alpha val="40000"/>
              </a:sysClr>
            </a:outerShdw>
          </a:effectLst>
        </p:spPr>
        <p:txBody>
          <a:bodyPr rot="0" spcFirstLastPara="0" vertOverflow="overflow" horzOverflow="overflow" vert="horz" wrap="square" lIns="540000" tIns="72000" rIns="540000" bIns="72000" numCol="1" spcCol="0" rtlCol="0" fromWordArt="0" anchor="ctr" anchorCtr="0" forceAA="0" compatLnSpc="1">
            <a:noAutofit/>
          </a:bodyPr>
          <a:lstStyle/>
          <a:p>
            <a:pPr marL="0" marR="0" lvl="0" indent="457200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6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 l="29063" r="32938"/>
          <a:stretch>
            <a:fillRect/>
          </a:stretch>
        </p:blipFill>
        <p:spPr>
          <a:xfrm>
            <a:off x="0" y="0"/>
            <a:ext cx="3914775" cy="6857999"/>
          </a:xfrm>
          <a:prstGeom prst="rect">
            <a:avLst/>
          </a:prstGeom>
        </p:spPr>
      </p:pic>
      <p:sp>
        <p:nvSpPr>
          <p:cNvPr id="13" name="矩形 12"/>
          <p:cNvSpPr/>
          <p:nvPr userDrawn="1"/>
        </p:nvSpPr>
        <p:spPr>
          <a:xfrm>
            <a:off x="0" y="1"/>
            <a:ext cx="3914775" cy="6857999"/>
          </a:xfrm>
          <a:prstGeom prst="rect">
            <a:avLst/>
          </a:prstGeom>
          <a:solidFill>
            <a:schemeClr val="accent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/>
          <p:cNvSpPr/>
          <p:nvPr userDrawn="1"/>
        </p:nvSpPr>
        <p:spPr>
          <a:xfrm>
            <a:off x="0" y="0"/>
            <a:ext cx="3914774" cy="6858000"/>
          </a:xfrm>
          <a:prstGeom prst="rect">
            <a:avLst/>
          </a:prstGeom>
          <a:gradFill flip="none" rotWithShape="1">
            <a:gsLst>
              <a:gs pos="25000">
                <a:schemeClr val="accent1">
                  <a:alpha val="0"/>
                </a:schemeClr>
              </a:gs>
              <a:gs pos="100000">
                <a:schemeClr val="accent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3960456" y="0"/>
            <a:ext cx="0" cy="685800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组合 20"/>
          <p:cNvGrpSpPr/>
          <p:nvPr userDrawn="1"/>
        </p:nvGrpSpPr>
        <p:grpSpPr>
          <a:xfrm>
            <a:off x="3961505" y="2797003"/>
            <a:ext cx="122686" cy="1263995"/>
            <a:chOff x="4630742" y="2258287"/>
            <a:chExt cx="122686" cy="1263995"/>
          </a:xfrm>
          <a:solidFill>
            <a:schemeClr val="accent4"/>
          </a:solidFill>
        </p:grpSpPr>
        <p:sp>
          <p:nvSpPr>
            <p:cNvPr id="22" name="等腰三角形 21"/>
            <p:cNvSpPr/>
            <p:nvPr/>
          </p:nvSpPr>
          <p:spPr>
            <a:xfrm rot="5400000">
              <a:off x="4620926" y="2839164"/>
              <a:ext cx="142318" cy="122686"/>
            </a:xfrm>
            <a:prstGeom prst="triangle">
              <a:avLst/>
            </a:prstGeom>
            <a:grp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" name="直接连接符 22"/>
            <p:cNvCxnSpPr/>
            <p:nvPr/>
          </p:nvCxnSpPr>
          <p:spPr>
            <a:xfrm>
              <a:off x="4630742" y="2258287"/>
              <a:ext cx="0" cy="1263995"/>
            </a:xfrm>
            <a:prstGeom prst="line">
              <a:avLst/>
            </a:prstGeom>
            <a:grpFill/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连接符 41"/>
          <p:cNvCxnSpPr/>
          <p:nvPr userDrawn="1"/>
        </p:nvCxnSpPr>
        <p:spPr>
          <a:xfrm>
            <a:off x="1053541" y="2793542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/>
          <p:cNvSpPr/>
          <p:nvPr userDrawn="1"/>
        </p:nvSpPr>
        <p:spPr>
          <a:xfrm>
            <a:off x="846867" y="2752385"/>
            <a:ext cx="21971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/>
            <a:r>
              <a:rPr lang="zh-CN" altLang="en-US" sz="5400" spc="600" dirty="0">
                <a:solidFill>
                  <a:schemeClr val="bg1"/>
                </a:solidFill>
                <a:latin typeface="+mn-ea"/>
                <a:ea typeface="+mn-ea"/>
              </a:rPr>
              <a:t>目录</a:t>
            </a:r>
            <a:endParaRPr lang="zh-CN" altLang="en-US" sz="5400" spc="600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963806" y="3595872"/>
            <a:ext cx="190650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/>
            <a:r>
              <a:rPr lang="en-US" altLang="zh-CN" sz="2400" dirty="0">
                <a:solidFill>
                  <a:schemeClr val="bg1"/>
                </a:solidFill>
              </a:rPr>
              <a:t>CONTENTS</a:t>
            </a:r>
            <a:endParaRPr lang="en-US" altLang="zh-CN" sz="2400" dirty="0">
              <a:solidFill>
                <a:schemeClr val="bg1"/>
              </a:solidFill>
            </a:endParaRPr>
          </a:p>
        </p:txBody>
      </p:sp>
      <p:cxnSp>
        <p:nvCxnSpPr>
          <p:cNvPr id="45" name="直接连接符 44"/>
          <p:cNvCxnSpPr/>
          <p:nvPr userDrawn="1"/>
        </p:nvCxnSpPr>
        <p:spPr>
          <a:xfrm>
            <a:off x="1053541" y="4060998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64854" y="2218510"/>
            <a:ext cx="1715719" cy="480234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4" cstate="screen"/>
          <a:srcRect r="15912" b="16285"/>
          <a:stretch>
            <a:fillRect/>
          </a:stretch>
        </p:blipFill>
        <p:spPr>
          <a:xfrm>
            <a:off x="7258050" y="1942165"/>
            <a:ext cx="4949784" cy="493364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6-2">
    <p:bg>
      <p:bgPr>
        <a:gradFill>
          <a:gsLst>
            <a:gs pos="25000">
              <a:schemeClr val="accent1">
                <a:alpha val="0"/>
              </a:schemeClr>
            </a:gs>
            <a:gs pos="100000">
              <a:schemeClr val="accent1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493231"/>
            <a:ext cx="5251028" cy="5254131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6943725" y="0"/>
            <a:ext cx="5248273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/>
          <p:cNvSpPr/>
          <p:nvPr userDrawn="1"/>
        </p:nvSpPr>
        <p:spPr>
          <a:xfrm>
            <a:off x="660400" y="6054314"/>
            <a:ext cx="2014538" cy="1438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2" hasCustomPrompt="1"/>
          </p:nvPr>
        </p:nvSpPr>
        <p:spPr>
          <a:xfrm>
            <a:off x="510342" y="982400"/>
            <a:ext cx="3551237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spc="1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第几部分 ▶</a:t>
            </a:r>
            <a:endParaRPr lang="zh-CN" altLang="en-US" dirty="0"/>
          </a:p>
        </p:txBody>
      </p:sp>
      <p:sp>
        <p:nvSpPr>
          <p:cNvPr id="122" name="文本占位符 15"/>
          <p:cNvSpPr>
            <a:spLocks noGrp="1"/>
          </p:cNvSpPr>
          <p:nvPr>
            <p:ph type="body" sz="quarter" idx="13" hasCustomPrompt="1"/>
          </p:nvPr>
        </p:nvSpPr>
        <p:spPr>
          <a:xfrm>
            <a:off x="510342" y="2742089"/>
            <a:ext cx="7197752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10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请在此处添加你的标题</a:t>
            </a:r>
            <a:endParaRPr lang="zh-CN" altLang="en-US" dirty="0"/>
          </a:p>
        </p:txBody>
      </p:sp>
      <p:sp>
        <p:nvSpPr>
          <p:cNvPr id="123" name="文本占位符 15"/>
          <p:cNvSpPr>
            <a:spLocks noGrp="1"/>
          </p:cNvSpPr>
          <p:nvPr>
            <p:ph type="body" sz="quarter" idx="14" hasCustomPrompt="1"/>
          </p:nvPr>
        </p:nvSpPr>
        <p:spPr>
          <a:xfrm>
            <a:off x="561172" y="3837713"/>
            <a:ext cx="7146922" cy="152291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400" spc="100" baseline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这里可以写一点点文字，介绍此章节主要内容</a:t>
            </a:r>
            <a:endParaRPr lang="en-US" altLang="zh-CN" dirty="0"/>
          </a:p>
          <a:p>
            <a:pPr lvl="0"/>
            <a:r>
              <a:rPr lang="zh-CN" altLang="en-US" dirty="0"/>
              <a:t>国外现状</a:t>
            </a:r>
            <a:endParaRPr lang="en-US" altLang="zh-CN" dirty="0"/>
          </a:p>
          <a:p>
            <a:pPr lvl="0"/>
            <a:r>
              <a:rPr lang="zh-CN" altLang="en-US" dirty="0"/>
              <a:t>国内现状</a:t>
            </a:r>
            <a:endParaRPr lang="en-US" altLang="zh-CN" dirty="0"/>
          </a:p>
          <a:p>
            <a:pPr lvl="0"/>
            <a:r>
              <a:rPr lang="en-US" altLang="zh-CN" dirty="0"/>
              <a:t>…</a:t>
            </a:r>
            <a:endParaRPr lang="en-US" altLang="zh-CN" dirty="0"/>
          </a:p>
          <a:p>
            <a:pPr lvl="0"/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6167300"/>
            <a:ext cx="12192000" cy="6907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grpSp>
        <p:nvGrpSpPr>
          <p:cNvPr id="115" name="组合 114"/>
          <p:cNvGrpSpPr/>
          <p:nvPr userDrawn="1"/>
        </p:nvGrpSpPr>
        <p:grpSpPr>
          <a:xfrm>
            <a:off x="684666" y="6423435"/>
            <a:ext cx="1915659" cy="208321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117" name="组合 116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134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136" name="组合 135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141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2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7" name="组合 136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138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9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0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18" name="组合 117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9" name="组合 118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132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3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1" name="组合 120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30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1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4" name="组合 123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27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8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9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25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143" name="图片 14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203766" y="6386257"/>
            <a:ext cx="1257421" cy="27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2041996" y="3927615"/>
            <a:ext cx="8108006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473992" y="3927615"/>
            <a:ext cx="9244014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l="1" t="13078" r="-1" b="115"/>
          <a:stretch>
            <a:fillRect/>
          </a:stretch>
        </p:blipFill>
        <p:spPr>
          <a:xfrm>
            <a:off x="0" y="-1"/>
            <a:ext cx="12191999" cy="4362681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4346687"/>
            <a:ext cx="12192001" cy="2511313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4346687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936" y="4346687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828800" y="2524126"/>
            <a:ext cx="8494006" cy="356807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69" name="图片 68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861200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7423183" y="0"/>
            <a:ext cx="4768815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5" name="文本框 44"/>
          <p:cNvSpPr txBox="1"/>
          <p:nvPr userDrawn="1"/>
        </p:nvSpPr>
        <p:spPr>
          <a:xfrm>
            <a:off x="-2647787" y="-2281727"/>
            <a:ext cx="6031920" cy="11172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72000" dirty="0">
                <a:solidFill>
                  <a:schemeClr val="bg1">
                    <a:alpha val="40000"/>
                  </a:schemeClr>
                </a:solidFill>
              </a:rPr>
              <a:t>0</a:t>
            </a:r>
            <a:endParaRPr lang="zh-CN" altLang="en-US" sz="72000" dirty="0">
              <a:solidFill>
                <a:schemeClr val="bg1">
                  <a:alpha val="40000"/>
                </a:schemeClr>
              </a:solidFill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6870981" y="0"/>
            <a:ext cx="5321017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  <p:grpSp>
        <p:nvGrpSpPr>
          <p:cNvPr id="9" name="Group 6"/>
          <p:cNvGrpSpPr/>
          <p:nvPr userDrawn="1"/>
        </p:nvGrpSpPr>
        <p:grpSpPr bwMode="auto">
          <a:xfrm>
            <a:off x="778934" y="687917"/>
            <a:ext cx="3299884" cy="5425016"/>
            <a:chOff x="0" y="0"/>
            <a:chExt cx="2476153" cy="4069266"/>
          </a:xfrm>
          <a:solidFill>
            <a:schemeClr val="bg1">
              <a:alpha val="25000"/>
            </a:schemeClr>
          </a:solidFill>
        </p:grpSpPr>
        <p:sp>
          <p:nvSpPr>
            <p:cNvPr id="10" name="矩形 3"/>
            <p:cNvSpPr>
              <a:spLocks noChangeArrowheads="1"/>
            </p:cNvSpPr>
            <p:nvPr/>
          </p:nvSpPr>
          <p:spPr bwMode="auto">
            <a:xfrm>
              <a:off x="0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3" name="矩形 4"/>
            <p:cNvSpPr>
              <a:spLocks noChangeArrowheads="1"/>
            </p:cNvSpPr>
            <p:nvPr/>
          </p:nvSpPr>
          <p:spPr bwMode="auto">
            <a:xfrm>
              <a:off x="437624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5"/>
            <p:cNvSpPr>
              <a:spLocks noChangeArrowheads="1"/>
            </p:cNvSpPr>
            <p:nvPr/>
          </p:nvSpPr>
          <p:spPr bwMode="auto">
            <a:xfrm>
              <a:off x="875248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5" name="矩形 6"/>
            <p:cNvSpPr>
              <a:spLocks noChangeArrowheads="1"/>
            </p:cNvSpPr>
            <p:nvPr/>
          </p:nvSpPr>
          <p:spPr bwMode="auto">
            <a:xfrm>
              <a:off x="1312872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6" name="矩形 7"/>
            <p:cNvSpPr>
              <a:spLocks noChangeArrowheads="1"/>
            </p:cNvSpPr>
            <p:nvPr/>
          </p:nvSpPr>
          <p:spPr bwMode="auto">
            <a:xfrm>
              <a:off x="1750496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7" name="矩形 8"/>
            <p:cNvSpPr>
              <a:spLocks noChangeArrowheads="1"/>
            </p:cNvSpPr>
            <p:nvPr/>
          </p:nvSpPr>
          <p:spPr bwMode="auto">
            <a:xfrm>
              <a:off x="2188121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8" name="矩形 59"/>
            <p:cNvSpPr>
              <a:spLocks noChangeArrowheads="1"/>
            </p:cNvSpPr>
            <p:nvPr/>
          </p:nvSpPr>
          <p:spPr bwMode="auto">
            <a:xfrm>
              <a:off x="0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9" name="矩形 60"/>
            <p:cNvSpPr>
              <a:spLocks noChangeArrowheads="1"/>
            </p:cNvSpPr>
            <p:nvPr/>
          </p:nvSpPr>
          <p:spPr bwMode="auto">
            <a:xfrm>
              <a:off x="437624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0" name="矩形 61"/>
            <p:cNvSpPr>
              <a:spLocks noChangeArrowheads="1"/>
            </p:cNvSpPr>
            <p:nvPr/>
          </p:nvSpPr>
          <p:spPr bwMode="auto">
            <a:xfrm>
              <a:off x="875248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1" name="矩形 62"/>
            <p:cNvSpPr>
              <a:spLocks noChangeArrowheads="1"/>
            </p:cNvSpPr>
            <p:nvPr/>
          </p:nvSpPr>
          <p:spPr bwMode="auto">
            <a:xfrm>
              <a:off x="1312872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2" name="矩形 63"/>
            <p:cNvSpPr>
              <a:spLocks noChangeArrowheads="1"/>
            </p:cNvSpPr>
            <p:nvPr/>
          </p:nvSpPr>
          <p:spPr bwMode="auto">
            <a:xfrm>
              <a:off x="1750496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3" name="矩形 64"/>
            <p:cNvSpPr>
              <a:spLocks noChangeArrowheads="1"/>
            </p:cNvSpPr>
            <p:nvPr/>
          </p:nvSpPr>
          <p:spPr bwMode="auto">
            <a:xfrm>
              <a:off x="2188121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4" name="矩形 66"/>
            <p:cNvSpPr>
              <a:spLocks noChangeArrowheads="1"/>
            </p:cNvSpPr>
            <p:nvPr/>
          </p:nvSpPr>
          <p:spPr bwMode="auto">
            <a:xfrm>
              <a:off x="0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5" name="矩形 67"/>
            <p:cNvSpPr>
              <a:spLocks noChangeArrowheads="1"/>
            </p:cNvSpPr>
            <p:nvPr/>
          </p:nvSpPr>
          <p:spPr bwMode="auto">
            <a:xfrm>
              <a:off x="437624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6" name="矩形 68"/>
            <p:cNvSpPr>
              <a:spLocks noChangeArrowheads="1"/>
            </p:cNvSpPr>
            <p:nvPr/>
          </p:nvSpPr>
          <p:spPr bwMode="auto">
            <a:xfrm>
              <a:off x="875248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7" name="矩形 69"/>
            <p:cNvSpPr>
              <a:spLocks noChangeArrowheads="1"/>
            </p:cNvSpPr>
            <p:nvPr/>
          </p:nvSpPr>
          <p:spPr bwMode="auto">
            <a:xfrm>
              <a:off x="1312872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8" name="矩形 70"/>
            <p:cNvSpPr>
              <a:spLocks noChangeArrowheads="1"/>
            </p:cNvSpPr>
            <p:nvPr/>
          </p:nvSpPr>
          <p:spPr bwMode="auto">
            <a:xfrm>
              <a:off x="1750496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9" name="矩形 71"/>
            <p:cNvSpPr>
              <a:spLocks noChangeArrowheads="1"/>
            </p:cNvSpPr>
            <p:nvPr/>
          </p:nvSpPr>
          <p:spPr bwMode="auto">
            <a:xfrm>
              <a:off x="2188121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0" name="矩形 73"/>
            <p:cNvSpPr>
              <a:spLocks noChangeArrowheads="1"/>
            </p:cNvSpPr>
            <p:nvPr/>
          </p:nvSpPr>
          <p:spPr bwMode="auto">
            <a:xfrm>
              <a:off x="0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1" name="矩形 74"/>
            <p:cNvSpPr>
              <a:spLocks noChangeArrowheads="1"/>
            </p:cNvSpPr>
            <p:nvPr/>
          </p:nvSpPr>
          <p:spPr bwMode="auto">
            <a:xfrm>
              <a:off x="437624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2" name="矩形 75"/>
            <p:cNvSpPr>
              <a:spLocks noChangeArrowheads="1"/>
            </p:cNvSpPr>
            <p:nvPr/>
          </p:nvSpPr>
          <p:spPr bwMode="auto">
            <a:xfrm>
              <a:off x="875248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3" name="矩形 76"/>
            <p:cNvSpPr>
              <a:spLocks noChangeArrowheads="1"/>
            </p:cNvSpPr>
            <p:nvPr/>
          </p:nvSpPr>
          <p:spPr bwMode="auto">
            <a:xfrm>
              <a:off x="1312872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4" name="矩形 77"/>
            <p:cNvSpPr>
              <a:spLocks noChangeArrowheads="1"/>
            </p:cNvSpPr>
            <p:nvPr/>
          </p:nvSpPr>
          <p:spPr bwMode="auto">
            <a:xfrm>
              <a:off x="1750496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5" name="矩形 78"/>
            <p:cNvSpPr>
              <a:spLocks noChangeArrowheads="1"/>
            </p:cNvSpPr>
            <p:nvPr/>
          </p:nvSpPr>
          <p:spPr bwMode="auto">
            <a:xfrm>
              <a:off x="2188121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6" name="矩形 80"/>
            <p:cNvSpPr>
              <a:spLocks noChangeArrowheads="1"/>
            </p:cNvSpPr>
            <p:nvPr/>
          </p:nvSpPr>
          <p:spPr bwMode="auto">
            <a:xfrm>
              <a:off x="0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7" name="矩形 81"/>
            <p:cNvSpPr>
              <a:spLocks noChangeArrowheads="1"/>
            </p:cNvSpPr>
            <p:nvPr/>
          </p:nvSpPr>
          <p:spPr bwMode="auto">
            <a:xfrm>
              <a:off x="437624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8" name="矩形 82"/>
            <p:cNvSpPr>
              <a:spLocks noChangeArrowheads="1"/>
            </p:cNvSpPr>
            <p:nvPr/>
          </p:nvSpPr>
          <p:spPr bwMode="auto">
            <a:xfrm>
              <a:off x="875248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9" name="矩形 83"/>
            <p:cNvSpPr>
              <a:spLocks noChangeArrowheads="1"/>
            </p:cNvSpPr>
            <p:nvPr/>
          </p:nvSpPr>
          <p:spPr bwMode="auto">
            <a:xfrm>
              <a:off x="1312872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0" name="矩形 84"/>
            <p:cNvSpPr>
              <a:spLocks noChangeArrowheads="1"/>
            </p:cNvSpPr>
            <p:nvPr/>
          </p:nvSpPr>
          <p:spPr bwMode="auto">
            <a:xfrm>
              <a:off x="1750496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1" name="矩形 85"/>
            <p:cNvSpPr>
              <a:spLocks noChangeArrowheads="1"/>
            </p:cNvSpPr>
            <p:nvPr/>
          </p:nvSpPr>
          <p:spPr bwMode="auto">
            <a:xfrm>
              <a:off x="2188121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2" name="矩形 87"/>
            <p:cNvSpPr>
              <a:spLocks noChangeArrowheads="1"/>
            </p:cNvSpPr>
            <p:nvPr/>
          </p:nvSpPr>
          <p:spPr bwMode="auto">
            <a:xfrm>
              <a:off x="0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7" name="矩形 88"/>
            <p:cNvSpPr>
              <a:spLocks noChangeArrowheads="1"/>
            </p:cNvSpPr>
            <p:nvPr/>
          </p:nvSpPr>
          <p:spPr bwMode="auto">
            <a:xfrm>
              <a:off x="437624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8" name="矩形 89"/>
            <p:cNvSpPr>
              <a:spLocks noChangeArrowheads="1"/>
            </p:cNvSpPr>
            <p:nvPr/>
          </p:nvSpPr>
          <p:spPr bwMode="auto">
            <a:xfrm>
              <a:off x="875248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9" name="矩形 90"/>
            <p:cNvSpPr>
              <a:spLocks noChangeArrowheads="1"/>
            </p:cNvSpPr>
            <p:nvPr/>
          </p:nvSpPr>
          <p:spPr bwMode="auto">
            <a:xfrm>
              <a:off x="1312872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0" name="矩形 91"/>
            <p:cNvSpPr>
              <a:spLocks noChangeArrowheads="1"/>
            </p:cNvSpPr>
            <p:nvPr/>
          </p:nvSpPr>
          <p:spPr bwMode="auto">
            <a:xfrm>
              <a:off x="1750496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1" name="矩形 92"/>
            <p:cNvSpPr>
              <a:spLocks noChangeArrowheads="1"/>
            </p:cNvSpPr>
            <p:nvPr/>
          </p:nvSpPr>
          <p:spPr bwMode="auto">
            <a:xfrm>
              <a:off x="2188121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2" name="矩形 94"/>
            <p:cNvSpPr>
              <a:spLocks noChangeArrowheads="1"/>
            </p:cNvSpPr>
            <p:nvPr/>
          </p:nvSpPr>
          <p:spPr bwMode="auto">
            <a:xfrm>
              <a:off x="0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3" name="矩形 95"/>
            <p:cNvSpPr>
              <a:spLocks noChangeArrowheads="1"/>
            </p:cNvSpPr>
            <p:nvPr/>
          </p:nvSpPr>
          <p:spPr bwMode="auto">
            <a:xfrm>
              <a:off x="437624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4" name="矩形 96"/>
            <p:cNvSpPr>
              <a:spLocks noChangeArrowheads="1"/>
            </p:cNvSpPr>
            <p:nvPr/>
          </p:nvSpPr>
          <p:spPr bwMode="auto">
            <a:xfrm>
              <a:off x="875248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5" name="矩形 97"/>
            <p:cNvSpPr>
              <a:spLocks noChangeArrowheads="1"/>
            </p:cNvSpPr>
            <p:nvPr/>
          </p:nvSpPr>
          <p:spPr bwMode="auto">
            <a:xfrm>
              <a:off x="1312872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6" name="矩形 98"/>
            <p:cNvSpPr>
              <a:spLocks noChangeArrowheads="1"/>
            </p:cNvSpPr>
            <p:nvPr/>
          </p:nvSpPr>
          <p:spPr bwMode="auto">
            <a:xfrm>
              <a:off x="1750496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7" name="矩形 99"/>
            <p:cNvSpPr>
              <a:spLocks noChangeArrowheads="1"/>
            </p:cNvSpPr>
            <p:nvPr/>
          </p:nvSpPr>
          <p:spPr bwMode="auto">
            <a:xfrm>
              <a:off x="2188121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8" name="矩形 101"/>
            <p:cNvSpPr>
              <a:spLocks noChangeArrowheads="1"/>
            </p:cNvSpPr>
            <p:nvPr/>
          </p:nvSpPr>
          <p:spPr bwMode="auto">
            <a:xfrm>
              <a:off x="0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9" name="矩形 102"/>
            <p:cNvSpPr>
              <a:spLocks noChangeArrowheads="1"/>
            </p:cNvSpPr>
            <p:nvPr/>
          </p:nvSpPr>
          <p:spPr bwMode="auto">
            <a:xfrm>
              <a:off x="437624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0" name="矩形 103"/>
            <p:cNvSpPr>
              <a:spLocks noChangeArrowheads="1"/>
            </p:cNvSpPr>
            <p:nvPr/>
          </p:nvSpPr>
          <p:spPr bwMode="auto">
            <a:xfrm>
              <a:off x="875248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1" name="矩形 104"/>
            <p:cNvSpPr>
              <a:spLocks noChangeArrowheads="1"/>
            </p:cNvSpPr>
            <p:nvPr/>
          </p:nvSpPr>
          <p:spPr bwMode="auto">
            <a:xfrm>
              <a:off x="1312872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2" name="矩形 105"/>
            <p:cNvSpPr>
              <a:spLocks noChangeArrowheads="1"/>
            </p:cNvSpPr>
            <p:nvPr/>
          </p:nvSpPr>
          <p:spPr bwMode="auto">
            <a:xfrm>
              <a:off x="1750496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3" name="矩形 106"/>
            <p:cNvSpPr>
              <a:spLocks noChangeArrowheads="1"/>
            </p:cNvSpPr>
            <p:nvPr/>
          </p:nvSpPr>
          <p:spPr bwMode="auto">
            <a:xfrm>
              <a:off x="2188121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4" name="矩形 108"/>
            <p:cNvSpPr>
              <a:spLocks noChangeArrowheads="1"/>
            </p:cNvSpPr>
            <p:nvPr/>
          </p:nvSpPr>
          <p:spPr bwMode="auto">
            <a:xfrm>
              <a:off x="0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5" name="矩形 109"/>
            <p:cNvSpPr>
              <a:spLocks noChangeArrowheads="1"/>
            </p:cNvSpPr>
            <p:nvPr/>
          </p:nvSpPr>
          <p:spPr bwMode="auto">
            <a:xfrm>
              <a:off x="437624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6" name="矩形 110"/>
            <p:cNvSpPr>
              <a:spLocks noChangeArrowheads="1"/>
            </p:cNvSpPr>
            <p:nvPr/>
          </p:nvSpPr>
          <p:spPr bwMode="auto">
            <a:xfrm>
              <a:off x="875248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7" name="矩形 111"/>
            <p:cNvSpPr>
              <a:spLocks noChangeArrowheads="1"/>
            </p:cNvSpPr>
            <p:nvPr/>
          </p:nvSpPr>
          <p:spPr bwMode="auto">
            <a:xfrm>
              <a:off x="1312872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8" name="矩形 112"/>
            <p:cNvSpPr>
              <a:spLocks noChangeArrowheads="1"/>
            </p:cNvSpPr>
            <p:nvPr/>
          </p:nvSpPr>
          <p:spPr bwMode="auto">
            <a:xfrm>
              <a:off x="1750496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9" name="矩形 113"/>
            <p:cNvSpPr>
              <a:spLocks noChangeArrowheads="1"/>
            </p:cNvSpPr>
            <p:nvPr/>
          </p:nvSpPr>
          <p:spPr bwMode="auto">
            <a:xfrm>
              <a:off x="2188121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0" name="矩形 115"/>
            <p:cNvSpPr>
              <a:spLocks noChangeArrowheads="1"/>
            </p:cNvSpPr>
            <p:nvPr/>
          </p:nvSpPr>
          <p:spPr bwMode="auto">
            <a:xfrm>
              <a:off x="0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1" name="矩形 116"/>
            <p:cNvSpPr>
              <a:spLocks noChangeArrowheads="1"/>
            </p:cNvSpPr>
            <p:nvPr/>
          </p:nvSpPr>
          <p:spPr bwMode="auto">
            <a:xfrm>
              <a:off x="437624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2" name="矩形 117"/>
            <p:cNvSpPr>
              <a:spLocks noChangeArrowheads="1"/>
            </p:cNvSpPr>
            <p:nvPr/>
          </p:nvSpPr>
          <p:spPr bwMode="auto">
            <a:xfrm>
              <a:off x="875248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3" name="矩形 118"/>
            <p:cNvSpPr>
              <a:spLocks noChangeArrowheads="1"/>
            </p:cNvSpPr>
            <p:nvPr/>
          </p:nvSpPr>
          <p:spPr bwMode="auto">
            <a:xfrm>
              <a:off x="1312872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4" name="矩形 119"/>
            <p:cNvSpPr>
              <a:spLocks noChangeArrowheads="1"/>
            </p:cNvSpPr>
            <p:nvPr/>
          </p:nvSpPr>
          <p:spPr bwMode="auto">
            <a:xfrm>
              <a:off x="1750496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5" name="矩形 120"/>
            <p:cNvSpPr>
              <a:spLocks noChangeArrowheads="1"/>
            </p:cNvSpPr>
            <p:nvPr/>
          </p:nvSpPr>
          <p:spPr bwMode="auto">
            <a:xfrm>
              <a:off x="2188121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/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grpSp>
        <p:nvGrpSpPr>
          <p:cNvPr id="56" name="组合 55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33" name="组合 3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4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5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5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4" name="组合 3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35" name="组合 3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4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4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4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5" name="直接连接符 4"/>
          <p:cNvCxnSpPr/>
          <p:nvPr userDrawn="1"/>
        </p:nvCxnSpPr>
        <p:spPr>
          <a:xfrm>
            <a:off x="11155416" y="6133167"/>
            <a:ext cx="0" cy="75617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417309" y="362097"/>
            <a:ext cx="8643848" cy="5909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36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cxnSp>
        <p:nvCxnSpPr>
          <p:cNvPr id="87" name="直接连接符 86"/>
          <p:cNvCxnSpPr/>
          <p:nvPr userDrawn="1"/>
        </p:nvCxnSpPr>
        <p:spPr>
          <a:xfrm>
            <a:off x="442913" y="957831"/>
            <a:ext cx="11306175" cy="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77585" y="334397"/>
            <a:ext cx="1871503" cy="561768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447254" y="957831"/>
            <a:ext cx="7808986" cy="94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11792769" y="56260"/>
            <a:ext cx="363220" cy="3067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9pPr>
          </a:lstStyle>
          <a:p>
            <a:pPr>
              <a:defRPr/>
            </a:pPr>
            <a:fld id="{ED856349-79DF-4269-BEE4-3014BAD1A95F}" type="slidenum">
              <a:rPr lang="en-US" altLang="zh-CN" sz="1400" b="1" smtClean="0">
                <a:solidFill>
                  <a:srgbClr val="404040"/>
                </a:solidFill>
              </a:rPr>
            </a:fld>
            <a:endParaRPr lang="zh-CN" altLang="en-US" sz="1400" b="1" dirty="0">
              <a:solidFill>
                <a:srgbClr val="404040"/>
              </a:solidFill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88" name="矩形 87"/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/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平行四边形 3"/>
          <p:cNvSpPr/>
          <p:nvPr userDrawn="1"/>
        </p:nvSpPr>
        <p:spPr>
          <a:xfrm>
            <a:off x="198120" y="302341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72" name="组合 71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73" name="组合 7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89" name="组合 8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9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9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74" name="组合 7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75" name="组合 7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8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6" name="组合 7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8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7" name="组合 7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8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7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96" name="直接连接符 95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949325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/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366474" y="863157"/>
            <a:ext cx="10502238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368806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3" cstate="screen"/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0185149" y="863157"/>
            <a:ext cx="168356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749863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56" name="组合 55"/>
          <p:cNvGrpSpPr/>
          <p:nvPr userDrawn="1"/>
        </p:nvGrpSpPr>
        <p:grpSpPr>
          <a:xfrm>
            <a:off x="5227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33" name="组合 3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4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5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5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4" name="组合 3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35" name="组合 3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4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4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4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57" name="图片 56"/>
          <p:cNvPicPr>
            <a:picLocks noChangeAspect="1"/>
          </p:cNvPicPr>
          <p:nvPr userDrawn="1"/>
        </p:nvPicPr>
        <p:blipFill rotWithShape="1">
          <a:blip r:embed="rId2" cstate="screen"/>
          <a:srcRect l="-333"/>
          <a:stretch>
            <a:fillRect/>
          </a:stretch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  <p:cxnSp>
        <p:nvCxnSpPr>
          <p:cNvPr id="87" name="直接连接符 86"/>
          <p:cNvCxnSpPr/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-511603" y="253621"/>
            <a:ext cx="1221064" cy="438825"/>
            <a:chOff x="-529708" y="381991"/>
            <a:chExt cx="1221064" cy="438825"/>
          </a:xfrm>
        </p:grpSpPr>
        <p:sp>
          <p:nvSpPr>
            <p:cNvPr id="58" name="梯形 57"/>
            <p:cNvSpPr/>
            <p:nvPr userDrawn="1"/>
          </p:nvSpPr>
          <p:spPr>
            <a:xfrm rot="16200000">
              <a:off x="-107121" y="-40596"/>
              <a:ext cx="375890" cy="1221064"/>
            </a:xfrm>
            <a:prstGeom prst="trapezoid">
              <a:avLst>
                <a:gd name="adj" fmla="val 7230"/>
              </a:avLst>
            </a:prstGeom>
            <a:gradFill>
              <a:gsLst>
                <a:gs pos="100000">
                  <a:schemeClr val="accent1"/>
                </a:gs>
                <a:gs pos="0">
                  <a:schemeClr val="accent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梯形 58"/>
            <p:cNvSpPr/>
            <p:nvPr userDrawn="1"/>
          </p:nvSpPr>
          <p:spPr>
            <a:xfrm rot="16200000">
              <a:off x="-79397" y="146495"/>
              <a:ext cx="267255" cy="1058332"/>
            </a:xfrm>
            <a:prstGeom prst="trapezoid">
              <a:avLst>
                <a:gd name="adj" fmla="val 723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梯形 59"/>
            <p:cNvSpPr/>
            <p:nvPr userDrawn="1"/>
          </p:nvSpPr>
          <p:spPr>
            <a:xfrm rot="16200000">
              <a:off x="-95133" y="158023"/>
              <a:ext cx="267255" cy="1058332"/>
            </a:xfrm>
            <a:prstGeom prst="trapezoid">
              <a:avLst>
                <a:gd name="adj" fmla="val 7230"/>
              </a:avLst>
            </a:prstGeom>
            <a:gradFill flip="none" rotWithShape="1">
              <a:gsLst>
                <a:gs pos="100000">
                  <a:schemeClr val="accent4"/>
                </a:gs>
                <a:gs pos="0">
                  <a:schemeClr val="accent4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文本框 6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6" name="图片 85"/>
          <p:cNvPicPr>
            <a:picLocks noChangeAspect="1"/>
          </p:cNvPicPr>
          <p:nvPr userDrawn="1"/>
        </p:nvPicPr>
        <p:blipFill rotWithShape="1">
          <a:blip r:embed="rId2" cstate="screen"/>
          <a:srcRect l="-333"/>
          <a:stretch>
            <a:fillRect/>
          </a:stretch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/>
          <p:nvPr userDrawn="1"/>
        </p:nvSpPr>
        <p:spPr>
          <a:xfrm>
            <a:off x="442912" y="-82551"/>
            <a:ext cx="11306175" cy="9087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2490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9" name="组合 8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3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0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27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" name="组合 10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1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9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38" name="直接连接符 37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  <p:grpSp>
        <p:nvGrpSpPr>
          <p:cNvPr id="46" name="组合 45"/>
          <p:cNvGrpSpPr/>
          <p:nvPr userDrawn="1"/>
        </p:nvGrpSpPr>
        <p:grpSpPr>
          <a:xfrm>
            <a:off x="637534" y="199773"/>
            <a:ext cx="463263" cy="481001"/>
            <a:chOff x="598941" y="128599"/>
            <a:chExt cx="463263" cy="481001"/>
          </a:xfrm>
        </p:grpSpPr>
        <p:sp>
          <p:nvSpPr>
            <p:cNvPr id="45" name="矩形 44"/>
            <p:cNvSpPr/>
            <p:nvPr userDrawn="1"/>
          </p:nvSpPr>
          <p:spPr>
            <a:xfrm>
              <a:off x="701671" y="249067"/>
              <a:ext cx="360533" cy="36053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 userDrawn="1"/>
          </p:nvSpPr>
          <p:spPr>
            <a:xfrm>
              <a:off x="701671" y="247801"/>
              <a:ext cx="275115" cy="2565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/>
            <p:cNvSpPr/>
            <p:nvPr userDrawn="1"/>
          </p:nvSpPr>
          <p:spPr>
            <a:xfrm>
              <a:off x="598941" y="128599"/>
              <a:ext cx="360533" cy="3605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 userDrawn="1"/>
        </p:nvSpPr>
        <p:spPr>
          <a:xfrm>
            <a:off x="9402184" y="-82800"/>
            <a:ext cx="2346903" cy="9072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/>
          <p:cNvSpPr/>
          <p:nvPr userDrawn="1"/>
        </p:nvSpPr>
        <p:spPr>
          <a:xfrm>
            <a:off x="9402184" y="0"/>
            <a:ext cx="2346904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9" name="图片 3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平行四边形 1"/>
          <p:cNvSpPr/>
          <p:nvPr userDrawn="1"/>
        </p:nvSpPr>
        <p:spPr>
          <a:xfrm>
            <a:off x="658714" y="482300"/>
            <a:ext cx="748201" cy="484094"/>
          </a:xfrm>
          <a:prstGeom prst="parallelogram">
            <a:avLst>
              <a:gd name="adj" fmla="val 71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/>
          <p:cNvSpPr/>
          <p:nvPr userDrawn="1"/>
        </p:nvSpPr>
        <p:spPr>
          <a:xfrm>
            <a:off x="442912" y="-82800"/>
            <a:ext cx="11306175" cy="846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1855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9" name="组合 8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3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0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27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" name="组合 10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1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9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38" name="直接连接符 37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  <p:sp>
        <p:nvSpPr>
          <p:cNvPr id="43" name="矩形 42"/>
          <p:cNvSpPr/>
          <p:nvPr userDrawn="1"/>
        </p:nvSpPr>
        <p:spPr>
          <a:xfrm>
            <a:off x="648385" y="0"/>
            <a:ext cx="413819" cy="966395"/>
          </a:xfrm>
          <a:prstGeom prst="rect">
            <a:avLst/>
          </a:prstGeom>
          <a:ln>
            <a:noFill/>
          </a:ln>
          <a:effectLst>
            <a:outerShdw blurRad="127000" dist="25400" dir="5400000" sx="102000" sy="102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med"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9385300" y="-82550"/>
            <a:ext cx="2363787" cy="8452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385300" y="0"/>
            <a:ext cx="2363788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318632" y="0"/>
            <a:ext cx="11550080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/>
          </p:nvPr>
        </p:nvSpPr>
        <p:spPr>
          <a:xfrm>
            <a:off x="541539" y="247495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13" name="组合 12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14" name="组合 13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8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0" name="组合 29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5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1" name="组合 30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2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3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4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5" name="组合 14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6" name="组合 15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6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7" name="组合 16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4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1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9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1144922" y="6188075"/>
            <a:ext cx="72379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488246" y="0"/>
            <a:ext cx="2380466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>
      <p:transition spd="slow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4214818"/>
            <a:ext cx="8534400" cy="142398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11049000" y="6492876"/>
            <a:ext cx="1143000" cy="365125"/>
          </a:xfr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solidFill>
                  <a:prstClr val="black"/>
                </a:solidFill>
                <a:latin typeface="+mn-lt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91EDFD1-D3AB-4518-98BC-E386A1BB9611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itchFamily="2" charset="-122"/>
              <a:cs typeface="+mn-cs"/>
            </a:endParaRPr>
          </a:p>
        </p:txBody>
      </p:sp>
      <p:sp>
        <p:nvSpPr>
          <p:cNvPr id="5" name="TextBox 11"/>
          <p:cNvSpPr txBox="1">
            <a:spLocks noChangeArrowheads="1"/>
          </p:cNvSpPr>
          <p:nvPr userDrawn="1"/>
        </p:nvSpPr>
        <p:spPr bwMode="auto">
          <a:xfrm>
            <a:off x="11620500" y="116632"/>
            <a:ext cx="363220" cy="3067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9pPr>
          </a:lstStyle>
          <a:p>
            <a:pPr>
              <a:defRPr/>
            </a:pPr>
            <a:fld id="{ED856349-79DF-4269-BEE4-3014BAD1A95F}" type="slidenum">
              <a:rPr lang="en-US" altLang="zh-CN" sz="1400" b="1" smtClean="0">
                <a:solidFill>
                  <a:srgbClr val="404040"/>
                </a:solidFill>
              </a:rPr>
            </a:fld>
            <a:endParaRPr lang="zh-CN" altLang="en-US" sz="1400" b="1" dirty="0">
              <a:solidFill>
                <a:srgbClr val="404040"/>
              </a:solidFill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椭圆 88"/>
          <p:cNvSpPr/>
          <p:nvPr userDrawn="1"/>
        </p:nvSpPr>
        <p:spPr>
          <a:xfrm>
            <a:off x="-3625080" y="-1541834"/>
            <a:ext cx="8697505" cy="9941668"/>
          </a:xfrm>
          <a:prstGeom prst="ellipse">
            <a:avLst/>
          </a:prstGeom>
          <a:solidFill>
            <a:schemeClr val="accent4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88" name="椭圆 87"/>
          <p:cNvSpPr/>
          <p:nvPr userDrawn="1"/>
        </p:nvSpPr>
        <p:spPr>
          <a:xfrm>
            <a:off x="-3999568" y="-1541834"/>
            <a:ext cx="8697505" cy="9941668"/>
          </a:xfrm>
          <a:prstGeom prst="ellipse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dirty="0"/>
          </a:p>
        </p:txBody>
      </p:sp>
      <p:pic>
        <p:nvPicPr>
          <p:cNvPr id="87" name="图片 8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809587" y="1"/>
            <a:ext cx="5507524" cy="6857999"/>
          </a:xfrm>
          <a:custGeom>
            <a:avLst/>
            <a:gdLst>
              <a:gd name="connsiteX0" fmla="*/ 0 w 5919101"/>
              <a:gd name="connsiteY0" fmla="*/ 0 h 6858000"/>
              <a:gd name="connsiteX1" fmla="*/ 4714485 w 5919101"/>
              <a:gd name="connsiteY1" fmla="*/ 0 h 6858000"/>
              <a:gd name="connsiteX2" fmla="*/ 4786974 w 5919101"/>
              <a:gd name="connsiteY2" fmla="*/ 86723 h 6858000"/>
              <a:gd name="connsiteX3" fmla="*/ 5919101 w 5919101"/>
              <a:gd name="connsiteY3" fmla="*/ 3429000 h 6858000"/>
              <a:gd name="connsiteX4" fmla="*/ 4786974 w 5919101"/>
              <a:gd name="connsiteY4" fmla="*/ 6771277 h 6858000"/>
              <a:gd name="connsiteX5" fmla="*/ 4714485 w 5919101"/>
              <a:gd name="connsiteY5" fmla="*/ 6858000 h 6858000"/>
              <a:gd name="connsiteX6" fmla="*/ 0 w 591910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19101" h="6858000">
                <a:moveTo>
                  <a:pt x="0" y="0"/>
                </a:moveTo>
                <a:lnTo>
                  <a:pt x="4714485" y="0"/>
                </a:lnTo>
                <a:lnTo>
                  <a:pt x="4786974" y="86723"/>
                </a:lnTo>
                <a:cubicBezTo>
                  <a:pt x="5490384" y="969480"/>
                  <a:pt x="5919101" y="2142133"/>
                  <a:pt x="5919101" y="3429000"/>
                </a:cubicBezTo>
                <a:cubicBezTo>
                  <a:pt x="5919101" y="4715867"/>
                  <a:pt x="5490384" y="5888521"/>
                  <a:pt x="4786974" y="6771277"/>
                </a:cubicBezTo>
                <a:lnTo>
                  <a:pt x="4714485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86" name="椭圆 85"/>
          <p:cNvSpPr/>
          <p:nvPr userDrawn="1"/>
        </p:nvSpPr>
        <p:spPr>
          <a:xfrm>
            <a:off x="-3913112" y="-1570588"/>
            <a:ext cx="8697505" cy="9941668"/>
          </a:xfrm>
          <a:prstGeom prst="ellipse">
            <a:avLst/>
          </a:prstGeom>
          <a:solidFill>
            <a:schemeClr val="accent1">
              <a:alpha val="88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056440" y="167430"/>
            <a:ext cx="1871503" cy="5617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 cstate="screen"/>
          <a:srcRect r="25963"/>
          <a:stretch>
            <a:fillRect/>
          </a:stretch>
        </p:blipFill>
        <p:spPr>
          <a:xfrm>
            <a:off x="7191376" y="133072"/>
            <a:ext cx="5028334" cy="653579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3549208" y="3871615"/>
            <a:ext cx="7287114" cy="781876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zh-CN" altLang="en-US" dirty="0"/>
          </a:p>
        </p:txBody>
      </p:sp>
      <p:sp>
        <p:nvSpPr>
          <p:cNvPr id="14" name="文本占位符 12"/>
          <p:cNvSpPr>
            <a:spLocks noGrp="1"/>
          </p:cNvSpPr>
          <p:nvPr>
            <p:ph type="body" sz="quarter" idx="11" hasCustomPrompt="1"/>
          </p:nvPr>
        </p:nvSpPr>
        <p:spPr>
          <a:xfrm>
            <a:off x="3549208" y="5438453"/>
            <a:ext cx="7287114" cy="41033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zh-CN" altLang="en-US" dirty="0"/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3549208" y="4908366"/>
            <a:ext cx="7287114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zh-CN" altLang="en-US" dirty="0"/>
          </a:p>
        </p:txBody>
      </p:sp>
      <p:sp>
        <p:nvSpPr>
          <p:cNvPr id="8" name="矩形 7"/>
          <p:cNvSpPr/>
          <p:nvPr userDrawn="1"/>
        </p:nvSpPr>
        <p:spPr>
          <a:xfrm>
            <a:off x="1152525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 hasCustomPrompt="1"/>
          </p:nvPr>
        </p:nvSpPr>
        <p:spPr>
          <a:xfrm>
            <a:off x="3549208" y="1484311"/>
            <a:ext cx="7287114" cy="2386807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6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单击此处</a:t>
            </a:r>
            <a:endParaRPr lang="en-US" altLang="zh-CN" dirty="0"/>
          </a:p>
          <a:p>
            <a:pPr lvl="0"/>
            <a:r>
              <a:rPr lang="zh-CN" altLang="en-US" dirty="0"/>
              <a:t>输入大标题</a:t>
            </a:r>
            <a:endParaRPr lang="zh-CN" altLang="en-US" dirty="0"/>
          </a:p>
        </p:txBody>
      </p:sp>
      <p:sp>
        <p:nvSpPr>
          <p:cNvPr id="9" name="矩形 8"/>
          <p:cNvSpPr/>
          <p:nvPr userDrawn="1"/>
        </p:nvSpPr>
        <p:spPr>
          <a:xfrm>
            <a:off x="292799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11121340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 userDrawn="1"/>
        </p:nvSpPr>
        <p:spPr>
          <a:xfrm rot="16200000">
            <a:off x="10462781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bg1">
                    <a:alpha val="5000"/>
                  </a:schemeClr>
                </a:solidFill>
              </a:rPr>
              <a:t>BEIJING INSTITUTE OF TECHNOLOGY</a:t>
            </a:r>
            <a:endParaRPr lang="en-US" altLang="zh-CN" dirty="0">
              <a:solidFill>
                <a:schemeClr val="bg1">
                  <a:alpha val="5000"/>
                </a:schemeClr>
              </a:solidFill>
            </a:endParaRPr>
          </a:p>
        </p:txBody>
      </p:sp>
      <p:grpSp>
        <p:nvGrpSpPr>
          <p:cNvPr id="16" name="组合 15"/>
          <p:cNvGrpSpPr/>
          <p:nvPr userDrawn="1"/>
        </p:nvGrpSpPr>
        <p:grpSpPr>
          <a:xfrm>
            <a:off x="611819" y="2031917"/>
            <a:ext cx="1732861" cy="3286784"/>
            <a:chOff x="9778366" y="1977238"/>
            <a:chExt cx="1732861" cy="3286784"/>
          </a:xfrm>
          <a:solidFill>
            <a:schemeClr val="bg1">
              <a:alpha val="5000"/>
            </a:schemeClr>
          </a:solidFill>
        </p:grpSpPr>
        <p:grpSp>
          <p:nvGrpSpPr>
            <p:cNvPr id="17" name="组合 16"/>
            <p:cNvGrpSpPr/>
            <p:nvPr/>
          </p:nvGrpSpPr>
          <p:grpSpPr>
            <a:xfrm>
              <a:off x="9778366" y="2020414"/>
              <a:ext cx="567014" cy="3193100"/>
              <a:chOff x="11305242" y="2003776"/>
              <a:chExt cx="354194" cy="1994619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1382341" y="3698614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380187" y="2628491"/>
                <a:ext cx="208353" cy="2412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8" name="组合 17"/>
            <p:cNvGrpSpPr/>
            <p:nvPr/>
          </p:nvGrpSpPr>
          <p:grpSpPr>
            <a:xfrm>
              <a:off x="10861863" y="1977238"/>
              <a:ext cx="649364" cy="3286784"/>
              <a:chOff x="10232762" y="2216649"/>
              <a:chExt cx="405635" cy="2053139"/>
            </a:xfrm>
            <a:grpFill/>
          </p:grpSpPr>
          <p:grpSp>
            <p:nvGrpSpPr>
              <p:cNvPr id="19" name="组合 18"/>
              <p:cNvGrpSpPr/>
              <p:nvPr/>
            </p:nvGrpSpPr>
            <p:grpSpPr>
              <a:xfrm>
                <a:off x="10279016" y="3306476"/>
                <a:ext cx="313128" cy="329555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10268702" y="2216649"/>
                <a:ext cx="355220" cy="448646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10332867" y="2868571"/>
                <a:ext cx="238182" cy="20533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0232762" y="3871448"/>
                <a:ext cx="405635" cy="398340"/>
                <a:chOff x="11854992" y="1994536"/>
                <a:chExt cx="405635" cy="398340"/>
              </a:xfrm>
              <a:grpFill/>
            </p:grpSpPr>
            <p:sp>
              <p:nvSpPr>
                <p:cNvPr id="23" name="Freeform 11"/>
                <p:cNvSpPr>
                  <a:spLocks noEditPoints="1"/>
                </p:cNvSpPr>
                <p:nvPr/>
              </p:nvSpPr>
              <p:spPr bwMode="auto">
                <a:xfrm>
                  <a:off x="11976099" y="1994536"/>
                  <a:ext cx="284528" cy="398340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2"/>
                <p:cNvSpPr/>
                <p:nvPr/>
              </p:nvSpPr>
              <p:spPr bwMode="auto">
                <a:xfrm>
                  <a:off x="11854992" y="2009127"/>
                  <a:ext cx="153208" cy="383749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74738" y="515429"/>
            <a:ext cx="2295327" cy="504694"/>
          </a:xfrm>
          <a:prstGeom prst="rect">
            <a:avLst/>
          </a:prstGeom>
        </p:spPr>
      </p:pic>
      <p:cxnSp>
        <p:nvCxnSpPr>
          <p:cNvPr id="42" name="直接连接符 41"/>
          <p:cNvCxnSpPr/>
          <p:nvPr userDrawn="1"/>
        </p:nvCxnSpPr>
        <p:spPr>
          <a:xfrm>
            <a:off x="2927998" y="1355988"/>
            <a:ext cx="0" cy="458984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 userDrawn="1"/>
        </p:nvCxnSpPr>
        <p:spPr>
          <a:xfrm>
            <a:off x="11522544" y="1400593"/>
            <a:ext cx="0" cy="4545237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图片 4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4600575" y="133072"/>
            <a:ext cx="6791691" cy="6535793"/>
          </a:xfrm>
          <a:prstGeom prst="rect">
            <a:avLst/>
          </a:prstGeom>
        </p:spPr>
      </p:pic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216315" y="3871615"/>
            <a:ext cx="7287114" cy="781876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zh-CN" altLang="en-US" dirty="0"/>
          </a:p>
        </p:txBody>
      </p:sp>
      <p:sp>
        <p:nvSpPr>
          <p:cNvPr id="14" name="文本占位符 12"/>
          <p:cNvSpPr>
            <a:spLocks noGrp="1"/>
          </p:cNvSpPr>
          <p:nvPr>
            <p:ph type="body" sz="quarter" idx="11" hasCustomPrompt="1"/>
          </p:nvPr>
        </p:nvSpPr>
        <p:spPr>
          <a:xfrm>
            <a:off x="1216315" y="5438453"/>
            <a:ext cx="7287114" cy="41033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zh-CN" altLang="en-US" dirty="0"/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1216315" y="4908366"/>
            <a:ext cx="7287114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zh-CN" altLang="en-US" dirty="0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 hasCustomPrompt="1"/>
          </p:nvPr>
        </p:nvSpPr>
        <p:spPr>
          <a:xfrm>
            <a:off x="1216315" y="1484311"/>
            <a:ext cx="7287114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6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en-US" altLang="zh-CN" dirty="0"/>
          </a:p>
          <a:p>
            <a:pPr lvl="0"/>
            <a:r>
              <a:rPr lang="zh-CN" altLang="en-US" dirty="0"/>
              <a:t>输入标题</a:t>
            </a:r>
            <a:endParaRPr lang="zh-CN" altLang="en-US" dirty="0"/>
          </a:p>
        </p:txBody>
      </p:sp>
      <p:sp>
        <p:nvSpPr>
          <p:cNvPr id="9" name="矩形 8"/>
          <p:cNvSpPr/>
          <p:nvPr userDrawn="1"/>
        </p:nvSpPr>
        <p:spPr>
          <a:xfrm>
            <a:off x="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667561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 userDrawn="1"/>
        </p:nvSpPr>
        <p:spPr>
          <a:xfrm>
            <a:off x="925830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888242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6" name="组合 15"/>
          <p:cNvGrpSpPr/>
          <p:nvPr userDrawn="1"/>
        </p:nvGrpSpPr>
        <p:grpSpPr>
          <a:xfrm>
            <a:off x="9832019" y="2031917"/>
            <a:ext cx="1732861" cy="3286784"/>
            <a:chOff x="9778366" y="1977238"/>
            <a:chExt cx="1732861" cy="3286784"/>
          </a:xfrm>
          <a:solidFill>
            <a:schemeClr val="bg1">
              <a:alpha val="5000"/>
            </a:schemeClr>
          </a:solidFill>
        </p:grpSpPr>
        <p:grpSp>
          <p:nvGrpSpPr>
            <p:cNvPr id="17" name="组合 16"/>
            <p:cNvGrpSpPr/>
            <p:nvPr/>
          </p:nvGrpSpPr>
          <p:grpSpPr>
            <a:xfrm>
              <a:off x="9778366" y="2020414"/>
              <a:ext cx="567014" cy="3193100"/>
              <a:chOff x="11305242" y="2003776"/>
              <a:chExt cx="354194" cy="1994619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1382341" y="3698614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380187" y="2628491"/>
                <a:ext cx="208353" cy="2412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8" name="组合 17"/>
            <p:cNvGrpSpPr/>
            <p:nvPr/>
          </p:nvGrpSpPr>
          <p:grpSpPr>
            <a:xfrm>
              <a:off x="10861863" y="1977238"/>
              <a:ext cx="649364" cy="3286784"/>
              <a:chOff x="10232762" y="2216649"/>
              <a:chExt cx="405635" cy="2053139"/>
            </a:xfrm>
            <a:grpFill/>
          </p:grpSpPr>
          <p:grpSp>
            <p:nvGrpSpPr>
              <p:cNvPr id="19" name="组合 18"/>
              <p:cNvGrpSpPr/>
              <p:nvPr/>
            </p:nvGrpSpPr>
            <p:grpSpPr>
              <a:xfrm>
                <a:off x="10279016" y="3306476"/>
                <a:ext cx="313128" cy="329555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10268702" y="2216649"/>
                <a:ext cx="355220" cy="448646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10332867" y="2868571"/>
                <a:ext cx="238182" cy="20533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0232762" y="3871448"/>
                <a:ext cx="405635" cy="398340"/>
                <a:chOff x="11854992" y="1994536"/>
                <a:chExt cx="405635" cy="398340"/>
              </a:xfrm>
              <a:grpFill/>
            </p:grpSpPr>
            <p:sp>
              <p:nvSpPr>
                <p:cNvPr id="23" name="Freeform 11"/>
                <p:cNvSpPr>
                  <a:spLocks noEditPoints="1"/>
                </p:cNvSpPr>
                <p:nvPr/>
              </p:nvSpPr>
              <p:spPr bwMode="auto">
                <a:xfrm>
                  <a:off x="11976099" y="1994536"/>
                  <a:ext cx="284528" cy="398340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2"/>
                <p:cNvSpPr/>
                <p:nvPr/>
              </p:nvSpPr>
              <p:spPr bwMode="auto">
                <a:xfrm>
                  <a:off x="11854992" y="2009127"/>
                  <a:ext cx="153208" cy="383749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41" name="文本框 40"/>
          <p:cNvSpPr txBox="1"/>
          <p:nvPr userDrawn="1"/>
        </p:nvSpPr>
        <p:spPr>
          <a:xfrm rot="16200000">
            <a:off x="-1443469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bg1">
                    <a:alpha val="5000"/>
                  </a:schemeClr>
                </a:solidFill>
              </a:rPr>
              <a:t>BEIJING INSTITUTE OF TECHNOLOGY</a:t>
            </a:r>
            <a:endParaRPr lang="en-US" altLang="zh-CN" dirty="0">
              <a:solidFill>
                <a:schemeClr val="bg1">
                  <a:alpha val="5000"/>
                </a:schemeClr>
              </a:solidFill>
            </a:endParaRP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52633" y="548450"/>
            <a:ext cx="2295327" cy="504694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666749" y="1329225"/>
            <a:ext cx="0" cy="471473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 userDrawn="1"/>
        </p:nvCxnSpPr>
        <p:spPr>
          <a:xfrm>
            <a:off x="9258300" y="1280160"/>
            <a:ext cx="0" cy="4835169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244"/>
              </a:gs>
              <a:gs pos="100000">
                <a:schemeClr val="accent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dirty="0"/>
          </a:p>
        </p:txBody>
      </p:sp>
      <p:sp>
        <p:nvSpPr>
          <p:cNvPr id="8" name="任意多边形: 形状 39"/>
          <p:cNvSpPr/>
          <p:nvPr userDrawn="1"/>
        </p:nvSpPr>
        <p:spPr>
          <a:xfrm>
            <a:off x="221886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pattFill prst="pct5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190500" sx="101000" sy="101000" algn="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: 形状 39"/>
          <p:cNvSpPr/>
          <p:nvPr userDrawn="1"/>
        </p:nvSpPr>
        <p:spPr>
          <a:xfrm>
            <a:off x="189674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A13F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任意多边形: 形状 39"/>
          <p:cNvSpPr/>
          <p:nvPr userDrawn="1"/>
        </p:nvSpPr>
        <p:spPr>
          <a:xfrm>
            <a:off x="0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sx="101000" sy="101000" algn="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任意多边形: 形状 74"/>
          <p:cNvSpPr/>
          <p:nvPr userDrawn="1"/>
        </p:nvSpPr>
        <p:spPr>
          <a:xfrm flipV="1">
            <a:off x="660400" y="3829587"/>
            <a:ext cx="6489382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-1" fmla="*/ 0 w 6415214"/>
              <a:gd name="connsiteY0-2" fmla="*/ 171407 h 262847"/>
              <a:gd name="connsiteX1-3" fmla="*/ 6415214 w 6415214"/>
              <a:gd name="connsiteY1-4" fmla="*/ 171407 h 262847"/>
              <a:gd name="connsiteX2-5" fmla="*/ 6415214 w 6415214"/>
              <a:gd name="connsiteY2-6" fmla="*/ 100390 h 262847"/>
              <a:gd name="connsiteX3-7" fmla="*/ 511261 w 6415214"/>
              <a:gd name="connsiteY3-8" fmla="*/ 100390 h 262847"/>
              <a:gd name="connsiteX4-9" fmla="*/ 229919 w 6415214"/>
              <a:gd name="connsiteY4-10" fmla="*/ 0 h 262847"/>
              <a:gd name="connsiteX5-11" fmla="*/ 229919 w 6415214"/>
              <a:gd name="connsiteY5-12" fmla="*/ 100390 h 262847"/>
              <a:gd name="connsiteX6-13" fmla="*/ 0 w 6415214"/>
              <a:gd name="connsiteY6-14" fmla="*/ 100390 h 262847"/>
              <a:gd name="connsiteX7" fmla="*/ 91440 w 6415214"/>
              <a:gd name="connsiteY7" fmla="*/ 262847 h 262847"/>
              <a:gd name="connsiteX0-15" fmla="*/ 0 w 6415214"/>
              <a:gd name="connsiteY0-16" fmla="*/ 171407 h 171407"/>
              <a:gd name="connsiteX1-17" fmla="*/ 6415214 w 6415214"/>
              <a:gd name="connsiteY1-18" fmla="*/ 171407 h 171407"/>
              <a:gd name="connsiteX2-19" fmla="*/ 6415214 w 6415214"/>
              <a:gd name="connsiteY2-20" fmla="*/ 100390 h 171407"/>
              <a:gd name="connsiteX3-21" fmla="*/ 511261 w 6415214"/>
              <a:gd name="connsiteY3-22" fmla="*/ 100390 h 171407"/>
              <a:gd name="connsiteX4-23" fmla="*/ 229919 w 6415214"/>
              <a:gd name="connsiteY4-24" fmla="*/ 0 h 171407"/>
              <a:gd name="connsiteX5-25" fmla="*/ 229919 w 6415214"/>
              <a:gd name="connsiteY5-26" fmla="*/ 100390 h 171407"/>
              <a:gd name="connsiteX6-27" fmla="*/ 0 w 6415214"/>
              <a:gd name="connsiteY6-28" fmla="*/ 100390 h 171407"/>
              <a:gd name="connsiteX0-29" fmla="*/ 0 w 6415214"/>
              <a:gd name="connsiteY0-30" fmla="*/ 171407 h 171407"/>
              <a:gd name="connsiteX1-31" fmla="*/ 6415214 w 6415214"/>
              <a:gd name="connsiteY1-32" fmla="*/ 100390 h 171407"/>
              <a:gd name="connsiteX2-33" fmla="*/ 511261 w 6415214"/>
              <a:gd name="connsiteY2-34" fmla="*/ 100390 h 171407"/>
              <a:gd name="connsiteX3-35" fmla="*/ 229919 w 6415214"/>
              <a:gd name="connsiteY3-36" fmla="*/ 0 h 171407"/>
              <a:gd name="connsiteX4-37" fmla="*/ 229919 w 6415214"/>
              <a:gd name="connsiteY4-38" fmla="*/ 100390 h 171407"/>
              <a:gd name="connsiteX5-39" fmla="*/ 0 w 6415214"/>
              <a:gd name="connsiteY5-40" fmla="*/ 100390 h 171407"/>
              <a:gd name="connsiteX0-41" fmla="*/ 6415214 w 6415214"/>
              <a:gd name="connsiteY0-42" fmla="*/ 100390 h 100390"/>
              <a:gd name="connsiteX1-43" fmla="*/ 511261 w 6415214"/>
              <a:gd name="connsiteY1-44" fmla="*/ 100390 h 100390"/>
              <a:gd name="connsiteX2-45" fmla="*/ 229919 w 6415214"/>
              <a:gd name="connsiteY2-46" fmla="*/ 0 h 100390"/>
              <a:gd name="connsiteX3-47" fmla="*/ 229919 w 6415214"/>
              <a:gd name="connsiteY3-48" fmla="*/ 100390 h 100390"/>
              <a:gd name="connsiteX4-49" fmla="*/ 0 w 6415214"/>
              <a:gd name="connsiteY4-50" fmla="*/ 100390 h 100390"/>
              <a:gd name="connsiteX0-51" fmla="*/ 6415214 w 6415214"/>
              <a:gd name="connsiteY0-52" fmla="*/ 195640 h 195640"/>
              <a:gd name="connsiteX1-53" fmla="*/ 511261 w 6415214"/>
              <a:gd name="connsiteY1-54" fmla="*/ 195640 h 195640"/>
              <a:gd name="connsiteX2-55" fmla="*/ 227538 w 6415214"/>
              <a:gd name="connsiteY2-56" fmla="*/ 0 h 195640"/>
              <a:gd name="connsiteX3-57" fmla="*/ 229919 w 6415214"/>
              <a:gd name="connsiteY3-58" fmla="*/ 195640 h 195640"/>
              <a:gd name="connsiteX4-59" fmla="*/ 0 w 6415214"/>
              <a:gd name="connsiteY4-60" fmla="*/ 195640 h 195640"/>
              <a:gd name="connsiteX0-61" fmla="*/ 6415214 w 6415214"/>
              <a:gd name="connsiteY0-62" fmla="*/ 193259 h 193259"/>
              <a:gd name="connsiteX1-63" fmla="*/ 511261 w 6415214"/>
              <a:gd name="connsiteY1-64" fmla="*/ 193259 h 193259"/>
              <a:gd name="connsiteX2-65" fmla="*/ 232301 w 6415214"/>
              <a:gd name="connsiteY2-66" fmla="*/ 0 h 193259"/>
              <a:gd name="connsiteX3-67" fmla="*/ 229919 w 6415214"/>
              <a:gd name="connsiteY3-68" fmla="*/ 193259 h 193259"/>
              <a:gd name="connsiteX4-69" fmla="*/ 0 w 6415214"/>
              <a:gd name="connsiteY4-70" fmla="*/ 193259 h 1932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标题 47"/>
          <p:cNvSpPr>
            <a:spLocks noGrp="1"/>
          </p:cNvSpPr>
          <p:nvPr>
            <p:ph type="title" hasCustomPrompt="1"/>
          </p:nvPr>
        </p:nvSpPr>
        <p:spPr>
          <a:xfrm>
            <a:off x="630418" y="2616692"/>
            <a:ext cx="7055958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  <a:endParaRPr lang="zh-CN" altLang="en-US" dirty="0"/>
          </a:p>
        </p:txBody>
      </p:sp>
      <p:sp>
        <p:nvSpPr>
          <p:cNvPr id="13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654709" y="2352090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  <a:endParaRPr lang="zh-CN" altLang="en-US" dirty="0"/>
          </a:p>
        </p:txBody>
      </p:sp>
      <p:sp>
        <p:nvSpPr>
          <p:cNvPr id="14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655638" y="4304189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  <a:endParaRPr lang="zh-CN" altLang="en-US" dirty="0"/>
          </a:p>
        </p:txBody>
      </p:sp>
      <p:sp>
        <p:nvSpPr>
          <p:cNvPr id="16" name="文本框 15"/>
          <p:cNvSpPr txBox="1"/>
          <p:nvPr userDrawn="1"/>
        </p:nvSpPr>
        <p:spPr>
          <a:xfrm>
            <a:off x="474450" y="318256"/>
            <a:ext cx="1899117" cy="792864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2400" b="1" i="0" spc="100" dirty="0">
                <a:solidFill>
                  <a:schemeClr val="accent3"/>
                </a:solidFill>
                <a:latin typeface="+mn-ea"/>
              </a:rPr>
              <a:t>◀ BIT</a:t>
            </a:r>
            <a:r>
              <a:rPr lang="en-US" altLang="zh-CN" sz="2400" b="1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2400" b="1" i="0" spc="100" dirty="0">
                <a:solidFill>
                  <a:schemeClr val="accent3"/>
                </a:solidFill>
                <a:latin typeface="+mn-ea"/>
              </a:rPr>
              <a:t>▶</a:t>
            </a:r>
            <a:endParaRPr lang="zh-CN" altLang="en-US" sz="2400" b="1" i="0" spc="100" dirty="0">
              <a:solidFill>
                <a:schemeClr val="accent3"/>
              </a:solidFill>
              <a:latin typeface="+mn-ea"/>
            </a:endParaRPr>
          </a:p>
        </p:txBody>
      </p:sp>
      <p:pic>
        <p:nvPicPr>
          <p:cNvPr id="23" name="图片 22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250894" y="-774608"/>
            <a:ext cx="7885491" cy="7588381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8250874" y="2196869"/>
            <a:ext cx="3243162" cy="2464261"/>
          </a:xfrm>
          <a:prstGeom prst="rect">
            <a:avLst/>
          </a:prstGeom>
        </p:spPr>
      </p:pic>
      <p:grpSp>
        <p:nvGrpSpPr>
          <p:cNvPr id="24" name="组合 23"/>
          <p:cNvGrpSpPr/>
          <p:nvPr userDrawn="1"/>
        </p:nvGrpSpPr>
        <p:grpSpPr>
          <a:xfrm>
            <a:off x="671368" y="6083135"/>
            <a:ext cx="2542613" cy="276499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25" name="组合 24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3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1" name="组合 4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4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4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26" name="组合 25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27" name="组合 26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3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8" name="组合 27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3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9" name="组合 28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3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0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A-矩形 7"/>
          <p:cNvSpPr/>
          <p:nvPr userDrawn="1">
            <p:custDataLst>
              <p:tags r:id="rId2"/>
            </p:custDataLst>
          </p:nvPr>
        </p:nvSpPr>
        <p:spPr>
          <a:xfrm>
            <a:off x="11373037" y="1"/>
            <a:ext cx="818963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PA-矩形 7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137938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11373037" y="0"/>
            <a:ext cx="0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图片 3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2610651" y="161103"/>
            <a:ext cx="6791691" cy="6535792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1504950"/>
            <a:ext cx="12192000" cy="38481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31" name="任意多边形: 形状 30"/>
          <p:cNvSpPr/>
          <p:nvPr userDrawn="1"/>
        </p:nvSpPr>
        <p:spPr>
          <a:xfrm flipV="1">
            <a:off x="5143364" y="3786901"/>
            <a:ext cx="6236023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-1" fmla="*/ 0 w 6415214"/>
              <a:gd name="connsiteY0-2" fmla="*/ 171407 h 262847"/>
              <a:gd name="connsiteX1-3" fmla="*/ 6415214 w 6415214"/>
              <a:gd name="connsiteY1-4" fmla="*/ 171407 h 262847"/>
              <a:gd name="connsiteX2-5" fmla="*/ 6415214 w 6415214"/>
              <a:gd name="connsiteY2-6" fmla="*/ 100390 h 262847"/>
              <a:gd name="connsiteX3-7" fmla="*/ 511261 w 6415214"/>
              <a:gd name="connsiteY3-8" fmla="*/ 100390 h 262847"/>
              <a:gd name="connsiteX4-9" fmla="*/ 229919 w 6415214"/>
              <a:gd name="connsiteY4-10" fmla="*/ 0 h 262847"/>
              <a:gd name="connsiteX5-11" fmla="*/ 229919 w 6415214"/>
              <a:gd name="connsiteY5-12" fmla="*/ 100390 h 262847"/>
              <a:gd name="connsiteX6-13" fmla="*/ 0 w 6415214"/>
              <a:gd name="connsiteY6-14" fmla="*/ 100390 h 262847"/>
              <a:gd name="connsiteX7" fmla="*/ 91440 w 6415214"/>
              <a:gd name="connsiteY7" fmla="*/ 262847 h 262847"/>
              <a:gd name="connsiteX0-15" fmla="*/ 0 w 6415214"/>
              <a:gd name="connsiteY0-16" fmla="*/ 171407 h 171407"/>
              <a:gd name="connsiteX1-17" fmla="*/ 6415214 w 6415214"/>
              <a:gd name="connsiteY1-18" fmla="*/ 171407 h 171407"/>
              <a:gd name="connsiteX2-19" fmla="*/ 6415214 w 6415214"/>
              <a:gd name="connsiteY2-20" fmla="*/ 100390 h 171407"/>
              <a:gd name="connsiteX3-21" fmla="*/ 511261 w 6415214"/>
              <a:gd name="connsiteY3-22" fmla="*/ 100390 h 171407"/>
              <a:gd name="connsiteX4-23" fmla="*/ 229919 w 6415214"/>
              <a:gd name="connsiteY4-24" fmla="*/ 0 h 171407"/>
              <a:gd name="connsiteX5-25" fmla="*/ 229919 w 6415214"/>
              <a:gd name="connsiteY5-26" fmla="*/ 100390 h 171407"/>
              <a:gd name="connsiteX6-27" fmla="*/ 0 w 6415214"/>
              <a:gd name="connsiteY6-28" fmla="*/ 100390 h 171407"/>
              <a:gd name="connsiteX0-29" fmla="*/ 0 w 6415214"/>
              <a:gd name="connsiteY0-30" fmla="*/ 171407 h 171407"/>
              <a:gd name="connsiteX1-31" fmla="*/ 6415214 w 6415214"/>
              <a:gd name="connsiteY1-32" fmla="*/ 100390 h 171407"/>
              <a:gd name="connsiteX2-33" fmla="*/ 511261 w 6415214"/>
              <a:gd name="connsiteY2-34" fmla="*/ 100390 h 171407"/>
              <a:gd name="connsiteX3-35" fmla="*/ 229919 w 6415214"/>
              <a:gd name="connsiteY3-36" fmla="*/ 0 h 171407"/>
              <a:gd name="connsiteX4-37" fmla="*/ 229919 w 6415214"/>
              <a:gd name="connsiteY4-38" fmla="*/ 100390 h 171407"/>
              <a:gd name="connsiteX5-39" fmla="*/ 0 w 6415214"/>
              <a:gd name="connsiteY5-40" fmla="*/ 100390 h 171407"/>
              <a:gd name="connsiteX0-41" fmla="*/ 6415214 w 6415214"/>
              <a:gd name="connsiteY0-42" fmla="*/ 100390 h 100390"/>
              <a:gd name="connsiteX1-43" fmla="*/ 511261 w 6415214"/>
              <a:gd name="connsiteY1-44" fmla="*/ 100390 h 100390"/>
              <a:gd name="connsiteX2-45" fmla="*/ 229919 w 6415214"/>
              <a:gd name="connsiteY2-46" fmla="*/ 0 h 100390"/>
              <a:gd name="connsiteX3-47" fmla="*/ 229919 w 6415214"/>
              <a:gd name="connsiteY3-48" fmla="*/ 100390 h 100390"/>
              <a:gd name="connsiteX4-49" fmla="*/ 0 w 6415214"/>
              <a:gd name="connsiteY4-50" fmla="*/ 100390 h 100390"/>
              <a:gd name="connsiteX0-51" fmla="*/ 6415214 w 6415214"/>
              <a:gd name="connsiteY0-52" fmla="*/ 195640 h 195640"/>
              <a:gd name="connsiteX1-53" fmla="*/ 511261 w 6415214"/>
              <a:gd name="connsiteY1-54" fmla="*/ 195640 h 195640"/>
              <a:gd name="connsiteX2-55" fmla="*/ 227538 w 6415214"/>
              <a:gd name="connsiteY2-56" fmla="*/ 0 h 195640"/>
              <a:gd name="connsiteX3-57" fmla="*/ 229919 w 6415214"/>
              <a:gd name="connsiteY3-58" fmla="*/ 195640 h 195640"/>
              <a:gd name="connsiteX4-59" fmla="*/ 0 w 6415214"/>
              <a:gd name="connsiteY4-60" fmla="*/ 195640 h 195640"/>
              <a:gd name="connsiteX0-61" fmla="*/ 6415214 w 6415214"/>
              <a:gd name="connsiteY0-62" fmla="*/ 193259 h 193259"/>
              <a:gd name="connsiteX1-63" fmla="*/ 511261 w 6415214"/>
              <a:gd name="connsiteY1-64" fmla="*/ 193259 h 193259"/>
              <a:gd name="connsiteX2-65" fmla="*/ 232301 w 6415214"/>
              <a:gd name="connsiteY2-66" fmla="*/ 0 h 193259"/>
              <a:gd name="connsiteX3-67" fmla="*/ 229919 w 6415214"/>
              <a:gd name="connsiteY3-68" fmla="*/ 193259 h 193259"/>
              <a:gd name="connsiteX4-69" fmla="*/ 0 w 6415214"/>
              <a:gd name="connsiteY4-70" fmla="*/ 193259 h 1932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48" name="标题 47"/>
          <p:cNvSpPr>
            <a:spLocks noGrp="1"/>
          </p:cNvSpPr>
          <p:nvPr>
            <p:ph type="title" hasCustomPrompt="1"/>
          </p:nvPr>
        </p:nvSpPr>
        <p:spPr>
          <a:xfrm>
            <a:off x="5113420" y="2558484"/>
            <a:ext cx="6236023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  <a:endParaRPr lang="zh-CN" altLang="en-US" dirty="0"/>
          </a:p>
        </p:txBody>
      </p:sp>
      <p:sp>
        <p:nvSpPr>
          <p:cNvPr id="60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5137014" y="2329801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  <a:endParaRPr lang="zh-CN" altLang="en-US" dirty="0"/>
          </a:p>
        </p:txBody>
      </p:sp>
      <p:sp>
        <p:nvSpPr>
          <p:cNvPr id="38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5143364" y="4198880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1111261" y="2359437"/>
            <a:ext cx="2855386" cy="216961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9" name="任意多边形: 形状 118"/>
          <p:cNvSpPr/>
          <p:nvPr userDrawn="1"/>
        </p:nvSpPr>
        <p:spPr>
          <a:xfrm rot="1916941">
            <a:off x="-628945" y="-604401"/>
            <a:ext cx="12918999" cy="10347422"/>
          </a:xfrm>
          <a:custGeom>
            <a:avLst/>
            <a:gdLst>
              <a:gd name="connsiteX0" fmla="*/ 3910821 w 12918999"/>
              <a:gd name="connsiteY0" fmla="*/ 3392979 h 10347422"/>
              <a:gd name="connsiteX1" fmla="*/ 10262073 w 12918999"/>
              <a:gd name="connsiteY1" fmla="*/ 135295 h 10347422"/>
              <a:gd name="connsiteX2" fmla="*/ 10593809 w 12918999"/>
              <a:gd name="connsiteY2" fmla="*/ 0 h 10347422"/>
              <a:gd name="connsiteX3" fmla="*/ 12918999 w 12918999"/>
              <a:gd name="connsiteY3" fmla="*/ 3728462 h 10347422"/>
              <a:gd name="connsiteX4" fmla="*/ 11966464 w 12918999"/>
              <a:gd name="connsiteY4" fmla="*/ 4224159 h 10347422"/>
              <a:gd name="connsiteX5" fmla="*/ 3050273 w 12918999"/>
              <a:gd name="connsiteY5" fmla="*/ 10050202 h 10347422"/>
              <a:gd name="connsiteX6" fmla="*/ 2678241 w 12918999"/>
              <a:gd name="connsiteY6" fmla="*/ 10347422 h 10347422"/>
              <a:gd name="connsiteX7" fmla="*/ 0 w 12918999"/>
              <a:gd name="connsiteY7" fmla="*/ 6052840 h 10347422"/>
              <a:gd name="connsiteX8" fmla="*/ 4301 w 12918999"/>
              <a:gd name="connsiteY8" fmla="*/ 6049545 h 10347422"/>
              <a:gd name="connsiteX9" fmla="*/ 3049697 w 12918999"/>
              <a:gd name="connsiteY9" fmla="*/ 3931365 h 10347422"/>
              <a:gd name="connsiteX10" fmla="*/ 3910821 w 12918999"/>
              <a:gd name="connsiteY10" fmla="*/ 3392979 h 10347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918999" h="10347422">
                <a:moveTo>
                  <a:pt x="3910821" y="3392979"/>
                </a:moveTo>
                <a:cubicBezTo>
                  <a:pt x="5934272" y="2157348"/>
                  <a:pt x="8056184" y="1066634"/>
                  <a:pt x="10262073" y="135295"/>
                </a:cubicBezTo>
                <a:lnTo>
                  <a:pt x="10593809" y="0"/>
                </a:lnTo>
                <a:lnTo>
                  <a:pt x="12918999" y="3728462"/>
                </a:lnTo>
                <a:lnTo>
                  <a:pt x="11966464" y="4224159"/>
                </a:lnTo>
                <a:cubicBezTo>
                  <a:pt x="8816355" y="5904658"/>
                  <a:pt x="5833798" y="7857148"/>
                  <a:pt x="3050273" y="10050202"/>
                </a:cubicBezTo>
                <a:lnTo>
                  <a:pt x="2678241" y="10347422"/>
                </a:lnTo>
                <a:lnTo>
                  <a:pt x="0" y="6052840"/>
                </a:lnTo>
                <a:lnTo>
                  <a:pt x="4301" y="6049545"/>
                </a:lnTo>
                <a:cubicBezTo>
                  <a:pt x="990558" y="5305797"/>
                  <a:pt x="2006380" y="4599047"/>
                  <a:pt x="3049697" y="3931365"/>
                </a:cubicBezTo>
                <a:cubicBezTo>
                  <a:pt x="3334701" y="3748973"/>
                  <a:pt x="3621756" y="3569497"/>
                  <a:pt x="3910821" y="3392979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06" name="任意多边形: 形状 105"/>
          <p:cNvSpPr/>
          <p:nvPr userDrawn="1"/>
        </p:nvSpPr>
        <p:spPr>
          <a:xfrm rot="2885786">
            <a:off x="1087929" y="-2969595"/>
            <a:ext cx="10843749" cy="12155155"/>
          </a:xfrm>
          <a:custGeom>
            <a:avLst/>
            <a:gdLst>
              <a:gd name="connsiteX0" fmla="*/ 6051751 w 10843749"/>
              <a:gd name="connsiteY0" fmla="*/ 1433305 h 12155155"/>
              <a:gd name="connsiteX1" fmla="*/ 6837805 w 10843749"/>
              <a:gd name="connsiteY1" fmla="*/ 587393 h 12155155"/>
              <a:gd name="connsiteX2" fmla="*/ 7410328 w 10843749"/>
              <a:gd name="connsiteY2" fmla="*/ 0 h 12155155"/>
              <a:gd name="connsiteX3" fmla="*/ 10843749 w 10843749"/>
              <a:gd name="connsiteY3" fmla="*/ 3081016 h 12155155"/>
              <a:gd name="connsiteX4" fmla="*/ 2700969 w 10843749"/>
              <a:gd name="connsiteY4" fmla="*/ 12155155 h 12155155"/>
              <a:gd name="connsiteX5" fmla="*/ 0 w 10843749"/>
              <a:gd name="connsiteY5" fmla="*/ 9731411 h 12155155"/>
              <a:gd name="connsiteX6" fmla="*/ 261077 w 10843749"/>
              <a:gd name="connsiteY6" fmla="*/ 9278934 h 12155155"/>
              <a:gd name="connsiteX7" fmla="*/ 6051751 w 10843749"/>
              <a:gd name="connsiteY7" fmla="*/ 1433305 h 12155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43749" h="12155155">
                <a:moveTo>
                  <a:pt x="6051751" y="1433305"/>
                </a:moveTo>
                <a:cubicBezTo>
                  <a:pt x="6310424" y="1148193"/>
                  <a:pt x="6572461" y="866201"/>
                  <a:pt x="6837805" y="587393"/>
                </a:cubicBezTo>
                <a:lnTo>
                  <a:pt x="7410328" y="0"/>
                </a:lnTo>
                <a:lnTo>
                  <a:pt x="10843749" y="3081016"/>
                </a:lnTo>
                <a:lnTo>
                  <a:pt x="2700969" y="12155155"/>
                </a:lnTo>
                <a:lnTo>
                  <a:pt x="0" y="9731411"/>
                </a:lnTo>
                <a:lnTo>
                  <a:pt x="261077" y="9278934"/>
                </a:lnTo>
                <a:cubicBezTo>
                  <a:pt x="1926385" y="6466781"/>
                  <a:pt x="3869211" y="3838947"/>
                  <a:pt x="6051751" y="1433305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8" name="任意多边形: 形状 117"/>
          <p:cNvSpPr/>
          <p:nvPr userDrawn="1"/>
        </p:nvSpPr>
        <p:spPr>
          <a:xfrm rot="1846855">
            <a:off x="-307281" y="-539696"/>
            <a:ext cx="12650822" cy="11532482"/>
          </a:xfrm>
          <a:custGeom>
            <a:avLst/>
            <a:gdLst>
              <a:gd name="connsiteX0" fmla="*/ 7956679 w 12650822"/>
              <a:gd name="connsiteY0" fmla="*/ 1195248 h 11532482"/>
              <a:gd name="connsiteX1" fmla="*/ 9978822 w 12650822"/>
              <a:gd name="connsiteY1" fmla="*/ 62012 h 11532482"/>
              <a:gd name="connsiteX2" fmla="*/ 10098991 w 12650822"/>
              <a:gd name="connsiteY2" fmla="*/ 0 h 11532482"/>
              <a:gd name="connsiteX3" fmla="*/ 12650822 w 12650822"/>
              <a:gd name="connsiteY3" fmla="*/ 4283979 h 11532482"/>
              <a:gd name="connsiteX4" fmla="*/ 12245569 w 12650822"/>
              <a:gd name="connsiteY4" fmla="*/ 4531370 h 11532482"/>
              <a:gd name="connsiteX5" fmla="*/ 3166697 w 12650822"/>
              <a:gd name="connsiteY5" fmla="*/ 11321300 h 11532482"/>
              <a:gd name="connsiteX6" fmla="*/ 2933905 w 12650822"/>
              <a:gd name="connsiteY6" fmla="*/ 11532482 h 11532482"/>
              <a:gd name="connsiteX7" fmla="*/ 1718627 w 12650822"/>
              <a:gd name="connsiteY7" fmla="*/ 9865697 h 11532482"/>
              <a:gd name="connsiteX8" fmla="*/ 0 w 12650822"/>
              <a:gd name="connsiteY8" fmla="*/ 6980488 h 11532482"/>
              <a:gd name="connsiteX9" fmla="*/ 22022 w 12650822"/>
              <a:gd name="connsiteY9" fmla="*/ 6960742 h 11532482"/>
              <a:gd name="connsiteX10" fmla="*/ 4718407 w 12650822"/>
              <a:gd name="connsiteY10" fmla="*/ 3273000 h 11532482"/>
              <a:gd name="connsiteX11" fmla="*/ 7956679 w 12650822"/>
              <a:gd name="connsiteY11" fmla="*/ 1195248 h 11532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650822" h="11532482">
                <a:moveTo>
                  <a:pt x="7956679" y="1195248"/>
                </a:moveTo>
                <a:cubicBezTo>
                  <a:pt x="8621077" y="803084"/>
                  <a:pt x="9295272" y="425195"/>
                  <a:pt x="9978822" y="62012"/>
                </a:cubicBezTo>
                <a:lnTo>
                  <a:pt x="10098991" y="0"/>
                </a:lnTo>
                <a:lnTo>
                  <a:pt x="12650822" y="4283979"/>
                </a:lnTo>
                <a:lnTo>
                  <a:pt x="12245569" y="4531370"/>
                </a:lnTo>
                <a:cubicBezTo>
                  <a:pt x="9012618" y="6531229"/>
                  <a:pt x="5974903" y="8805712"/>
                  <a:pt x="3166697" y="11321300"/>
                </a:cubicBezTo>
                <a:lnTo>
                  <a:pt x="2933905" y="11532482"/>
                </a:lnTo>
                <a:lnTo>
                  <a:pt x="1718627" y="9865697"/>
                </a:lnTo>
                <a:lnTo>
                  <a:pt x="0" y="6980488"/>
                </a:lnTo>
                <a:lnTo>
                  <a:pt x="22022" y="6960742"/>
                </a:lnTo>
                <a:cubicBezTo>
                  <a:pt x="1511041" y="5644986"/>
                  <a:pt x="3079104" y="4413194"/>
                  <a:pt x="4718407" y="3273000"/>
                </a:cubicBezTo>
                <a:cubicBezTo>
                  <a:pt x="5769244" y="2542106"/>
                  <a:pt x="6849352" y="1848853"/>
                  <a:pt x="7956679" y="1195248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3000"/>
                </a:schemeClr>
              </a:gs>
              <a:gs pos="100000">
                <a:schemeClr val="accent2">
                  <a:alpha val="18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49" name="任意多边形: 形状 83"/>
          <p:cNvSpPr/>
          <p:nvPr userDrawn="1"/>
        </p:nvSpPr>
        <p:spPr>
          <a:xfrm>
            <a:off x="-1" y="2998308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50" name="任意多边形: 形状 83"/>
          <p:cNvSpPr/>
          <p:nvPr userDrawn="1"/>
        </p:nvSpPr>
        <p:spPr>
          <a:xfrm>
            <a:off x="-2" y="3019587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102" name="任意多边形: 形状 101"/>
          <p:cNvSpPr/>
          <p:nvPr userDrawn="1"/>
        </p:nvSpPr>
        <p:spPr>
          <a:xfrm rot="2676034">
            <a:off x="-1681418" y="5021332"/>
            <a:ext cx="3362838" cy="3410056"/>
          </a:xfrm>
          <a:custGeom>
            <a:avLst/>
            <a:gdLst>
              <a:gd name="connsiteX0" fmla="*/ 0 w 3362838"/>
              <a:gd name="connsiteY0" fmla="*/ 0 h 3410056"/>
              <a:gd name="connsiteX1" fmla="*/ 3362838 w 3362838"/>
              <a:gd name="connsiteY1" fmla="*/ 3410056 h 3410056"/>
              <a:gd name="connsiteX2" fmla="*/ 3362837 w 3362838"/>
              <a:gd name="connsiteY2" fmla="*/ 3410056 h 3410056"/>
              <a:gd name="connsiteX3" fmla="*/ 0 w 3362838"/>
              <a:gd name="connsiteY3" fmla="*/ 1 h 3410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62838" h="3410056">
                <a:moveTo>
                  <a:pt x="0" y="0"/>
                </a:moveTo>
                <a:lnTo>
                  <a:pt x="3362838" y="3410056"/>
                </a:lnTo>
                <a:lnTo>
                  <a:pt x="3362837" y="3410056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4" name="任意多边形: 形状 83"/>
          <p:cNvSpPr/>
          <p:nvPr userDrawn="1"/>
        </p:nvSpPr>
        <p:spPr>
          <a:xfrm>
            <a:off x="0" y="3201986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48" name="标题 47"/>
          <p:cNvSpPr>
            <a:spLocks noGrp="1"/>
          </p:cNvSpPr>
          <p:nvPr userDrawn="1">
            <p:ph type="title" hasCustomPrompt="1"/>
          </p:nvPr>
        </p:nvSpPr>
        <p:spPr>
          <a:xfrm>
            <a:off x="515939" y="3758091"/>
            <a:ext cx="11160124" cy="132343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algn="ctr">
              <a:lnSpc>
                <a:spcPct val="100000"/>
              </a:lnSpc>
              <a:defRPr lang="zh-CN" altLang="en-US" sz="4000" b="1" spc="100" dirty="0"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北京理工大学</a:t>
            </a:r>
            <a:br>
              <a:rPr lang="zh-CN" altLang="en-US" dirty="0"/>
            </a:br>
            <a:r>
              <a:rPr lang="zh-CN" altLang="en-US" dirty="0"/>
              <a:t>毕业设计论文答辩模板</a:t>
            </a:r>
            <a:endParaRPr lang="zh-CN" altLang="en-US" dirty="0"/>
          </a:p>
        </p:txBody>
      </p:sp>
      <p:sp>
        <p:nvSpPr>
          <p:cNvPr id="38" name="文本占位符 53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063320" y="5540739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 algn="ctr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  <a:endParaRPr lang="zh-CN" altLang="en-US" dirty="0"/>
          </a:p>
        </p:txBody>
      </p:sp>
      <p:cxnSp>
        <p:nvCxnSpPr>
          <p:cNvPr id="18" name="直接连接符 17"/>
          <p:cNvCxnSpPr/>
          <p:nvPr userDrawn="1"/>
        </p:nvCxnSpPr>
        <p:spPr>
          <a:xfrm>
            <a:off x="2108522" y="5295418"/>
            <a:ext cx="797495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3866200" y="944838"/>
            <a:ext cx="4510874" cy="1262604"/>
          </a:xfrm>
          <a:prstGeom prst="rect">
            <a:avLst/>
          </a:prstGeom>
        </p:spPr>
      </p:pic>
      <p:sp>
        <p:nvSpPr>
          <p:cNvPr id="51" name="文本框 50"/>
          <p:cNvSpPr txBox="1"/>
          <p:nvPr userDrawn="1"/>
        </p:nvSpPr>
        <p:spPr>
          <a:xfrm>
            <a:off x="150844" y="608868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400" b="1" i="0" spc="100" dirty="0">
                <a:solidFill>
                  <a:schemeClr val="accent3"/>
                </a:solidFill>
                <a:latin typeface="+mn-ea"/>
                <a:ea typeface="+mn-ea"/>
              </a:rPr>
              <a:t>BIT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|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SINCE 1940</a:t>
            </a:r>
            <a:endParaRPr lang="zh-CN" altLang="en-US" sz="1400" b="1" i="0" spc="100" dirty="0">
              <a:solidFill>
                <a:schemeClr val="accent3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52" name="组合 51"/>
          <p:cNvGrpSpPr/>
          <p:nvPr userDrawn="1"/>
        </p:nvGrpSpPr>
        <p:grpSpPr>
          <a:xfrm>
            <a:off x="10083479" y="6315185"/>
            <a:ext cx="1765866" cy="192031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53" name="组合 5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91" name="组合 9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9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9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54" name="组合 5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55" name="组合 5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8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8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6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5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2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任意多边形: 形状 19"/>
          <p:cNvSpPr/>
          <p:nvPr userDrawn="1"/>
        </p:nvSpPr>
        <p:spPr>
          <a:xfrm flipH="1" flipV="1">
            <a:off x="4442085" y="3759199"/>
            <a:ext cx="3307830" cy="2335892"/>
          </a:xfrm>
          <a:custGeom>
            <a:avLst/>
            <a:gdLst>
              <a:gd name="connsiteX0" fmla="*/ 3162300 w 3162300"/>
              <a:gd name="connsiteY0" fmla="*/ 2147409 h 2147409"/>
              <a:gd name="connsiteX1" fmla="*/ 0 w 3162300"/>
              <a:gd name="connsiteY1" fmla="*/ 2147409 h 2147409"/>
              <a:gd name="connsiteX2" fmla="*/ 0 w 3162300"/>
              <a:gd name="connsiteY2" fmla="*/ 1565265 h 2147409"/>
              <a:gd name="connsiteX3" fmla="*/ 0 w 3162300"/>
              <a:gd name="connsiteY3" fmla="*/ 1544697 h 2147409"/>
              <a:gd name="connsiteX4" fmla="*/ 0 w 3162300"/>
              <a:gd name="connsiteY4" fmla="*/ 0 h 2147409"/>
              <a:gd name="connsiteX5" fmla="*/ 1585774 w 3162300"/>
              <a:gd name="connsiteY5" fmla="*/ 1112898 h 2147409"/>
              <a:gd name="connsiteX6" fmla="*/ 3162300 w 3162300"/>
              <a:gd name="connsiteY6" fmla="*/ 0 h 2147409"/>
              <a:gd name="connsiteX7" fmla="*/ 3162300 w 3162300"/>
              <a:gd name="connsiteY7" fmla="*/ 1544697 h 2147409"/>
              <a:gd name="connsiteX8" fmla="*/ 3162300 w 3162300"/>
              <a:gd name="connsiteY8" fmla="*/ 1565265 h 2147409"/>
              <a:gd name="connsiteX0-1" fmla="*/ 0 w 3162300"/>
              <a:gd name="connsiteY0-2" fmla="*/ 2147409 h 2238849"/>
              <a:gd name="connsiteX1-3" fmla="*/ 0 w 3162300"/>
              <a:gd name="connsiteY1-4" fmla="*/ 1565265 h 2238849"/>
              <a:gd name="connsiteX2-5" fmla="*/ 0 w 3162300"/>
              <a:gd name="connsiteY2-6" fmla="*/ 1544697 h 2238849"/>
              <a:gd name="connsiteX3-7" fmla="*/ 0 w 3162300"/>
              <a:gd name="connsiteY3-8" fmla="*/ 0 h 2238849"/>
              <a:gd name="connsiteX4-9" fmla="*/ 1585774 w 3162300"/>
              <a:gd name="connsiteY4-10" fmla="*/ 1112898 h 2238849"/>
              <a:gd name="connsiteX5-11" fmla="*/ 3162300 w 3162300"/>
              <a:gd name="connsiteY5-12" fmla="*/ 0 h 2238849"/>
              <a:gd name="connsiteX6-13" fmla="*/ 3162300 w 3162300"/>
              <a:gd name="connsiteY6-14" fmla="*/ 1544697 h 2238849"/>
              <a:gd name="connsiteX7-15" fmla="*/ 3162300 w 3162300"/>
              <a:gd name="connsiteY7-16" fmla="*/ 1565265 h 2238849"/>
              <a:gd name="connsiteX8-17" fmla="*/ 3162300 w 3162300"/>
              <a:gd name="connsiteY8-18" fmla="*/ 2147409 h 2238849"/>
              <a:gd name="connsiteX9" fmla="*/ 91440 w 3162300"/>
              <a:gd name="connsiteY9" fmla="*/ 2238849 h 2238849"/>
              <a:gd name="connsiteX0-19" fmla="*/ 0 w 3162300"/>
              <a:gd name="connsiteY0-20" fmla="*/ 2147409 h 2147409"/>
              <a:gd name="connsiteX1-21" fmla="*/ 0 w 3162300"/>
              <a:gd name="connsiteY1-22" fmla="*/ 1565265 h 2147409"/>
              <a:gd name="connsiteX2-23" fmla="*/ 0 w 3162300"/>
              <a:gd name="connsiteY2-24" fmla="*/ 1544697 h 2147409"/>
              <a:gd name="connsiteX3-25" fmla="*/ 0 w 3162300"/>
              <a:gd name="connsiteY3-26" fmla="*/ 0 h 2147409"/>
              <a:gd name="connsiteX4-27" fmla="*/ 1585774 w 3162300"/>
              <a:gd name="connsiteY4-28" fmla="*/ 1112898 h 2147409"/>
              <a:gd name="connsiteX5-29" fmla="*/ 3162300 w 3162300"/>
              <a:gd name="connsiteY5-30" fmla="*/ 0 h 2147409"/>
              <a:gd name="connsiteX6-31" fmla="*/ 3162300 w 3162300"/>
              <a:gd name="connsiteY6-32" fmla="*/ 1544697 h 2147409"/>
              <a:gd name="connsiteX7-33" fmla="*/ 3162300 w 3162300"/>
              <a:gd name="connsiteY7-34" fmla="*/ 1565265 h 2147409"/>
              <a:gd name="connsiteX8-35" fmla="*/ 3162300 w 3162300"/>
              <a:gd name="connsiteY8-36" fmla="*/ 2147409 h 214740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3162300" h="2147409">
                <a:moveTo>
                  <a:pt x="0" y="2147409"/>
                </a:moveTo>
                <a:lnTo>
                  <a:pt x="0" y="1565265"/>
                </a:lnTo>
                <a:lnTo>
                  <a:pt x="0" y="1544697"/>
                </a:lnTo>
                <a:lnTo>
                  <a:pt x="0" y="0"/>
                </a:lnTo>
                <a:lnTo>
                  <a:pt x="1585774" y="1112898"/>
                </a:lnTo>
                <a:lnTo>
                  <a:pt x="3162300" y="0"/>
                </a:lnTo>
                <a:lnTo>
                  <a:pt x="3162300" y="1544697"/>
                </a:lnTo>
                <a:lnTo>
                  <a:pt x="3162300" y="1565265"/>
                </a:lnTo>
                <a:lnTo>
                  <a:pt x="3162300" y="2147409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11" name="矩形 3"/>
          <p:cNvSpPr/>
          <p:nvPr userDrawn="1"/>
        </p:nvSpPr>
        <p:spPr>
          <a:xfrm>
            <a:off x="4442085" y="1015093"/>
            <a:ext cx="3307830" cy="1428368"/>
          </a:xfrm>
          <a:custGeom>
            <a:avLst/>
            <a:gdLst>
              <a:gd name="connsiteX0" fmla="*/ 0 w 3162300"/>
              <a:gd name="connsiteY0" fmla="*/ 0 h 1871961"/>
              <a:gd name="connsiteX1" fmla="*/ 3162300 w 3162300"/>
              <a:gd name="connsiteY1" fmla="*/ 0 h 1871961"/>
              <a:gd name="connsiteX2" fmla="*/ 3162300 w 3162300"/>
              <a:gd name="connsiteY2" fmla="*/ 1871961 h 1871961"/>
              <a:gd name="connsiteX3" fmla="*/ 0 w 3162300"/>
              <a:gd name="connsiteY3" fmla="*/ 1871961 h 1871961"/>
              <a:gd name="connsiteX4" fmla="*/ 0 w 3162300"/>
              <a:gd name="connsiteY4" fmla="*/ 0 h 1871961"/>
              <a:gd name="connsiteX0-1" fmla="*/ 0 w 3162300"/>
              <a:gd name="connsiteY0-2" fmla="*/ 1871961 h 1963401"/>
              <a:gd name="connsiteX1-3" fmla="*/ 0 w 3162300"/>
              <a:gd name="connsiteY1-4" fmla="*/ 0 h 1963401"/>
              <a:gd name="connsiteX2-5" fmla="*/ 3162300 w 3162300"/>
              <a:gd name="connsiteY2-6" fmla="*/ 0 h 1963401"/>
              <a:gd name="connsiteX3-7" fmla="*/ 3162300 w 3162300"/>
              <a:gd name="connsiteY3-8" fmla="*/ 1871961 h 1963401"/>
              <a:gd name="connsiteX4-9" fmla="*/ 91440 w 3162300"/>
              <a:gd name="connsiteY4-10" fmla="*/ 1963401 h 1963401"/>
              <a:gd name="connsiteX0-11" fmla="*/ 0 w 3162300"/>
              <a:gd name="connsiteY0-12" fmla="*/ 1871961 h 1871961"/>
              <a:gd name="connsiteX1-13" fmla="*/ 0 w 3162300"/>
              <a:gd name="connsiteY1-14" fmla="*/ 0 h 1871961"/>
              <a:gd name="connsiteX2-15" fmla="*/ 3162300 w 3162300"/>
              <a:gd name="connsiteY2-16" fmla="*/ 0 h 1871961"/>
              <a:gd name="connsiteX3-17" fmla="*/ 3162300 w 3162300"/>
              <a:gd name="connsiteY3-18" fmla="*/ 1871961 h 187196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162300" h="1871961">
                <a:moveTo>
                  <a:pt x="0" y="1871961"/>
                </a:moveTo>
                <a:lnTo>
                  <a:pt x="0" y="0"/>
                </a:lnTo>
                <a:lnTo>
                  <a:pt x="3162300" y="0"/>
                </a:lnTo>
                <a:lnTo>
                  <a:pt x="3162300" y="1871961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等腰三角形 11"/>
          <p:cNvSpPr/>
          <p:nvPr userDrawn="1"/>
        </p:nvSpPr>
        <p:spPr>
          <a:xfrm flipV="1">
            <a:off x="6007269" y="3832178"/>
            <a:ext cx="177462" cy="152984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974749" y="1401223"/>
            <a:ext cx="2256308" cy="63154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 l="128" r="23340"/>
          <a:stretch>
            <a:fillRect/>
          </a:stretch>
        </p:blipFill>
        <p:spPr>
          <a:xfrm>
            <a:off x="4303956" y="0"/>
            <a:ext cx="7888043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1" y="0"/>
            <a:ext cx="12192000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706026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 l="15573" r="198"/>
          <a:stretch>
            <a:fillRect/>
          </a:stretch>
        </p:blipFill>
        <p:spPr>
          <a:xfrm>
            <a:off x="0" y="0"/>
            <a:ext cx="8678174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9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7382858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4768810" y="7452"/>
            <a:ext cx="7423189" cy="6850548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2" y="0"/>
            <a:ext cx="12192001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706026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-10414" y="0"/>
            <a:ext cx="8336943" cy="686004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10414" y="0"/>
            <a:ext cx="12202413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7382858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-6352" y="0"/>
            <a:ext cx="12198351" cy="5024521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6351" y="0"/>
            <a:ext cx="12198349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0"/>
                </a:schemeClr>
              </a:gs>
              <a:gs pos="66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660400" y="4550546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7223405" y="2402693"/>
            <a:ext cx="4785100" cy="477494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4" cstate="screen"/>
          <a:srcRect l="6610" b="12305"/>
          <a:stretch>
            <a:fillRect/>
          </a:stretch>
        </p:blipFill>
        <p:spPr>
          <a:xfrm>
            <a:off x="14873" y="5340546"/>
            <a:ext cx="6018099" cy="1518363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 rotWithShape="1">
          <a:blip r:embed="rId4" cstate="screen"/>
          <a:srcRect l="6610" b="12305"/>
          <a:stretch>
            <a:fillRect/>
          </a:stretch>
        </p:blipFill>
        <p:spPr>
          <a:xfrm flipH="1">
            <a:off x="6154789" y="5340546"/>
            <a:ext cx="6018099" cy="1518363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5018002" y="2568943"/>
            <a:ext cx="2143294" cy="59991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0" y="0"/>
            <a:ext cx="12192000" cy="590249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1" y="0"/>
            <a:ext cx="12191998" cy="6858000"/>
          </a:xfrm>
          <a:prstGeom prst="rect">
            <a:avLst/>
          </a:prstGeom>
          <a:gradFill>
            <a:gsLst>
              <a:gs pos="0">
                <a:schemeClr val="bg1">
                  <a:alpha val="30000"/>
                </a:schemeClr>
              </a:gs>
              <a:gs pos="6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660400" y="4626145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V="1">
            <a:off x="14873" y="-15231"/>
            <a:ext cx="6018099" cy="1518363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 userDrawn="1"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H="1" flipV="1">
            <a:off x="6154789" y="-15231"/>
            <a:ext cx="6018099" cy="1518363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5018002" y="2577573"/>
            <a:ext cx="2143294" cy="599913"/>
          </a:xfrm>
          <a:prstGeom prst="rect">
            <a:avLst/>
          </a:prstGeom>
        </p:spPr>
      </p:pic>
      <p:grpSp>
        <p:nvGrpSpPr>
          <p:cNvPr id="17" name="组合 16"/>
          <p:cNvGrpSpPr/>
          <p:nvPr userDrawn="1"/>
        </p:nvGrpSpPr>
        <p:grpSpPr>
          <a:xfrm>
            <a:off x="3040886" y="5719548"/>
            <a:ext cx="6136451" cy="681262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9000"/>
                </a:schemeClr>
              </a:gs>
              <a:gs pos="0">
                <a:schemeClr val="bg1">
                  <a:alpha val="3000"/>
                </a:schemeClr>
              </a:gs>
            </a:gsLst>
            <a:lin ang="16200000" scaled="1"/>
            <a:tileRect/>
          </a:gradFill>
        </p:grpSpPr>
        <p:grpSp>
          <p:nvGrpSpPr>
            <p:cNvPr id="18" name="组合 17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9" name="组合 18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20" name="组合 19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3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29" y="-2924"/>
            <a:ext cx="12193057" cy="3633531"/>
          </a:xfrm>
          <a:prstGeom prst="rect">
            <a:avLst/>
          </a:prstGeom>
        </p:spPr>
      </p:pic>
      <p:sp>
        <p:nvSpPr>
          <p:cNvPr id="37" name="任意形状 36"/>
          <p:cNvSpPr/>
          <p:nvPr userDrawn="1"/>
        </p:nvSpPr>
        <p:spPr>
          <a:xfrm>
            <a:off x="-134112" y="-106934"/>
            <a:ext cx="12468264" cy="3829332"/>
          </a:xfrm>
          <a:custGeom>
            <a:avLst/>
            <a:gdLst>
              <a:gd name="connsiteX0" fmla="*/ 0 w 12192000"/>
              <a:gd name="connsiteY0" fmla="*/ 0 h 3632200"/>
              <a:gd name="connsiteX1" fmla="*/ 12192000 w 12192000"/>
              <a:gd name="connsiteY1" fmla="*/ 0 h 3632200"/>
              <a:gd name="connsiteX2" fmla="*/ 12192000 w 12192000"/>
              <a:gd name="connsiteY2" fmla="*/ 2602097 h 3632200"/>
              <a:gd name="connsiteX3" fmla="*/ 11858362 w 12192000"/>
              <a:gd name="connsiteY3" fmla="*/ 2747371 h 3632200"/>
              <a:gd name="connsiteX4" fmla="*/ 6859519 w 12192000"/>
              <a:gd name="connsiteY4" fmla="*/ 3619648 h 3632200"/>
              <a:gd name="connsiteX5" fmla="*/ 6096062 w 12192000"/>
              <a:gd name="connsiteY5" fmla="*/ 3632200 h 3632200"/>
              <a:gd name="connsiteX6" fmla="*/ 6095939 w 12192000"/>
              <a:gd name="connsiteY6" fmla="*/ 3632200 h 3632200"/>
              <a:gd name="connsiteX7" fmla="*/ 5332482 w 12192000"/>
              <a:gd name="connsiteY7" fmla="*/ 3619648 h 3632200"/>
              <a:gd name="connsiteX8" fmla="*/ 333638 w 12192000"/>
              <a:gd name="connsiteY8" fmla="*/ 2747371 h 3632200"/>
              <a:gd name="connsiteX9" fmla="*/ 0 w 12192000"/>
              <a:gd name="connsiteY9" fmla="*/ 2602097 h 363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3632200">
                <a:moveTo>
                  <a:pt x="0" y="0"/>
                </a:moveTo>
                <a:lnTo>
                  <a:pt x="12192000" y="0"/>
                </a:lnTo>
                <a:lnTo>
                  <a:pt x="12192000" y="2602097"/>
                </a:lnTo>
                <a:lnTo>
                  <a:pt x="11858362" y="2747371"/>
                </a:lnTo>
                <a:cubicBezTo>
                  <a:pt x="10640880" y="3227716"/>
                  <a:pt x="8867829" y="3553239"/>
                  <a:pt x="6859519" y="3619648"/>
                </a:cubicBezTo>
                <a:lnTo>
                  <a:pt x="6096062" y="3632200"/>
                </a:lnTo>
                <a:lnTo>
                  <a:pt x="6095939" y="3632200"/>
                </a:lnTo>
                <a:lnTo>
                  <a:pt x="5332482" y="3619648"/>
                </a:lnTo>
                <a:cubicBezTo>
                  <a:pt x="3324171" y="3553239"/>
                  <a:pt x="1551120" y="3227716"/>
                  <a:pt x="333638" y="2747371"/>
                </a:cubicBezTo>
                <a:lnTo>
                  <a:pt x="0" y="2602097"/>
                </a:lnTo>
                <a:close/>
              </a:path>
            </a:pathLst>
          </a:custGeom>
          <a:noFill/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Autofit/>
          </a:bodyPr>
          <a:lstStyle/>
          <a:p>
            <a:pPr algn="l">
              <a:lnSpc>
                <a:spcPct val="130000"/>
              </a:lnSpc>
            </a:pPr>
            <a:endParaRPr kumimoji="1" lang="zh-CN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矩形 40"/>
          <p:cNvSpPr/>
          <p:nvPr userDrawn="1"/>
        </p:nvSpPr>
        <p:spPr>
          <a:xfrm>
            <a:off x="0" y="0"/>
            <a:ext cx="12192000" cy="163286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rmAutofit fontScale="25000" lnSpcReduction="20000"/>
          </a:bodyPr>
          <a:lstStyle/>
          <a:p>
            <a:pPr algn="l">
              <a:lnSpc>
                <a:spcPct val="130000"/>
              </a:lnSpc>
            </a:pPr>
            <a:endParaRPr kumimoji="1" lang="zh-CN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502191" y="3048198"/>
            <a:ext cx="1193467" cy="1192626"/>
          </a:xfrm>
          <a:prstGeom prst="rect">
            <a:avLst/>
          </a:prstGeom>
        </p:spPr>
      </p:pic>
      <p:sp>
        <p:nvSpPr>
          <p:cNvPr id="43" name="文本框 42"/>
          <p:cNvSpPr txBox="1"/>
          <p:nvPr userDrawn="1"/>
        </p:nvSpPr>
        <p:spPr>
          <a:xfrm>
            <a:off x="150844" y="617414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400" b="1" i="0" spc="100" dirty="0">
                <a:solidFill>
                  <a:schemeClr val="accent3"/>
                </a:solidFill>
                <a:latin typeface="+mn-ea"/>
                <a:ea typeface="+mn-ea"/>
              </a:rPr>
              <a:t>BIT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|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SINCE 1940</a:t>
            </a:r>
            <a:endParaRPr lang="zh-CN" altLang="en-US" sz="1400" b="1" i="0" spc="100" dirty="0">
              <a:solidFill>
                <a:schemeClr val="accent3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44" name="组合 43"/>
          <p:cNvGrpSpPr/>
          <p:nvPr userDrawn="1"/>
        </p:nvGrpSpPr>
        <p:grpSpPr>
          <a:xfrm>
            <a:off x="10083479" y="6400645"/>
            <a:ext cx="1765866" cy="192031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45" name="组合 44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5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61" name="组合 6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6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2" name="组合 6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6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46" name="组合 45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47" name="组合 46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5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5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5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50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7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1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2" name="图片 2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222990" y="1401505"/>
            <a:ext cx="3746000" cy="104851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7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1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453730" y="4619682"/>
            <a:ext cx="3284503" cy="72219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 b="7394"/>
          <a:stretch>
            <a:fillRect/>
          </a:stretch>
        </p:blipFill>
        <p:spPr>
          <a:xfrm>
            <a:off x="-3165" y="0"/>
            <a:ext cx="12191980" cy="6858000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10" y="1"/>
            <a:ext cx="12191980" cy="6857994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  <a:lumMod val="85000"/>
                </a:schemeClr>
              </a:gs>
              <a:gs pos="50000">
                <a:schemeClr val="accent1">
                  <a:alpha val="90000"/>
                  <a:lumMod val="85000"/>
                </a:schemeClr>
              </a:gs>
              <a:gs pos="100000">
                <a:schemeClr val="accent1">
                  <a:alpha val="90000"/>
                  <a:lumMod val="8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  <a:buFontTx/>
              <a:buNone/>
            </a:pPr>
            <a:endParaRPr lang="zh-CN" altLang="en-US"/>
          </a:p>
        </p:txBody>
      </p:sp>
      <p:sp>
        <p:nvSpPr>
          <p:cNvPr id="6" name="文本占位符 10"/>
          <p:cNvSpPr>
            <a:spLocks noGrp="1"/>
          </p:cNvSpPr>
          <p:nvPr>
            <p:ph type="body" sz="quarter" idx="11" hasCustomPrompt="1"/>
          </p:nvPr>
        </p:nvSpPr>
        <p:spPr>
          <a:xfrm>
            <a:off x="1572100" y="3028371"/>
            <a:ext cx="9041450" cy="911074"/>
          </a:xfrm>
        </p:spPr>
        <p:txBody>
          <a:bodyPr/>
          <a:lstStyle>
            <a:lvl1pPr marL="0" indent="0" algn="ctr">
              <a:buFontTx/>
              <a:buNone/>
              <a:defRPr sz="48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北京理工大学毕业答辩</a:t>
            </a:r>
            <a:r>
              <a:rPr lang="en-US" altLang="zh-CN" dirty="0"/>
              <a:t>PPT</a:t>
            </a:r>
            <a:r>
              <a:rPr lang="zh-CN" altLang="en-US" dirty="0"/>
              <a:t>模板</a:t>
            </a:r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3767417" y="1018488"/>
            <a:ext cx="4650816" cy="13017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>
      <p:transition spd="slow">
        <p:fade/>
      </p:transition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9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81566"/>
            <a:ext cx="12192000" cy="3244934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3317875"/>
            <a:ext cx="12192000" cy="3540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66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 bwMode="auto">
          <a:xfrm>
            <a:off x="9790632" y="109143"/>
            <a:ext cx="2286546" cy="29753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224285" y="-494144"/>
            <a:ext cx="3165893" cy="41243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9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2000" cy="5089582"/>
            <a:chOff x="0" y="0"/>
            <a:chExt cx="12192000" cy="5089582"/>
          </a:xfrm>
          <a:solidFill>
            <a:schemeClr val="accent1"/>
          </a:solidFill>
        </p:grpSpPr>
        <p:sp>
          <p:nvSpPr>
            <p:cNvPr id="3" name="等腰三角形 2"/>
            <p:cNvSpPr/>
            <p:nvPr/>
          </p:nvSpPr>
          <p:spPr>
            <a:xfrm flipV="1">
              <a:off x="0" y="4123423"/>
              <a:ext cx="12192000" cy="966159"/>
            </a:xfrm>
            <a:prstGeom prst="triangle">
              <a:avLst/>
            </a:prstGeom>
            <a:grpFill/>
            <a:ln>
              <a:noFill/>
            </a:ln>
            <a:effectLst>
              <a:outerShdw blurRad="76200" dist="12700" dir="5400000" sx="103000" sy="103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0" y="0"/>
              <a:ext cx="12192000" cy="412342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" name="组合 4"/>
          <p:cNvGrpSpPr/>
          <p:nvPr userDrawn="1"/>
        </p:nvGrpSpPr>
        <p:grpSpPr>
          <a:xfrm>
            <a:off x="1866428" y="1872369"/>
            <a:ext cx="8481919" cy="863927"/>
            <a:chOff x="1797415" y="1328902"/>
            <a:chExt cx="8481919" cy="863927"/>
          </a:xfrm>
        </p:grpSpPr>
        <p:grpSp>
          <p:nvGrpSpPr>
            <p:cNvPr id="6" name="组合 5"/>
            <p:cNvGrpSpPr/>
            <p:nvPr/>
          </p:nvGrpSpPr>
          <p:grpSpPr>
            <a:xfrm>
              <a:off x="6886532" y="1337094"/>
              <a:ext cx="3392802" cy="846135"/>
              <a:chOff x="10340336" y="2247899"/>
              <a:chExt cx="2724438" cy="679451"/>
            </a:xfrm>
          </p:grpSpPr>
          <p:sp>
            <p:nvSpPr>
              <p:cNvPr id="2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2" name="组合 2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solidFill>
                <a:schemeClr val="bg1"/>
              </a:solidFill>
            </p:grpSpPr>
            <p:sp>
              <p:nvSpPr>
                <p:cNvPr id="2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3" name="组合 2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solidFill>
                <a:schemeClr val="bg1"/>
              </a:solidFill>
            </p:grpSpPr>
            <p:sp>
              <p:nvSpPr>
                <p:cNvPr id="2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7" name="组合 6"/>
            <p:cNvGrpSpPr/>
            <p:nvPr/>
          </p:nvGrpSpPr>
          <p:grpSpPr>
            <a:xfrm>
              <a:off x="1797415" y="1328902"/>
              <a:ext cx="3445163" cy="863927"/>
              <a:chOff x="6738929" y="2270918"/>
              <a:chExt cx="2766486" cy="693738"/>
            </a:xfrm>
          </p:grpSpPr>
          <p:grpSp>
            <p:nvGrpSpPr>
              <p:cNvPr id="8" name="组合 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solidFill>
                <a:schemeClr val="bg1"/>
              </a:solidFill>
            </p:grpSpPr>
            <p:sp>
              <p:nvSpPr>
                <p:cNvPr id="1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" name="组合 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solidFill>
                <a:schemeClr val="bg1"/>
              </a:solidFill>
            </p:grpSpPr>
            <p:sp>
              <p:nvSpPr>
                <p:cNvPr id="1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" name="组合 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solidFill>
                <a:schemeClr val="bg1"/>
              </a:solidFill>
            </p:grpSpPr>
            <p:sp>
              <p:nvSpPr>
                <p:cNvPr id="1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目录样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567"/>
            <a:ext cx="5022689" cy="6857433"/>
          </a:xfrm>
          <a:prstGeom prst="rect">
            <a:avLst/>
          </a:prstGeom>
        </p:spPr>
      </p:pic>
      <p:sp>
        <p:nvSpPr>
          <p:cNvPr id="3" name="矩形 白1"/>
          <p:cNvSpPr/>
          <p:nvPr userDrawn="1"/>
        </p:nvSpPr>
        <p:spPr>
          <a:xfrm rot="5400000">
            <a:off x="-917658" y="918223"/>
            <a:ext cx="6858002" cy="5022690"/>
          </a:xfrm>
          <a:prstGeom prst="rect">
            <a:avLst/>
          </a:prstGeom>
          <a:gradFill flip="none" rotWithShape="1">
            <a:gsLst>
              <a:gs pos="50000">
                <a:schemeClr val="bg1">
                  <a:alpha val="50000"/>
                </a:schemeClr>
              </a:gs>
              <a:gs pos="0">
                <a:schemeClr val="bg1"/>
              </a:gs>
              <a:gs pos="100000">
                <a:srgbClr val="FFFFFF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dirty="0"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0" y="2289050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15558" b="38705"/>
          <a:stretch>
            <a:fillRect/>
          </a:stretch>
        </p:blipFill>
        <p:spPr>
          <a:xfrm>
            <a:off x="1" y="0"/>
            <a:ext cx="12192000" cy="2290219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-1" y="-7884"/>
            <a:ext cx="12192001" cy="2298103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024353" y="841210"/>
            <a:ext cx="2143294" cy="599913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-81481" y="2289050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" name="直接连接符 3"/>
          <p:cNvCxnSpPr/>
          <p:nvPr userDrawn="1"/>
        </p:nvCxnSpPr>
        <p:spPr>
          <a:xfrm>
            <a:off x="5723340" y="1294827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/>
        </p:nvCxnSpPr>
        <p:spPr>
          <a:xfrm>
            <a:off x="5723340" y="5613415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4" cstate="screen"/>
          <a:srcRect l="49471"/>
          <a:stretch>
            <a:fillRect/>
          </a:stretch>
        </p:blipFill>
        <p:spPr>
          <a:xfrm>
            <a:off x="-34506" y="163259"/>
            <a:ext cx="3298317" cy="6531481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4" cstate="screen"/>
          <a:srcRect r="49912"/>
          <a:stretch>
            <a:fillRect/>
          </a:stretch>
        </p:blipFill>
        <p:spPr>
          <a:xfrm>
            <a:off x="8928190" y="163258"/>
            <a:ext cx="3269562" cy="65314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3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 rot="16200000">
            <a:off x="-1538864" y="2653429"/>
            <a:ext cx="522963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8000" b="1" spc="50" dirty="0">
                <a:solidFill>
                  <a:schemeClr val="bg1">
                    <a:lumMod val="85000"/>
                  </a:schemeClr>
                </a:solidFill>
                <a:latin typeface="+mj-lt"/>
              </a:rPr>
              <a:t>Contents</a:t>
            </a:r>
            <a:r>
              <a:rPr lang="en-US" altLang="zh-CN" sz="4400" b="1" spc="50" dirty="0">
                <a:solidFill>
                  <a:schemeClr val="accent4"/>
                </a:solidFill>
                <a:latin typeface="+mj-lt"/>
              </a:rPr>
              <a:t>■</a:t>
            </a:r>
            <a:endParaRPr lang="zh-CN" altLang="en-US" sz="4400" b="1" spc="50" dirty="0">
              <a:solidFill>
                <a:schemeClr val="accent4"/>
              </a:solidFill>
              <a:latin typeface="+mj-lt"/>
            </a:endParaRPr>
          </a:p>
        </p:txBody>
      </p:sp>
      <p:sp>
        <p:nvSpPr>
          <p:cNvPr id="9" name="文本框 8"/>
          <p:cNvSpPr txBox="1"/>
          <p:nvPr userDrawn="1"/>
        </p:nvSpPr>
        <p:spPr>
          <a:xfrm>
            <a:off x="1116549" y="3752395"/>
            <a:ext cx="738664" cy="224676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3600" b="1" spc="600" dirty="0">
                <a:solidFill>
                  <a:schemeClr val="accent1"/>
                </a:solidFill>
              </a:rPr>
              <a:t>结构大纲</a:t>
            </a:r>
            <a:endParaRPr lang="zh-CN" altLang="en-US" sz="3600" b="1" spc="600" dirty="0">
              <a:solidFill>
                <a:schemeClr val="accent1"/>
              </a:solidFill>
            </a:endParaRPr>
          </a:p>
        </p:txBody>
      </p:sp>
      <p:sp>
        <p:nvSpPr>
          <p:cNvPr id="12" name="文本框 11"/>
          <p:cNvSpPr txBox="1"/>
          <p:nvPr userDrawn="1"/>
        </p:nvSpPr>
        <p:spPr>
          <a:xfrm>
            <a:off x="9519824" y="6600901"/>
            <a:ext cx="25234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000" spc="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BEIJING</a:t>
            </a:r>
            <a:r>
              <a:rPr lang="en-US" altLang="zh-CN" sz="1000" spc="0" baseline="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INSTITUTE OF TECHNOLOGY</a:t>
            </a:r>
            <a:endParaRPr lang="zh-CN" altLang="en-US" sz="1000" spc="0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041148" y="78493"/>
            <a:ext cx="2025400" cy="566914"/>
          </a:xfrm>
          <a:prstGeom prst="rect">
            <a:avLst/>
          </a:prstGeom>
        </p:spPr>
      </p:pic>
      <p:sp>
        <p:nvSpPr>
          <p:cNvPr id="82" name="任意多边形: 形状 59"/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83" name="图片 8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84" name="矩形 83"/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5" name="组合 84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86" name="组合 85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10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102" name="组合 10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10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10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7" name="组合 86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88" name="组合 8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9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9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9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9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3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 r="20215"/>
          <a:stretch>
            <a:fillRect/>
          </a:stretch>
        </p:blipFill>
        <p:spPr>
          <a:xfrm>
            <a:off x="6592525" y="0"/>
            <a:ext cx="5609371" cy="6765696"/>
          </a:xfrm>
          <a:prstGeom prst="rect">
            <a:avLst/>
          </a:prstGeom>
        </p:spPr>
      </p:pic>
      <p:sp>
        <p:nvSpPr>
          <p:cNvPr id="63" name="任意多边形: 形状 59"/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64" name="图片 6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65" name="矩形 64"/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6" name="组合 65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67" name="组合 66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1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2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83" name="组合 82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88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9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4" name="组合 83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85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7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8" name="组合 67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69" name="组合 68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79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0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0" name="组合 69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77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8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1" name="组合 70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74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5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6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72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 r="30571" b="46397"/>
          <a:stretch>
            <a:fillRect/>
          </a:stretch>
        </p:blipFill>
        <p:spPr>
          <a:xfrm>
            <a:off x="9019185" y="4400550"/>
            <a:ext cx="3194586" cy="24693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3" cstate="screen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4398806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63500" dir="5400000" algn="t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screen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15" name="矩形 14"/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-71956" y="4398806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图片 16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sp>
        <p:nvSpPr>
          <p:cNvPr id="18" name="矩形: 圆角 162"/>
          <p:cNvSpPr/>
          <p:nvPr userDrawn="1"/>
        </p:nvSpPr>
        <p:spPr>
          <a:xfrm>
            <a:off x="1664486" y="3107981"/>
            <a:ext cx="8945408" cy="3014890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8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9" name="矩形: 圆角 163"/>
          <p:cNvSpPr/>
          <p:nvPr userDrawn="1"/>
        </p:nvSpPr>
        <p:spPr>
          <a:xfrm>
            <a:off x="1463942" y="3222979"/>
            <a:ext cx="9346497" cy="2899892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94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0" name="矩形: 圆角 164"/>
          <p:cNvSpPr/>
          <p:nvPr userDrawn="1"/>
        </p:nvSpPr>
        <p:spPr>
          <a:xfrm>
            <a:off x="1200150" y="3365257"/>
            <a:ext cx="9791700" cy="2757614"/>
          </a:xfrm>
          <a:prstGeom prst="roundRect">
            <a:avLst>
              <a:gd name="adj" fmla="val 3205"/>
            </a:avLst>
          </a:prstGeom>
          <a:gradFill flip="none" rotWithShape="1">
            <a:gsLst>
              <a:gs pos="0">
                <a:sysClr val="window" lastClr="FFFFFF"/>
              </a:gs>
              <a:gs pos="100000">
                <a:srgbClr val="F8F8F8"/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outerShdw blurRad="317500" sx="102000" sy="102000" algn="ctr" rotWithShape="0">
              <a:sysClr val="window" lastClr="FFFFFF">
                <a:lumMod val="75000"/>
                <a:alpha val="40000"/>
              </a:sysClr>
            </a:outerShdw>
          </a:effectLst>
        </p:spPr>
        <p:txBody>
          <a:bodyPr rot="0" spcFirstLastPara="0" vertOverflow="overflow" horzOverflow="overflow" vert="horz" wrap="square" lIns="540000" tIns="72000" rIns="540000" bIns="72000" numCol="1" spcCol="0" rtlCol="0" fromWordArt="0" anchor="ctr" anchorCtr="0" forceAA="0" compatLnSpc="1">
            <a:noAutofit/>
          </a:bodyPr>
          <a:lstStyle/>
          <a:p>
            <a:pPr marL="0" marR="0" lvl="0" indent="457200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6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 l="29063" r="32938"/>
          <a:stretch>
            <a:fillRect/>
          </a:stretch>
        </p:blipFill>
        <p:spPr>
          <a:xfrm>
            <a:off x="0" y="0"/>
            <a:ext cx="3914775" cy="6857999"/>
          </a:xfrm>
          <a:prstGeom prst="rect">
            <a:avLst/>
          </a:prstGeom>
        </p:spPr>
      </p:pic>
      <p:sp>
        <p:nvSpPr>
          <p:cNvPr id="13" name="矩形 12"/>
          <p:cNvSpPr/>
          <p:nvPr userDrawn="1"/>
        </p:nvSpPr>
        <p:spPr>
          <a:xfrm>
            <a:off x="0" y="1"/>
            <a:ext cx="3914775" cy="6857999"/>
          </a:xfrm>
          <a:prstGeom prst="rect">
            <a:avLst/>
          </a:prstGeom>
          <a:solidFill>
            <a:schemeClr val="accent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/>
          <p:cNvSpPr/>
          <p:nvPr userDrawn="1"/>
        </p:nvSpPr>
        <p:spPr>
          <a:xfrm>
            <a:off x="0" y="0"/>
            <a:ext cx="3914774" cy="6858000"/>
          </a:xfrm>
          <a:prstGeom prst="rect">
            <a:avLst/>
          </a:prstGeom>
          <a:gradFill flip="none" rotWithShape="1">
            <a:gsLst>
              <a:gs pos="25000">
                <a:schemeClr val="accent1">
                  <a:alpha val="0"/>
                </a:schemeClr>
              </a:gs>
              <a:gs pos="100000">
                <a:schemeClr val="accent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3960456" y="0"/>
            <a:ext cx="0" cy="685800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组合 20"/>
          <p:cNvGrpSpPr/>
          <p:nvPr userDrawn="1"/>
        </p:nvGrpSpPr>
        <p:grpSpPr>
          <a:xfrm>
            <a:off x="3961505" y="2797003"/>
            <a:ext cx="122686" cy="1263995"/>
            <a:chOff x="4630742" y="2258287"/>
            <a:chExt cx="122686" cy="1263995"/>
          </a:xfrm>
          <a:solidFill>
            <a:schemeClr val="accent4"/>
          </a:solidFill>
        </p:grpSpPr>
        <p:sp>
          <p:nvSpPr>
            <p:cNvPr id="22" name="等腰三角形 21"/>
            <p:cNvSpPr/>
            <p:nvPr/>
          </p:nvSpPr>
          <p:spPr>
            <a:xfrm rot="5400000">
              <a:off x="4620926" y="2839164"/>
              <a:ext cx="142318" cy="122686"/>
            </a:xfrm>
            <a:prstGeom prst="triangle">
              <a:avLst/>
            </a:prstGeom>
            <a:grp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" name="直接连接符 22"/>
            <p:cNvCxnSpPr/>
            <p:nvPr/>
          </p:nvCxnSpPr>
          <p:spPr>
            <a:xfrm>
              <a:off x="4630742" y="2258287"/>
              <a:ext cx="0" cy="1263995"/>
            </a:xfrm>
            <a:prstGeom prst="line">
              <a:avLst/>
            </a:prstGeom>
            <a:grpFill/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连接符 41"/>
          <p:cNvCxnSpPr/>
          <p:nvPr userDrawn="1"/>
        </p:nvCxnSpPr>
        <p:spPr>
          <a:xfrm>
            <a:off x="1053541" y="2793542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/>
          <p:cNvSpPr/>
          <p:nvPr userDrawn="1"/>
        </p:nvSpPr>
        <p:spPr>
          <a:xfrm>
            <a:off x="846867" y="2752385"/>
            <a:ext cx="21971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/>
            <a:r>
              <a:rPr lang="zh-CN" altLang="en-US" sz="5400" spc="600" dirty="0">
                <a:solidFill>
                  <a:schemeClr val="bg1"/>
                </a:solidFill>
                <a:latin typeface="+mn-ea"/>
                <a:ea typeface="+mn-ea"/>
              </a:rPr>
              <a:t>目录</a:t>
            </a:r>
            <a:endParaRPr lang="zh-CN" altLang="en-US" sz="5400" spc="600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963806" y="3595872"/>
            <a:ext cx="190650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/>
            <a:r>
              <a:rPr lang="en-US" altLang="zh-CN" sz="2400" dirty="0">
                <a:solidFill>
                  <a:schemeClr val="bg1"/>
                </a:solidFill>
              </a:rPr>
              <a:t>CONTENTS</a:t>
            </a:r>
            <a:endParaRPr lang="en-US" altLang="zh-CN" sz="2400" dirty="0">
              <a:solidFill>
                <a:schemeClr val="bg1"/>
              </a:solidFill>
            </a:endParaRPr>
          </a:p>
        </p:txBody>
      </p:sp>
      <p:cxnSp>
        <p:nvCxnSpPr>
          <p:cNvPr id="45" name="直接连接符 44"/>
          <p:cNvCxnSpPr/>
          <p:nvPr userDrawn="1"/>
        </p:nvCxnSpPr>
        <p:spPr>
          <a:xfrm>
            <a:off x="1053541" y="4060998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64854" y="2218510"/>
            <a:ext cx="1715719" cy="480234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4" cstate="screen"/>
          <a:srcRect r="15912" b="16285"/>
          <a:stretch>
            <a:fillRect/>
          </a:stretch>
        </p:blipFill>
        <p:spPr>
          <a:xfrm>
            <a:off x="7258050" y="1942165"/>
            <a:ext cx="4949784" cy="493364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6-2">
    <p:bg>
      <p:bgPr>
        <a:gradFill>
          <a:gsLst>
            <a:gs pos="25000">
              <a:schemeClr val="accent1">
                <a:alpha val="0"/>
              </a:schemeClr>
            </a:gs>
            <a:gs pos="100000">
              <a:schemeClr val="accent1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493231"/>
            <a:ext cx="5251028" cy="5254131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6943725" y="0"/>
            <a:ext cx="5248273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/>
          <p:cNvSpPr/>
          <p:nvPr userDrawn="1"/>
        </p:nvSpPr>
        <p:spPr>
          <a:xfrm>
            <a:off x="660400" y="6054314"/>
            <a:ext cx="2014538" cy="1438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2" hasCustomPrompt="1"/>
          </p:nvPr>
        </p:nvSpPr>
        <p:spPr>
          <a:xfrm>
            <a:off x="510342" y="982400"/>
            <a:ext cx="3551237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spc="1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第几部分 ▶</a:t>
            </a:r>
            <a:endParaRPr lang="zh-CN" altLang="en-US" dirty="0"/>
          </a:p>
        </p:txBody>
      </p:sp>
      <p:sp>
        <p:nvSpPr>
          <p:cNvPr id="122" name="文本占位符 15"/>
          <p:cNvSpPr>
            <a:spLocks noGrp="1"/>
          </p:cNvSpPr>
          <p:nvPr>
            <p:ph type="body" sz="quarter" idx="13" hasCustomPrompt="1"/>
          </p:nvPr>
        </p:nvSpPr>
        <p:spPr>
          <a:xfrm>
            <a:off x="510342" y="2742089"/>
            <a:ext cx="7197752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10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请在此处添加你的标题</a:t>
            </a:r>
            <a:endParaRPr lang="zh-CN" altLang="en-US" dirty="0"/>
          </a:p>
        </p:txBody>
      </p:sp>
      <p:sp>
        <p:nvSpPr>
          <p:cNvPr id="123" name="文本占位符 15"/>
          <p:cNvSpPr>
            <a:spLocks noGrp="1"/>
          </p:cNvSpPr>
          <p:nvPr>
            <p:ph type="body" sz="quarter" idx="14" hasCustomPrompt="1"/>
          </p:nvPr>
        </p:nvSpPr>
        <p:spPr>
          <a:xfrm>
            <a:off x="561172" y="3837713"/>
            <a:ext cx="7146922" cy="152291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400" spc="100" baseline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这里可以写一点点文字，介绍此章节主要内容</a:t>
            </a:r>
            <a:endParaRPr lang="en-US" altLang="zh-CN" dirty="0"/>
          </a:p>
          <a:p>
            <a:pPr lvl="0"/>
            <a:r>
              <a:rPr lang="zh-CN" altLang="en-US" dirty="0"/>
              <a:t>国外现状</a:t>
            </a:r>
            <a:endParaRPr lang="en-US" altLang="zh-CN" dirty="0"/>
          </a:p>
          <a:p>
            <a:pPr lvl="0"/>
            <a:r>
              <a:rPr lang="zh-CN" altLang="en-US" dirty="0"/>
              <a:t>国内现状</a:t>
            </a:r>
            <a:endParaRPr lang="en-US" altLang="zh-CN" dirty="0"/>
          </a:p>
          <a:p>
            <a:pPr lvl="0"/>
            <a:r>
              <a:rPr lang="en-US" altLang="zh-CN" dirty="0"/>
              <a:t>…</a:t>
            </a:r>
            <a:endParaRPr lang="en-US" altLang="zh-CN" dirty="0"/>
          </a:p>
          <a:p>
            <a:pPr lvl="0"/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6167300"/>
            <a:ext cx="12192000" cy="6907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grpSp>
        <p:nvGrpSpPr>
          <p:cNvPr id="115" name="组合 114"/>
          <p:cNvGrpSpPr/>
          <p:nvPr userDrawn="1"/>
        </p:nvGrpSpPr>
        <p:grpSpPr>
          <a:xfrm>
            <a:off x="684666" y="6423435"/>
            <a:ext cx="1915659" cy="208321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117" name="组合 116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134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136" name="组合 135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141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2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7" name="组合 136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138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9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0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18" name="组合 117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9" name="组合 118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132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3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1" name="组合 120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30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1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4" name="组合 123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27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8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9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25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143" name="图片 14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203766" y="6386257"/>
            <a:ext cx="1257421" cy="27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2041996" y="3927615"/>
            <a:ext cx="8108006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473992" y="3927615"/>
            <a:ext cx="9244014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l="1" t="13078" r="-1" b="115"/>
          <a:stretch>
            <a:fillRect/>
          </a:stretch>
        </p:blipFill>
        <p:spPr>
          <a:xfrm>
            <a:off x="0" y="-1"/>
            <a:ext cx="12191999" cy="4362681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4346687"/>
            <a:ext cx="12192001" cy="2511313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4346687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936" y="4346687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828800" y="2524126"/>
            <a:ext cx="8494006" cy="356807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69" name="图片 68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861200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7423183" y="0"/>
            <a:ext cx="4768815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5" name="文本框 44"/>
          <p:cNvSpPr txBox="1"/>
          <p:nvPr userDrawn="1"/>
        </p:nvSpPr>
        <p:spPr>
          <a:xfrm>
            <a:off x="-2647787" y="-2281727"/>
            <a:ext cx="6031920" cy="11172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72000" dirty="0">
                <a:solidFill>
                  <a:schemeClr val="bg1">
                    <a:alpha val="40000"/>
                  </a:schemeClr>
                </a:solidFill>
              </a:rPr>
              <a:t>0</a:t>
            </a:r>
            <a:endParaRPr lang="zh-CN" altLang="en-US" sz="72000" dirty="0">
              <a:solidFill>
                <a:schemeClr val="bg1">
                  <a:alpha val="40000"/>
                </a:schemeClr>
              </a:solidFill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6870981" y="0"/>
            <a:ext cx="5321017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  <p:grpSp>
        <p:nvGrpSpPr>
          <p:cNvPr id="9" name="Group 6"/>
          <p:cNvGrpSpPr/>
          <p:nvPr userDrawn="1"/>
        </p:nvGrpSpPr>
        <p:grpSpPr bwMode="auto">
          <a:xfrm>
            <a:off x="778934" y="687917"/>
            <a:ext cx="3299884" cy="5425016"/>
            <a:chOff x="0" y="0"/>
            <a:chExt cx="2476153" cy="4069266"/>
          </a:xfrm>
          <a:solidFill>
            <a:schemeClr val="bg1">
              <a:alpha val="25000"/>
            </a:schemeClr>
          </a:solidFill>
        </p:grpSpPr>
        <p:sp>
          <p:nvSpPr>
            <p:cNvPr id="10" name="矩形 3"/>
            <p:cNvSpPr>
              <a:spLocks noChangeArrowheads="1"/>
            </p:cNvSpPr>
            <p:nvPr/>
          </p:nvSpPr>
          <p:spPr bwMode="auto">
            <a:xfrm>
              <a:off x="0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3" name="矩形 4"/>
            <p:cNvSpPr>
              <a:spLocks noChangeArrowheads="1"/>
            </p:cNvSpPr>
            <p:nvPr/>
          </p:nvSpPr>
          <p:spPr bwMode="auto">
            <a:xfrm>
              <a:off x="437624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5"/>
            <p:cNvSpPr>
              <a:spLocks noChangeArrowheads="1"/>
            </p:cNvSpPr>
            <p:nvPr/>
          </p:nvSpPr>
          <p:spPr bwMode="auto">
            <a:xfrm>
              <a:off x="875248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5" name="矩形 6"/>
            <p:cNvSpPr>
              <a:spLocks noChangeArrowheads="1"/>
            </p:cNvSpPr>
            <p:nvPr/>
          </p:nvSpPr>
          <p:spPr bwMode="auto">
            <a:xfrm>
              <a:off x="1312872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6" name="矩形 7"/>
            <p:cNvSpPr>
              <a:spLocks noChangeArrowheads="1"/>
            </p:cNvSpPr>
            <p:nvPr/>
          </p:nvSpPr>
          <p:spPr bwMode="auto">
            <a:xfrm>
              <a:off x="1750496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7" name="矩形 8"/>
            <p:cNvSpPr>
              <a:spLocks noChangeArrowheads="1"/>
            </p:cNvSpPr>
            <p:nvPr/>
          </p:nvSpPr>
          <p:spPr bwMode="auto">
            <a:xfrm>
              <a:off x="2188121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8" name="矩形 59"/>
            <p:cNvSpPr>
              <a:spLocks noChangeArrowheads="1"/>
            </p:cNvSpPr>
            <p:nvPr/>
          </p:nvSpPr>
          <p:spPr bwMode="auto">
            <a:xfrm>
              <a:off x="0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9" name="矩形 60"/>
            <p:cNvSpPr>
              <a:spLocks noChangeArrowheads="1"/>
            </p:cNvSpPr>
            <p:nvPr/>
          </p:nvSpPr>
          <p:spPr bwMode="auto">
            <a:xfrm>
              <a:off x="437624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0" name="矩形 61"/>
            <p:cNvSpPr>
              <a:spLocks noChangeArrowheads="1"/>
            </p:cNvSpPr>
            <p:nvPr/>
          </p:nvSpPr>
          <p:spPr bwMode="auto">
            <a:xfrm>
              <a:off x="875248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1" name="矩形 62"/>
            <p:cNvSpPr>
              <a:spLocks noChangeArrowheads="1"/>
            </p:cNvSpPr>
            <p:nvPr/>
          </p:nvSpPr>
          <p:spPr bwMode="auto">
            <a:xfrm>
              <a:off x="1312872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2" name="矩形 63"/>
            <p:cNvSpPr>
              <a:spLocks noChangeArrowheads="1"/>
            </p:cNvSpPr>
            <p:nvPr/>
          </p:nvSpPr>
          <p:spPr bwMode="auto">
            <a:xfrm>
              <a:off x="1750496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3" name="矩形 64"/>
            <p:cNvSpPr>
              <a:spLocks noChangeArrowheads="1"/>
            </p:cNvSpPr>
            <p:nvPr/>
          </p:nvSpPr>
          <p:spPr bwMode="auto">
            <a:xfrm>
              <a:off x="2188121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4" name="矩形 66"/>
            <p:cNvSpPr>
              <a:spLocks noChangeArrowheads="1"/>
            </p:cNvSpPr>
            <p:nvPr/>
          </p:nvSpPr>
          <p:spPr bwMode="auto">
            <a:xfrm>
              <a:off x="0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5" name="矩形 67"/>
            <p:cNvSpPr>
              <a:spLocks noChangeArrowheads="1"/>
            </p:cNvSpPr>
            <p:nvPr/>
          </p:nvSpPr>
          <p:spPr bwMode="auto">
            <a:xfrm>
              <a:off x="437624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6" name="矩形 68"/>
            <p:cNvSpPr>
              <a:spLocks noChangeArrowheads="1"/>
            </p:cNvSpPr>
            <p:nvPr/>
          </p:nvSpPr>
          <p:spPr bwMode="auto">
            <a:xfrm>
              <a:off x="875248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7" name="矩形 69"/>
            <p:cNvSpPr>
              <a:spLocks noChangeArrowheads="1"/>
            </p:cNvSpPr>
            <p:nvPr/>
          </p:nvSpPr>
          <p:spPr bwMode="auto">
            <a:xfrm>
              <a:off x="1312872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8" name="矩形 70"/>
            <p:cNvSpPr>
              <a:spLocks noChangeArrowheads="1"/>
            </p:cNvSpPr>
            <p:nvPr/>
          </p:nvSpPr>
          <p:spPr bwMode="auto">
            <a:xfrm>
              <a:off x="1750496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9" name="矩形 71"/>
            <p:cNvSpPr>
              <a:spLocks noChangeArrowheads="1"/>
            </p:cNvSpPr>
            <p:nvPr/>
          </p:nvSpPr>
          <p:spPr bwMode="auto">
            <a:xfrm>
              <a:off x="2188121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0" name="矩形 73"/>
            <p:cNvSpPr>
              <a:spLocks noChangeArrowheads="1"/>
            </p:cNvSpPr>
            <p:nvPr/>
          </p:nvSpPr>
          <p:spPr bwMode="auto">
            <a:xfrm>
              <a:off x="0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1" name="矩形 74"/>
            <p:cNvSpPr>
              <a:spLocks noChangeArrowheads="1"/>
            </p:cNvSpPr>
            <p:nvPr/>
          </p:nvSpPr>
          <p:spPr bwMode="auto">
            <a:xfrm>
              <a:off x="437624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2" name="矩形 75"/>
            <p:cNvSpPr>
              <a:spLocks noChangeArrowheads="1"/>
            </p:cNvSpPr>
            <p:nvPr/>
          </p:nvSpPr>
          <p:spPr bwMode="auto">
            <a:xfrm>
              <a:off x="875248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3" name="矩形 76"/>
            <p:cNvSpPr>
              <a:spLocks noChangeArrowheads="1"/>
            </p:cNvSpPr>
            <p:nvPr/>
          </p:nvSpPr>
          <p:spPr bwMode="auto">
            <a:xfrm>
              <a:off x="1312872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4" name="矩形 77"/>
            <p:cNvSpPr>
              <a:spLocks noChangeArrowheads="1"/>
            </p:cNvSpPr>
            <p:nvPr/>
          </p:nvSpPr>
          <p:spPr bwMode="auto">
            <a:xfrm>
              <a:off x="1750496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5" name="矩形 78"/>
            <p:cNvSpPr>
              <a:spLocks noChangeArrowheads="1"/>
            </p:cNvSpPr>
            <p:nvPr/>
          </p:nvSpPr>
          <p:spPr bwMode="auto">
            <a:xfrm>
              <a:off x="2188121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6" name="矩形 80"/>
            <p:cNvSpPr>
              <a:spLocks noChangeArrowheads="1"/>
            </p:cNvSpPr>
            <p:nvPr/>
          </p:nvSpPr>
          <p:spPr bwMode="auto">
            <a:xfrm>
              <a:off x="0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7" name="矩形 81"/>
            <p:cNvSpPr>
              <a:spLocks noChangeArrowheads="1"/>
            </p:cNvSpPr>
            <p:nvPr/>
          </p:nvSpPr>
          <p:spPr bwMode="auto">
            <a:xfrm>
              <a:off x="437624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8" name="矩形 82"/>
            <p:cNvSpPr>
              <a:spLocks noChangeArrowheads="1"/>
            </p:cNvSpPr>
            <p:nvPr/>
          </p:nvSpPr>
          <p:spPr bwMode="auto">
            <a:xfrm>
              <a:off x="875248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9" name="矩形 83"/>
            <p:cNvSpPr>
              <a:spLocks noChangeArrowheads="1"/>
            </p:cNvSpPr>
            <p:nvPr/>
          </p:nvSpPr>
          <p:spPr bwMode="auto">
            <a:xfrm>
              <a:off x="1312872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0" name="矩形 84"/>
            <p:cNvSpPr>
              <a:spLocks noChangeArrowheads="1"/>
            </p:cNvSpPr>
            <p:nvPr/>
          </p:nvSpPr>
          <p:spPr bwMode="auto">
            <a:xfrm>
              <a:off x="1750496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1" name="矩形 85"/>
            <p:cNvSpPr>
              <a:spLocks noChangeArrowheads="1"/>
            </p:cNvSpPr>
            <p:nvPr/>
          </p:nvSpPr>
          <p:spPr bwMode="auto">
            <a:xfrm>
              <a:off x="2188121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2" name="矩形 87"/>
            <p:cNvSpPr>
              <a:spLocks noChangeArrowheads="1"/>
            </p:cNvSpPr>
            <p:nvPr/>
          </p:nvSpPr>
          <p:spPr bwMode="auto">
            <a:xfrm>
              <a:off x="0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7" name="矩形 88"/>
            <p:cNvSpPr>
              <a:spLocks noChangeArrowheads="1"/>
            </p:cNvSpPr>
            <p:nvPr/>
          </p:nvSpPr>
          <p:spPr bwMode="auto">
            <a:xfrm>
              <a:off x="437624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8" name="矩形 89"/>
            <p:cNvSpPr>
              <a:spLocks noChangeArrowheads="1"/>
            </p:cNvSpPr>
            <p:nvPr/>
          </p:nvSpPr>
          <p:spPr bwMode="auto">
            <a:xfrm>
              <a:off x="875248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9" name="矩形 90"/>
            <p:cNvSpPr>
              <a:spLocks noChangeArrowheads="1"/>
            </p:cNvSpPr>
            <p:nvPr/>
          </p:nvSpPr>
          <p:spPr bwMode="auto">
            <a:xfrm>
              <a:off x="1312872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0" name="矩形 91"/>
            <p:cNvSpPr>
              <a:spLocks noChangeArrowheads="1"/>
            </p:cNvSpPr>
            <p:nvPr/>
          </p:nvSpPr>
          <p:spPr bwMode="auto">
            <a:xfrm>
              <a:off x="1750496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1" name="矩形 92"/>
            <p:cNvSpPr>
              <a:spLocks noChangeArrowheads="1"/>
            </p:cNvSpPr>
            <p:nvPr/>
          </p:nvSpPr>
          <p:spPr bwMode="auto">
            <a:xfrm>
              <a:off x="2188121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2" name="矩形 94"/>
            <p:cNvSpPr>
              <a:spLocks noChangeArrowheads="1"/>
            </p:cNvSpPr>
            <p:nvPr/>
          </p:nvSpPr>
          <p:spPr bwMode="auto">
            <a:xfrm>
              <a:off x="0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3" name="矩形 95"/>
            <p:cNvSpPr>
              <a:spLocks noChangeArrowheads="1"/>
            </p:cNvSpPr>
            <p:nvPr/>
          </p:nvSpPr>
          <p:spPr bwMode="auto">
            <a:xfrm>
              <a:off x="437624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4" name="矩形 96"/>
            <p:cNvSpPr>
              <a:spLocks noChangeArrowheads="1"/>
            </p:cNvSpPr>
            <p:nvPr/>
          </p:nvSpPr>
          <p:spPr bwMode="auto">
            <a:xfrm>
              <a:off x="875248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5" name="矩形 97"/>
            <p:cNvSpPr>
              <a:spLocks noChangeArrowheads="1"/>
            </p:cNvSpPr>
            <p:nvPr/>
          </p:nvSpPr>
          <p:spPr bwMode="auto">
            <a:xfrm>
              <a:off x="1312872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6" name="矩形 98"/>
            <p:cNvSpPr>
              <a:spLocks noChangeArrowheads="1"/>
            </p:cNvSpPr>
            <p:nvPr/>
          </p:nvSpPr>
          <p:spPr bwMode="auto">
            <a:xfrm>
              <a:off x="1750496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7" name="矩形 99"/>
            <p:cNvSpPr>
              <a:spLocks noChangeArrowheads="1"/>
            </p:cNvSpPr>
            <p:nvPr/>
          </p:nvSpPr>
          <p:spPr bwMode="auto">
            <a:xfrm>
              <a:off x="2188121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8" name="矩形 101"/>
            <p:cNvSpPr>
              <a:spLocks noChangeArrowheads="1"/>
            </p:cNvSpPr>
            <p:nvPr/>
          </p:nvSpPr>
          <p:spPr bwMode="auto">
            <a:xfrm>
              <a:off x="0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9" name="矩形 102"/>
            <p:cNvSpPr>
              <a:spLocks noChangeArrowheads="1"/>
            </p:cNvSpPr>
            <p:nvPr/>
          </p:nvSpPr>
          <p:spPr bwMode="auto">
            <a:xfrm>
              <a:off x="437624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0" name="矩形 103"/>
            <p:cNvSpPr>
              <a:spLocks noChangeArrowheads="1"/>
            </p:cNvSpPr>
            <p:nvPr/>
          </p:nvSpPr>
          <p:spPr bwMode="auto">
            <a:xfrm>
              <a:off x="875248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1" name="矩形 104"/>
            <p:cNvSpPr>
              <a:spLocks noChangeArrowheads="1"/>
            </p:cNvSpPr>
            <p:nvPr/>
          </p:nvSpPr>
          <p:spPr bwMode="auto">
            <a:xfrm>
              <a:off x="1312872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2" name="矩形 105"/>
            <p:cNvSpPr>
              <a:spLocks noChangeArrowheads="1"/>
            </p:cNvSpPr>
            <p:nvPr/>
          </p:nvSpPr>
          <p:spPr bwMode="auto">
            <a:xfrm>
              <a:off x="1750496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3" name="矩形 106"/>
            <p:cNvSpPr>
              <a:spLocks noChangeArrowheads="1"/>
            </p:cNvSpPr>
            <p:nvPr/>
          </p:nvSpPr>
          <p:spPr bwMode="auto">
            <a:xfrm>
              <a:off x="2188121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4" name="矩形 108"/>
            <p:cNvSpPr>
              <a:spLocks noChangeArrowheads="1"/>
            </p:cNvSpPr>
            <p:nvPr/>
          </p:nvSpPr>
          <p:spPr bwMode="auto">
            <a:xfrm>
              <a:off x="0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5" name="矩形 109"/>
            <p:cNvSpPr>
              <a:spLocks noChangeArrowheads="1"/>
            </p:cNvSpPr>
            <p:nvPr/>
          </p:nvSpPr>
          <p:spPr bwMode="auto">
            <a:xfrm>
              <a:off x="437624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6" name="矩形 110"/>
            <p:cNvSpPr>
              <a:spLocks noChangeArrowheads="1"/>
            </p:cNvSpPr>
            <p:nvPr/>
          </p:nvSpPr>
          <p:spPr bwMode="auto">
            <a:xfrm>
              <a:off x="875248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7" name="矩形 111"/>
            <p:cNvSpPr>
              <a:spLocks noChangeArrowheads="1"/>
            </p:cNvSpPr>
            <p:nvPr/>
          </p:nvSpPr>
          <p:spPr bwMode="auto">
            <a:xfrm>
              <a:off x="1312872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8" name="矩形 112"/>
            <p:cNvSpPr>
              <a:spLocks noChangeArrowheads="1"/>
            </p:cNvSpPr>
            <p:nvPr/>
          </p:nvSpPr>
          <p:spPr bwMode="auto">
            <a:xfrm>
              <a:off x="1750496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9" name="矩形 113"/>
            <p:cNvSpPr>
              <a:spLocks noChangeArrowheads="1"/>
            </p:cNvSpPr>
            <p:nvPr/>
          </p:nvSpPr>
          <p:spPr bwMode="auto">
            <a:xfrm>
              <a:off x="2188121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0" name="矩形 115"/>
            <p:cNvSpPr>
              <a:spLocks noChangeArrowheads="1"/>
            </p:cNvSpPr>
            <p:nvPr/>
          </p:nvSpPr>
          <p:spPr bwMode="auto">
            <a:xfrm>
              <a:off x="0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1" name="矩形 116"/>
            <p:cNvSpPr>
              <a:spLocks noChangeArrowheads="1"/>
            </p:cNvSpPr>
            <p:nvPr/>
          </p:nvSpPr>
          <p:spPr bwMode="auto">
            <a:xfrm>
              <a:off x="437624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2" name="矩形 117"/>
            <p:cNvSpPr>
              <a:spLocks noChangeArrowheads="1"/>
            </p:cNvSpPr>
            <p:nvPr/>
          </p:nvSpPr>
          <p:spPr bwMode="auto">
            <a:xfrm>
              <a:off x="875248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3" name="矩形 118"/>
            <p:cNvSpPr>
              <a:spLocks noChangeArrowheads="1"/>
            </p:cNvSpPr>
            <p:nvPr/>
          </p:nvSpPr>
          <p:spPr bwMode="auto">
            <a:xfrm>
              <a:off x="1312872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4" name="矩形 119"/>
            <p:cNvSpPr>
              <a:spLocks noChangeArrowheads="1"/>
            </p:cNvSpPr>
            <p:nvPr/>
          </p:nvSpPr>
          <p:spPr bwMode="auto">
            <a:xfrm>
              <a:off x="1750496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5" name="矩形 120"/>
            <p:cNvSpPr>
              <a:spLocks noChangeArrowheads="1"/>
            </p:cNvSpPr>
            <p:nvPr/>
          </p:nvSpPr>
          <p:spPr bwMode="auto">
            <a:xfrm>
              <a:off x="2188121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/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grpSp>
        <p:nvGrpSpPr>
          <p:cNvPr id="56" name="组合 55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33" name="组合 3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4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5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5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4" name="组合 3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35" name="组合 3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4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4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4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5" name="直接连接符 4"/>
          <p:cNvCxnSpPr/>
          <p:nvPr userDrawn="1"/>
        </p:nvCxnSpPr>
        <p:spPr>
          <a:xfrm>
            <a:off x="11155416" y="6133167"/>
            <a:ext cx="0" cy="75617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417309" y="362097"/>
            <a:ext cx="8643848" cy="5909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36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cxnSp>
        <p:nvCxnSpPr>
          <p:cNvPr id="87" name="直接连接符 86"/>
          <p:cNvCxnSpPr/>
          <p:nvPr userDrawn="1"/>
        </p:nvCxnSpPr>
        <p:spPr>
          <a:xfrm>
            <a:off x="442913" y="957831"/>
            <a:ext cx="11306175" cy="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77585" y="334397"/>
            <a:ext cx="1871503" cy="561768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447254" y="957831"/>
            <a:ext cx="7808986" cy="94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11792769" y="56260"/>
            <a:ext cx="363220" cy="3067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9pPr>
          </a:lstStyle>
          <a:p>
            <a:pPr>
              <a:defRPr/>
            </a:pPr>
            <a:fld id="{ED856349-79DF-4269-BEE4-3014BAD1A95F}" type="slidenum">
              <a:rPr lang="en-US" altLang="zh-CN" sz="1400" b="1" smtClean="0">
                <a:solidFill>
                  <a:srgbClr val="404040"/>
                </a:solidFill>
              </a:rPr>
            </a:fld>
            <a:endParaRPr lang="zh-CN" altLang="en-US" sz="1400" b="1" dirty="0">
              <a:solidFill>
                <a:srgbClr val="404040"/>
              </a:solidFill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88" name="矩形 87"/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/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平行四边形 3"/>
          <p:cNvSpPr/>
          <p:nvPr userDrawn="1"/>
        </p:nvSpPr>
        <p:spPr>
          <a:xfrm>
            <a:off x="198120" y="302341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72" name="组合 71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73" name="组合 7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89" name="组合 8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9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9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74" name="组合 7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75" name="组合 7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8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6" name="组合 7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8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7" name="组合 7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8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7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96" name="直接连接符 95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949325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/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366474" y="863157"/>
            <a:ext cx="10502238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368806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3" cstate="screen"/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>
    <p:fade/>
  </p:transition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0185149" y="863157"/>
            <a:ext cx="168356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>
    <p:fade/>
  </p:transition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749863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56" name="组合 55"/>
          <p:cNvGrpSpPr/>
          <p:nvPr userDrawn="1"/>
        </p:nvGrpSpPr>
        <p:grpSpPr>
          <a:xfrm>
            <a:off x="5227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33" name="组合 3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4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5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5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4" name="组合 3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35" name="组合 3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4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4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4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57" name="图片 56"/>
          <p:cNvPicPr>
            <a:picLocks noChangeAspect="1"/>
          </p:cNvPicPr>
          <p:nvPr userDrawn="1"/>
        </p:nvPicPr>
        <p:blipFill rotWithShape="1">
          <a:blip r:embed="rId2" cstate="screen"/>
          <a:srcRect l="-333"/>
          <a:stretch>
            <a:fillRect/>
          </a:stretch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  <p:cxnSp>
        <p:nvCxnSpPr>
          <p:cNvPr id="87" name="直接连接符 86"/>
          <p:cNvCxnSpPr/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-511603" y="253621"/>
            <a:ext cx="1221064" cy="438825"/>
            <a:chOff x="-529708" y="381991"/>
            <a:chExt cx="1221064" cy="438825"/>
          </a:xfrm>
        </p:grpSpPr>
        <p:sp>
          <p:nvSpPr>
            <p:cNvPr id="58" name="梯形 57"/>
            <p:cNvSpPr/>
            <p:nvPr userDrawn="1"/>
          </p:nvSpPr>
          <p:spPr>
            <a:xfrm rot="16200000">
              <a:off x="-107121" y="-40596"/>
              <a:ext cx="375890" cy="1221064"/>
            </a:xfrm>
            <a:prstGeom prst="trapezoid">
              <a:avLst>
                <a:gd name="adj" fmla="val 7230"/>
              </a:avLst>
            </a:prstGeom>
            <a:gradFill>
              <a:gsLst>
                <a:gs pos="100000">
                  <a:schemeClr val="accent1"/>
                </a:gs>
                <a:gs pos="0">
                  <a:schemeClr val="accent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梯形 58"/>
            <p:cNvSpPr/>
            <p:nvPr userDrawn="1"/>
          </p:nvSpPr>
          <p:spPr>
            <a:xfrm rot="16200000">
              <a:off x="-79397" y="146495"/>
              <a:ext cx="267255" cy="1058332"/>
            </a:xfrm>
            <a:prstGeom prst="trapezoid">
              <a:avLst>
                <a:gd name="adj" fmla="val 723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梯形 59"/>
            <p:cNvSpPr/>
            <p:nvPr userDrawn="1"/>
          </p:nvSpPr>
          <p:spPr>
            <a:xfrm rot="16200000">
              <a:off x="-95133" y="158023"/>
              <a:ext cx="267255" cy="1058332"/>
            </a:xfrm>
            <a:prstGeom prst="trapezoid">
              <a:avLst>
                <a:gd name="adj" fmla="val 7230"/>
              </a:avLst>
            </a:prstGeom>
            <a:gradFill flip="none" rotWithShape="1">
              <a:gsLst>
                <a:gs pos="100000">
                  <a:schemeClr val="accent4"/>
                </a:gs>
                <a:gs pos="0">
                  <a:schemeClr val="accent4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文本框 6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6" name="图片 85"/>
          <p:cNvPicPr>
            <a:picLocks noChangeAspect="1"/>
          </p:cNvPicPr>
          <p:nvPr userDrawn="1"/>
        </p:nvPicPr>
        <p:blipFill rotWithShape="1">
          <a:blip r:embed="rId2" cstate="screen"/>
          <a:srcRect l="-333"/>
          <a:stretch>
            <a:fillRect/>
          </a:stretch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/>
          <p:nvPr userDrawn="1"/>
        </p:nvSpPr>
        <p:spPr>
          <a:xfrm>
            <a:off x="442912" y="-82551"/>
            <a:ext cx="11306175" cy="9087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2490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9" name="组合 8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3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0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27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" name="组合 10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1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9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38" name="直接连接符 37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  <p:grpSp>
        <p:nvGrpSpPr>
          <p:cNvPr id="46" name="组合 45"/>
          <p:cNvGrpSpPr/>
          <p:nvPr userDrawn="1"/>
        </p:nvGrpSpPr>
        <p:grpSpPr>
          <a:xfrm>
            <a:off x="637534" y="199773"/>
            <a:ext cx="463263" cy="481001"/>
            <a:chOff x="598941" y="128599"/>
            <a:chExt cx="463263" cy="481001"/>
          </a:xfrm>
        </p:grpSpPr>
        <p:sp>
          <p:nvSpPr>
            <p:cNvPr id="45" name="矩形 44"/>
            <p:cNvSpPr/>
            <p:nvPr userDrawn="1"/>
          </p:nvSpPr>
          <p:spPr>
            <a:xfrm>
              <a:off x="701671" y="249067"/>
              <a:ext cx="360533" cy="36053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 userDrawn="1"/>
          </p:nvSpPr>
          <p:spPr>
            <a:xfrm>
              <a:off x="701671" y="247801"/>
              <a:ext cx="275115" cy="2565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/>
            <p:cNvSpPr/>
            <p:nvPr userDrawn="1"/>
          </p:nvSpPr>
          <p:spPr>
            <a:xfrm>
              <a:off x="598941" y="128599"/>
              <a:ext cx="360533" cy="3605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 userDrawn="1"/>
        </p:nvSpPr>
        <p:spPr>
          <a:xfrm>
            <a:off x="9402184" y="-82800"/>
            <a:ext cx="2346903" cy="9072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/>
          <p:cNvSpPr/>
          <p:nvPr userDrawn="1"/>
        </p:nvSpPr>
        <p:spPr>
          <a:xfrm>
            <a:off x="9402184" y="0"/>
            <a:ext cx="2346904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9" name="图片 3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平行四边形 1"/>
          <p:cNvSpPr/>
          <p:nvPr userDrawn="1"/>
        </p:nvSpPr>
        <p:spPr>
          <a:xfrm>
            <a:off x="658714" y="482300"/>
            <a:ext cx="748201" cy="484094"/>
          </a:xfrm>
          <a:prstGeom prst="parallelogram">
            <a:avLst>
              <a:gd name="adj" fmla="val 71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/>
          <p:cNvSpPr/>
          <p:nvPr userDrawn="1"/>
        </p:nvSpPr>
        <p:spPr>
          <a:xfrm>
            <a:off x="442912" y="-82800"/>
            <a:ext cx="11306175" cy="846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1855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9" name="组合 8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3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0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27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" name="组合 10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1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9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38" name="直接连接符 37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  <p:sp>
        <p:nvSpPr>
          <p:cNvPr id="43" name="矩形 42"/>
          <p:cNvSpPr/>
          <p:nvPr userDrawn="1"/>
        </p:nvSpPr>
        <p:spPr>
          <a:xfrm>
            <a:off x="648385" y="0"/>
            <a:ext cx="413819" cy="966395"/>
          </a:xfrm>
          <a:prstGeom prst="rect">
            <a:avLst/>
          </a:prstGeom>
          <a:ln>
            <a:noFill/>
          </a:ln>
          <a:effectLst>
            <a:outerShdw blurRad="127000" dist="25400" dir="5400000" sx="102000" sy="102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med">
    <p:fade/>
  </p:transition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9385300" y="-82550"/>
            <a:ext cx="2363787" cy="8452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385300" y="0"/>
            <a:ext cx="2363788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318632" y="0"/>
            <a:ext cx="11550080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/>
          </p:nvPr>
        </p:nvSpPr>
        <p:spPr>
          <a:xfrm>
            <a:off x="541539" y="247495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13" name="组合 12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14" name="组合 13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8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0" name="组合 29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5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1" name="组合 30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2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3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4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5" name="组合 14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6" name="组合 15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6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7" name="组合 16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4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1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9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1144922" y="6188075"/>
            <a:ext cx="72379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488246" y="0"/>
            <a:ext cx="2380466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ïşlíḓè"/>
          <p:cNvSpPr/>
          <p:nvPr userDrawn="1"/>
        </p:nvSpPr>
        <p:spPr>
          <a:xfrm>
            <a:off x="-3560" y="2387600"/>
            <a:ext cx="9581785" cy="4470400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srgbClr val="FFFFFF"/>
              </a:solidFill>
            </a:endParaRPr>
          </a:p>
        </p:txBody>
      </p:sp>
      <p:sp>
        <p:nvSpPr>
          <p:cNvPr id="31" name="iśļïḓê"/>
          <p:cNvSpPr/>
          <p:nvPr userDrawn="1"/>
        </p:nvSpPr>
        <p:spPr bwMode="auto">
          <a:xfrm flipH="1">
            <a:off x="-1" y="-4989"/>
            <a:ext cx="9581785" cy="6865116"/>
          </a:xfrm>
          <a:custGeom>
            <a:avLst/>
            <a:gdLst>
              <a:gd name="connsiteX0" fmla="*/ 9581785 w 9581785"/>
              <a:gd name="connsiteY0" fmla="*/ 0 h 6865116"/>
              <a:gd name="connsiteX1" fmla="*/ 6463 w 9581785"/>
              <a:gd name="connsiteY1" fmla="*/ 0 h 6865116"/>
              <a:gd name="connsiteX2" fmla="*/ 0 w 9581785"/>
              <a:gd name="connsiteY2" fmla="*/ 6865116 h 6865116"/>
              <a:gd name="connsiteX3" fmla="*/ 9435691 w 9581785"/>
              <a:gd name="connsiteY3" fmla="*/ 3424381 h 6865116"/>
              <a:gd name="connsiteX4" fmla="*/ 9581785 w 9581785"/>
              <a:gd name="connsiteY4" fmla="*/ 3311401 h 6865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81785" h="6865116">
                <a:moveTo>
                  <a:pt x="9581785" y="0"/>
                </a:moveTo>
                <a:lnTo>
                  <a:pt x="6463" y="0"/>
                </a:lnTo>
                <a:lnTo>
                  <a:pt x="0" y="6865116"/>
                </a:lnTo>
                <a:cubicBezTo>
                  <a:pt x="5057128" y="5756514"/>
                  <a:pt x="7899338" y="4547950"/>
                  <a:pt x="9435691" y="3424381"/>
                </a:cubicBezTo>
                <a:lnTo>
                  <a:pt x="9581785" y="331140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srgbClr val="000000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34" name="ïSļîḑè"/>
          <p:cNvSpPr/>
          <p:nvPr userDrawn="1"/>
        </p:nvSpPr>
        <p:spPr bwMode="auto">
          <a:xfrm flipH="1">
            <a:off x="3558" y="44794"/>
            <a:ext cx="9578226" cy="6590321"/>
          </a:xfrm>
          <a:custGeom>
            <a:avLst/>
            <a:gdLst>
              <a:gd name="connsiteX0" fmla="*/ 9578226 w 9578226"/>
              <a:gd name="connsiteY0" fmla="*/ 0 h 6590321"/>
              <a:gd name="connsiteX1" fmla="*/ 6205 w 9578226"/>
              <a:gd name="connsiteY1" fmla="*/ 0 h 6590321"/>
              <a:gd name="connsiteX2" fmla="*/ 0 w 9578226"/>
              <a:gd name="connsiteY2" fmla="*/ 6590321 h 6590321"/>
              <a:gd name="connsiteX3" fmla="*/ 9493338 w 9578226"/>
              <a:gd name="connsiteY3" fmla="*/ 2984432 h 6590321"/>
              <a:gd name="connsiteX4" fmla="*/ 9578226 w 9578226"/>
              <a:gd name="connsiteY4" fmla="*/ 2908618 h 6590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8226" h="6590321">
                <a:moveTo>
                  <a:pt x="9578226" y="0"/>
                </a:moveTo>
                <a:lnTo>
                  <a:pt x="6205" y="0"/>
                </a:lnTo>
                <a:lnTo>
                  <a:pt x="0" y="6590321"/>
                </a:lnTo>
                <a:cubicBezTo>
                  <a:pt x="5310859" y="5426098"/>
                  <a:pt x="8101833" y="4148147"/>
                  <a:pt x="9493338" y="2984432"/>
                </a:cubicBezTo>
                <a:lnTo>
                  <a:pt x="9578226" y="2908618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98000">
                <a:schemeClr val="bg1"/>
              </a:gs>
            </a:gsLst>
            <a:lin ang="108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srgbClr val="000000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27" name="iṣľiḋé"/>
          <p:cNvSpPr/>
          <p:nvPr userDrawn="1"/>
        </p:nvSpPr>
        <p:spPr bwMode="auto">
          <a:xfrm flipH="1">
            <a:off x="-13714" y="-4989"/>
            <a:ext cx="9621936" cy="6367328"/>
          </a:xfrm>
          <a:custGeom>
            <a:avLst/>
            <a:gdLst>
              <a:gd name="connsiteX0" fmla="*/ 9580005 w 9580005"/>
              <a:gd name="connsiteY0" fmla="*/ 0 h 6339580"/>
              <a:gd name="connsiteX1" fmla="*/ 5969 w 9580005"/>
              <a:gd name="connsiteY1" fmla="*/ 0 h 6339580"/>
              <a:gd name="connsiteX2" fmla="*/ 0 w 9580005"/>
              <a:gd name="connsiteY2" fmla="*/ 6339580 h 6339580"/>
              <a:gd name="connsiteX3" fmla="*/ 9549201 w 9580005"/>
              <a:gd name="connsiteY3" fmla="*/ 2491289 h 6339580"/>
              <a:gd name="connsiteX4" fmla="*/ 9580005 w 9580005"/>
              <a:gd name="connsiteY4" fmla="*/ 2457799 h 6339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80005" h="6339580">
                <a:moveTo>
                  <a:pt x="9580005" y="0"/>
                </a:moveTo>
                <a:lnTo>
                  <a:pt x="5969" y="0"/>
                </a:lnTo>
                <a:lnTo>
                  <a:pt x="0" y="6339580"/>
                </a:lnTo>
                <a:cubicBezTo>
                  <a:pt x="5692847" y="5091619"/>
                  <a:pt x="8380317" y="3708020"/>
                  <a:pt x="9549201" y="2491289"/>
                </a:cubicBezTo>
                <a:lnTo>
                  <a:pt x="9580005" y="245779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srgbClr val="000000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13" name="标题 12"/>
          <p:cNvSpPr>
            <a:spLocks noGrp="1"/>
          </p:cNvSpPr>
          <p:nvPr userDrawn="1">
            <p:ph type="ctrTitle" hasCustomPrompt="1"/>
          </p:nvPr>
        </p:nvSpPr>
        <p:spPr>
          <a:xfrm>
            <a:off x="669925" y="1822450"/>
            <a:ext cx="10850564" cy="160655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 algn="r">
              <a:buFont typeface="Arial" panose="020B0604020202020204" pitchFamily="34" charset="0"/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8" name="文本占位符 7"/>
          <p:cNvSpPr>
            <a:spLocks noGrp="1"/>
          </p:cNvSpPr>
          <p:nvPr>
            <p:ph type="body" sz="quarter" idx="10" hasCustomPrompt="1"/>
          </p:nvPr>
        </p:nvSpPr>
        <p:spPr>
          <a:xfrm>
            <a:off x="669925" y="4017660"/>
            <a:ext cx="10850564" cy="296271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  <a:endParaRPr lang="en-US" altLang="zh-CN" dirty="0"/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1" hasCustomPrompt="1"/>
          </p:nvPr>
        </p:nvSpPr>
        <p:spPr>
          <a:xfrm>
            <a:off x="669925" y="4329937"/>
            <a:ext cx="10850564" cy="296271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862403" y="502903"/>
            <a:ext cx="2658086" cy="713294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7.xml"/><Relationship Id="rId18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69.xml"/><Relationship Id="rId20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71.xml"/><Relationship Id="rId22" Type="http://schemas.openxmlformats.org/officeDocument/2006/relationships/slideLayout" Target="../slideLayouts/slideLayout72.xml"/><Relationship Id="rId23" Type="http://schemas.openxmlformats.org/officeDocument/2006/relationships/slideLayout" Target="../slideLayouts/slideLayout73.xml"/><Relationship Id="rId24" Type="http://schemas.openxmlformats.org/officeDocument/2006/relationships/slideLayout" Target="../slideLayouts/slideLayout74.xml"/><Relationship Id="rId25" Type="http://schemas.openxmlformats.org/officeDocument/2006/relationships/slideLayout" Target="../slideLayouts/slideLayout75.xml"/><Relationship Id="rId26" Type="http://schemas.openxmlformats.org/officeDocument/2006/relationships/slideLayout" Target="../slideLayouts/slideLayout76.xml"/><Relationship Id="rId27" Type="http://schemas.openxmlformats.org/officeDocument/2006/relationships/slideLayout" Target="../slideLayouts/slideLayout77.xml"/><Relationship Id="rId28" Type="http://schemas.openxmlformats.org/officeDocument/2006/relationships/slideLayout" Target="../slideLayouts/slideLayout78.xml"/><Relationship Id="rId29" Type="http://schemas.openxmlformats.org/officeDocument/2006/relationships/slideLayout" Target="../slideLayouts/slideLayout79.xml"/><Relationship Id="rId30" Type="http://schemas.openxmlformats.org/officeDocument/2006/relationships/slideLayout" Target="../slideLayouts/slideLayout80.xml"/><Relationship Id="rId31" Type="http://schemas.openxmlformats.org/officeDocument/2006/relationships/slideLayout" Target="../slideLayouts/slideLayout81.xml"/><Relationship Id="rId32" Type="http://schemas.openxmlformats.org/officeDocument/2006/relationships/slideLayout" Target="../slideLayouts/slideLayout82.xml"/><Relationship Id="rId33" Type="http://schemas.openxmlformats.org/officeDocument/2006/relationships/slideLayout" Target="../slideLayouts/slideLayout83.xml"/><Relationship Id="rId34" Type="http://schemas.openxmlformats.org/officeDocument/2006/relationships/slideLayout" Target="../slideLayouts/slideLayout84.xml"/><Relationship Id="rId35" Type="http://schemas.openxmlformats.org/officeDocument/2006/relationships/slideLayout" Target="../slideLayouts/slideLayout85.xml"/><Relationship Id="rId36" Type="http://schemas.openxmlformats.org/officeDocument/2006/relationships/slideLayout" Target="../slideLayouts/slideLayout86.xml"/><Relationship Id="rId37" Type="http://schemas.openxmlformats.org/officeDocument/2006/relationships/slideLayout" Target="../slideLayouts/slideLayout87.xml"/><Relationship Id="rId38" Type="http://schemas.openxmlformats.org/officeDocument/2006/relationships/slideLayout" Target="../slideLayouts/slideLayout88.xml"/><Relationship Id="rId39" Type="http://schemas.openxmlformats.org/officeDocument/2006/relationships/slideLayout" Target="../slideLayouts/slideLayout89.xml"/><Relationship Id="rId40" Type="http://schemas.openxmlformats.org/officeDocument/2006/relationships/slideLayout" Target="../slideLayouts/slideLayout90.xml"/><Relationship Id="rId41" Type="http://schemas.openxmlformats.org/officeDocument/2006/relationships/slideLayout" Target="../slideLayouts/slideLayout91.xml"/><Relationship Id="rId42" Type="http://schemas.openxmlformats.org/officeDocument/2006/relationships/slideLayout" Target="../slideLayouts/slideLayout92.xml"/><Relationship Id="rId43" Type="http://schemas.openxmlformats.org/officeDocument/2006/relationships/slideLayout" Target="../slideLayouts/slideLayout93.xml"/><Relationship Id="rId44" Type="http://schemas.openxmlformats.org/officeDocument/2006/relationships/slideLayout" Target="../slideLayouts/slideLayout94.xml"/><Relationship Id="rId45" Type="http://schemas.openxmlformats.org/officeDocument/2006/relationships/slideLayout" Target="../slideLayouts/slideLayout95.xml"/><Relationship Id="rId46" Type="http://schemas.openxmlformats.org/officeDocument/2006/relationships/slideLayout" Target="../slideLayouts/slideLayout96.xml"/><Relationship Id="rId47" Type="http://schemas.openxmlformats.org/officeDocument/2006/relationships/slideLayout" Target="../slideLayouts/slideLayout97.xml"/><Relationship Id="rId48" Type="http://schemas.openxmlformats.org/officeDocument/2006/relationships/slideLayout" Target="../slideLayouts/slideLayout98.xml"/><Relationship Id="rId4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EC0B3BC9-7090-482A-AB63-1945A9C9F1E4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</p:sldLayoutIdLst>
  <p:transition spd="med">
    <p:fade/>
  </p:transition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EC0B3BC9-7090-482A-AB63-1945A9C9F1E4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  <p:sldLayoutId id="2147483742" r:id="rId43"/>
    <p:sldLayoutId id="2147483743" r:id="rId44"/>
    <p:sldLayoutId id="2147483744" r:id="rId45"/>
    <p:sldLayoutId id="2147483745" r:id="rId46"/>
    <p:sldLayoutId id="2147483746" r:id="rId47"/>
    <p:sldLayoutId id="2147483747" r:id="rId48"/>
  </p:sldLayoutIdLst>
  <p:transition spd="med">
    <p:fade/>
  </p:transition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tags" Target="../tags/tag20.xml"/><Relationship Id="rId3" Type="http://schemas.openxmlformats.org/officeDocument/2006/relationships/tags" Target="../tags/tag21.xml"/><Relationship Id="rId4" Type="http://schemas.openxmlformats.org/officeDocument/2006/relationships/tags" Target="../tags/tag22.xml"/><Relationship Id="rId5" Type="http://schemas.openxmlformats.org/officeDocument/2006/relationships/tags" Target="../tags/tag23.xml"/><Relationship Id="rId6" Type="http://schemas.openxmlformats.org/officeDocument/2006/relationships/tags" Target="../tags/tag24.xml"/><Relationship Id="rId7" Type="http://schemas.openxmlformats.org/officeDocument/2006/relationships/tags" Target="../tags/tag25.xml"/><Relationship Id="rId8" Type="http://schemas.openxmlformats.org/officeDocument/2006/relationships/tags" Target="../tags/tag26.xml"/><Relationship Id="rId9" Type="http://schemas.openxmlformats.org/officeDocument/2006/relationships/tags" Target="../tags/tag27.xml"/><Relationship Id="rId10" Type="http://schemas.openxmlformats.org/officeDocument/2006/relationships/tags" Target="../tags/tag28.xml"/><Relationship Id="rId11" Type="http://schemas.openxmlformats.org/officeDocument/2006/relationships/tags" Target="../tags/tag29.xml"/><Relationship Id="rId12" Type="http://schemas.openxmlformats.org/officeDocument/2006/relationships/tags" Target="../tags/tag30.xml"/><Relationship Id="rId13" Type="http://schemas.openxmlformats.org/officeDocument/2006/relationships/slideLayout" Target="../slideLayouts/slideLayout50.xml"/><Relationship Id="rId1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4.png"/><Relationship Id="rId4" Type="http://schemas.openxmlformats.org/officeDocument/2006/relationships/image" Target="../media/image5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7.png"/><Relationship Id="rId4" Type="http://schemas.openxmlformats.org/officeDocument/2006/relationships/image" Target="../media/image5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/>
        </p:nvSpPr>
        <p:spPr>
          <a:xfrm>
            <a:off x="0" y="1340768"/>
            <a:ext cx="12192000" cy="20882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非理想测量下的用户中心多TRP协同优化研究</a:t>
            </a:r>
            <a:endParaRPr lang="en-US" altLang="zh-CN" sz="4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336" y="155828"/>
            <a:ext cx="20425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tx2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研究汇报</a:t>
            </a:r>
            <a:endParaRPr lang="zh-CN" altLang="en-US" sz="3200" b="1" dirty="0">
              <a:solidFill>
                <a:schemeClr val="tx2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73"/>
    </mc:Choice>
    <mc:Fallback>
      <p:transition spd="slow" advTm="1173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 idx="4294967295"/>
          </p:nvPr>
        </p:nvSpPr>
        <p:spPr>
          <a:xfrm>
            <a:off x="1279525" y="2528666"/>
            <a:ext cx="1806575" cy="675057"/>
          </a:xfrm>
        </p:spPr>
        <p:txBody>
          <a:bodyPr/>
          <a:lstStyle/>
          <a:p>
            <a:pPr algn="ctr"/>
            <a:r>
              <a:rPr lang="zh-CN" altLang="en-US" sz="6000" b="1" dirty="0">
                <a:solidFill>
                  <a:schemeClr val="bg1"/>
                </a:solidFill>
              </a:rPr>
              <a:t>主要内容</a:t>
            </a:r>
            <a:endParaRPr lang="zh-CN" altLang="en-US" sz="6000" b="1" dirty="0">
              <a:solidFill>
                <a:schemeClr val="bg1"/>
              </a:solidFill>
            </a:endParaRPr>
          </a:p>
        </p:txBody>
      </p:sp>
      <p:grpSp>
        <p:nvGrpSpPr>
          <p:cNvPr id="30" name="组合 29"/>
          <p:cNvGrpSpPr/>
          <p:nvPr>
            <p:custDataLst>
              <p:tags r:id="rId1"/>
            </p:custDataLst>
          </p:nvPr>
        </p:nvGrpSpPr>
        <p:grpSpPr>
          <a:xfrm>
            <a:off x="5675907" y="569134"/>
            <a:ext cx="2882198" cy="1098506"/>
            <a:chOff x="5337036" y="1031947"/>
            <a:chExt cx="2882198" cy="1098506"/>
          </a:xfrm>
        </p:grpSpPr>
        <p:sp>
          <p:nvSpPr>
            <p:cNvPr id="46" name="文本框 45"/>
            <p:cNvSpPr txBox="1"/>
            <p:nvPr>
              <p:custDataLst>
                <p:tags r:id="rId2"/>
              </p:custDataLst>
            </p:nvPr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6000" b="1" i="1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lt"/>
                </a:rPr>
                <a:t>1</a:t>
              </a:r>
              <a:endParaRPr kumimoji="0" lang="zh-CN" altLang="en-US" sz="5400" b="1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8" name="文本框 47"/>
            <p:cNvSpPr txBox="1"/>
            <p:nvPr>
              <p:custDataLst>
                <p:tags r:id="rId3"/>
              </p:custDataLst>
            </p:nvPr>
          </p:nvSpPr>
          <p:spPr>
            <a:xfrm>
              <a:off x="6355262" y="1304201"/>
              <a:ext cx="1863972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17145">
                <a:spcBef>
                  <a:spcPts val="105"/>
                </a:spcBef>
              </a:pPr>
              <a:r>
                <a:rPr lang="zh-CN" altLang="en-US" sz="36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</a:rPr>
                <a:t>研究问题与网络</a:t>
              </a:r>
              <a:endParaRPr lang="zh-CN" altLang="en-US" sz="3600" b="1" dirty="0">
                <a:solidFill>
                  <a:srgbClr val="C00000"/>
                </a:solidFill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</a:endParaRPr>
            </a:p>
          </p:txBody>
        </p:sp>
      </p:grpSp>
      <p:grpSp>
        <p:nvGrpSpPr>
          <p:cNvPr id="59" name="组合 58"/>
          <p:cNvGrpSpPr/>
          <p:nvPr>
            <p:custDataLst>
              <p:tags r:id="rId4"/>
            </p:custDataLst>
          </p:nvPr>
        </p:nvGrpSpPr>
        <p:grpSpPr>
          <a:xfrm>
            <a:off x="5683198" y="2012029"/>
            <a:ext cx="4278628" cy="1481021"/>
            <a:chOff x="5337036" y="1031947"/>
            <a:chExt cx="4278628" cy="1481021"/>
          </a:xfrm>
        </p:grpSpPr>
        <p:sp>
          <p:nvSpPr>
            <p:cNvPr id="60" name="文本框 59"/>
            <p:cNvSpPr txBox="1"/>
            <p:nvPr>
              <p:custDataLst>
                <p:tags r:id="rId5"/>
              </p:custDataLst>
            </p:nvPr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6000" b="1" i="1" u="none" strike="noStrike" kern="1200" cap="none" spc="0" normalizeH="0" baseline="0" noProof="0" dirty="0">
                  <a:ln>
                    <a:noFill/>
                  </a:ln>
                  <a:solidFill>
                    <a:srgbClr val="002B84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lt"/>
                </a:rPr>
                <a:t>2</a:t>
              </a:r>
              <a:endParaRPr kumimoji="0" lang="zh-CN" altLang="en-US" sz="6000" b="1" i="1" u="none" strike="noStrike" kern="1200" cap="none" spc="0" normalizeH="0" baseline="0" noProof="0" dirty="0">
                <a:ln>
                  <a:noFill/>
                </a:ln>
                <a:solidFill>
                  <a:srgbClr val="002B84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2" name="文本框 61"/>
            <p:cNvSpPr txBox="1"/>
            <p:nvPr>
              <p:custDataLst>
                <p:tags r:id="rId6"/>
              </p:custDataLst>
            </p:nvPr>
          </p:nvSpPr>
          <p:spPr>
            <a:xfrm>
              <a:off x="6384010" y="1248904"/>
              <a:ext cx="3231654" cy="126406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3600" b="1" dirty="0">
                  <a:solidFill>
                    <a:srgbClr val="002B84"/>
                  </a:solidFill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</a:rPr>
                <a:t>系统模型与求解</a:t>
              </a:r>
              <a:endParaRPr lang="zh-CN" altLang="en-US" sz="3600" b="1" dirty="0">
                <a:solidFill>
                  <a:srgbClr val="002B84"/>
                </a:solidFill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</a:endParaRPr>
            </a:p>
            <a:p>
              <a:pPr lvl="0">
                <a:lnSpc>
                  <a:spcPct val="120000"/>
                </a:lnSpc>
              </a:pPr>
              <a:endParaRPr lang="zh-CN" altLang="en-US" sz="3600" b="1" dirty="0">
                <a:solidFill>
                  <a:srgbClr val="002B84"/>
                </a:solidFill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66" name="组合 65"/>
          <p:cNvGrpSpPr/>
          <p:nvPr>
            <p:custDataLst>
              <p:tags r:id="rId7"/>
            </p:custDataLst>
          </p:nvPr>
        </p:nvGrpSpPr>
        <p:grpSpPr>
          <a:xfrm>
            <a:off x="5675907" y="4918106"/>
            <a:ext cx="3804264" cy="1098506"/>
            <a:chOff x="5337036" y="1031947"/>
            <a:chExt cx="3804264" cy="1098506"/>
          </a:xfrm>
        </p:grpSpPr>
        <p:sp>
          <p:nvSpPr>
            <p:cNvPr id="67" name="文本框 66"/>
            <p:cNvSpPr txBox="1"/>
            <p:nvPr>
              <p:custDataLst>
                <p:tags r:id="rId8"/>
              </p:custDataLst>
            </p:nvPr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6000" b="1" i="1" u="none" strike="noStrike" kern="1200" cap="none" spc="0" normalizeH="0" baseline="0" noProof="0" dirty="0">
                  <a:ln>
                    <a:noFill/>
                  </a:ln>
                  <a:solidFill>
                    <a:srgbClr val="002B84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lt"/>
                </a:rPr>
                <a:t>4</a:t>
              </a:r>
              <a:endParaRPr kumimoji="0" lang="zh-CN" altLang="en-US" sz="6000" b="1" i="1" u="none" strike="noStrike" kern="1200" cap="none" spc="0" normalizeH="0" baseline="0" noProof="0" dirty="0">
                <a:ln>
                  <a:noFill/>
                </a:ln>
                <a:solidFill>
                  <a:srgbClr val="002B84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9" name="文本框 68"/>
            <p:cNvSpPr txBox="1"/>
            <p:nvPr>
              <p:custDataLst>
                <p:tags r:id="rId9"/>
              </p:custDataLst>
            </p:nvPr>
          </p:nvSpPr>
          <p:spPr>
            <a:xfrm>
              <a:off x="6371311" y="1290123"/>
              <a:ext cx="2769989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spcBef>
                  <a:spcPct val="20000"/>
                </a:spcBef>
              </a:pPr>
              <a:r>
                <a:rPr lang="zh-CN" altLang="en-US" sz="3600" b="1" dirty="0">
                  <a:solidFill>
                    <a:srgbClr val="002B84"/>
                  </a:solidFill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ea"/>
                </a:rPr>
                <a:t>新版研究方案</a:t>
              </a:r>
              <a:endParaRPr lang="zh-CN" altLang="en-US" sz="3600" b="1" dirty="0">
                <a:solidFill>
                  <a:srgbClr val="013A89"/>
                </a:solidFill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3" name="组合 12"/>
          <p:cNvGrpSpPr/>
          <p:nvPr>
            <p:custDataLst>
              <p:tags r:id="rId10"/>
            </p:custDataLst>
          </p:nvPr>
        </p:nvGrpSpPr>
        <p:grpSpPr>
          <a:xfrm>
            <a:off x="5675658" y="3484713"/>
            <a:ext cx="5663622" cy="1098506"/>
            <a:chOff x="5337036" y="1031947"/>
            <a:chExt cx="5663622" cy="1098506"/>
          </a:xfrm>
        </p:grpSpPr>
        <p:sp>
          <p:nvSpPr>
            <p:cNvPr id="14" name="文本框 13"/>
            <p:cNvSpPr txBox="1"/>
            <p:nvPr>
              <p:custDataLst>
                <p:tags r:id="rId11"/>
              </p:custDataLst>
            </p:nvPr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6000" b="1" i="1" u="none" strike="noStrike" kern="1200" cap="none" spc="0" normalizeH="0" baseline="0" noProof="0" dirty="0">
                  <a:ln>
                    <a:noFill/>
                  </a:ln>
                  <a:solidFill>
                    <a:srgbClr val="013A8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lt"/>
                </a:rPr>
                <a:t>3</a:t>
              </a:r>
              <a:endParaRPr kumimoji="0" lang="zh-CN" altLang="en-US" sz="6000" b="1" i="1" u="none" strike="noStrike" kern="1200" cap="none" spc="0" normalizeH="0" baseline="0" noProof="0" dirty="0">
                <a:ln>
                  <a:noFill/>
                </a:ln>
                <a:solidFill>
                  <a:srgbClr val="013A89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>
              <p:custDataLst>
                <p:tags r:id="rId12"/>
              </p:custDataLst>
            </p:nvPr>
          </p:nvSpPr>
          <p:spPr>
            <a:xfrm>
              <a:off x="6384010" y="1248904"/>
              <a:ext cx="4616648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spcBef>
                  <a:spcPct val="20000"/>
                </a:spcBef>
              </a:pPr>
              <a:r>
                <a:rPr lang="zh-CN" altLang="en-US" sz="3600" b="1" dirty="0">
                  <a:solidFill>
                    <a:srgbClr val="002B84"/>
                  </a:solidFill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ea"/>
                </a:rPr>
                <a:t>误差机制与验证</a:t>
              </a:r>
              <a:endParaRPr lang="zh-CN" altLang="en-GB" sz="3600" b="1" dirty="0">
                <a:solidFill>
                  <a:srgbClr val="002B84"/>
                </a:solidFill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</a:endParaRPr>
            </a:p>
          </p:txBody>
        </p:sp>
      </p:grp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研究问题与目标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389888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344168"/>
            <a:ext cx="341985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困难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3200400" cy="14173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SRS/CSI 非理想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边缘 UE 对协同误差更敏感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多 TRP 带来功率和规模压力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1389888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3984" y="1344168"/>
            <a:ext cx="341985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研究目标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62272" y="1874519"/>
            <a:ext cx="3246120" cy="14173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按协议比较边缘体验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满足功率和资源约束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在正式规模完成可核验求解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010144" y="1389888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44168"/>
            <a:ext cx="3328415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评价条件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4736" y="1874519"/>
            <a:ext cx="3200400" cy="14173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七站 × 三扇区；273 RB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每小区 10–20 UE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体验口径、参考基线需锁定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" y="3575304"/>
            <a:ext cx="10972800" cy="0"/>
          </a:xfrm>
          <a:prstGeom prst="line">
            <a:avLst/>
          </a:prstGeom>
          <a:ln w="15240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66928" y="3840480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94760"/>
            <a:ext cx="497433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当前方法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361688"/>
            <a:ext cx="4617720" cy="114300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规则给定调度与服务集合；集中式 WMMSE–ADMM 优化预编码。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3840480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5624" y="3794760"/>
            <a:ext cx="520293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拟研究创新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912" y="4361688"/>
            <a:ext cx="5029200" cy="114300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SRS 质量 → 链路差异化误差统计 → 鲁棒优化与公平对照。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5715000"/>
            <a:ext cx="10698480" cy="438912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Microsoft YaHei"/>
              </a:rPr>
              <a:t>目前已有统计误差机制；新方案的最坏情况、稀疏与事件触发尚待接入和验证。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网络拓扑与协同架构</a:t>
            </a:r>
          </a:p>
        </p:txBody>
      </p:sp>
      <p:pic>
        <p:nvPicPr>
          <p:cNvPr id="3" name="Picture 2" descr="topology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88720"/>
            <a:ext cx="6629400" cy="438019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351775" y="1325880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1280160"/>
            <a:ext cx="415137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局部协同与计算</a:t>
            </a:r>
          </a:p>
        </p:txBody>
      </p:sp>
      <p:pic>
        <p:nvPicPr>
          <p:cNvPr id="6" name="Picture 5" descr="topology_z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1764792"/>
            <a:ext cx="3995928" cy="27732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61504" y="4882896"/>
            <a:ext cx="3968496" cy="493776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Microsoft YaHei"/>
              </a:rPr>
              <a:t>UE 7 由 T01、T02 协同服务。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61504" y="5449824"/>
            <a:ext cx="3968496" cy="896112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000000"/>
                </a:solidFill>
                <a:latin typeface="Microsoft YaHei"/>
              </a:rPr>
              <a:t>SRS → TRP 观测 → CPU 集中求 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000000"/>
                </a:solidFill>
                <a:latin typeface="Microsoft YaHei"/>
              </a:rPr>
              <a:t>业务与 w 块 → TRP 下行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系统框架</a:t>
            </a:r>
          </a:p>
        </p:txBody>
      </p:sp>
      <p:sp>
        <p:nvSpPr>
          <p:cNvPr id="3" name="Rectangle 2"/>
          <p:cNvSpPr/>
          <p:nvPr/>
        </p:nvSpPr>
        <p:spPr>
          <a:xfrm>
            <a:off x="512064" y="1517904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472184"/>
            <a:ext cx="337413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01 几何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002536"/>
            <a:ext cx="3310128" cy="676656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Microsoft YaHei"/>
              </a:rPr>
              <a:t>站址、扇区、UE位置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2779776"/>
            <a:ext cx="3310128" cy="576072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Microsoft YaHei"/>
              </a:rPr>
              <a:t>输出：位置与角度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23944" y="2350008"/>
            <a:ext cx="219456" cy="182880"/>
          </a:xfrm>
          <a:prstGeom prst="rightArrow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34840" y="1517904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1144" y="1472184"/>
            <a:ext cx="337413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02 传播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1" y="2002536"/>
            <a:ext cx="3310128" cy="676656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Microsoft YaHei"/>
              </a:rPr>
              <a:t>路径损耗与小尺度衰落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1" y="2779776"/>
            <a:ext cx="3310128" cy="576072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Microsoft YaHei"/>
              </a:rPr>
              <a:t>输出：Htrue：真信道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46720" y="2350008"/>
            <a:ext cx="219455" cy="182880"/>
          </a:xfrm>
          <a:prstGeom prst="rightArrow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57616" y="1517904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472184"/>
            <a:ext cx="337413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03 测量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208" y="2002536"/>
            <a:ext cx="3310128" cy="676656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Microsoft YaHei"/>
              </a:rPr>
              <a:t>SRS/CSI 观测与条件更新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2208" y="2779776"/>
            <a:ext cx="3310128" cy="576072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Microsoft YaHei"/>
              </a:rPr>
              <a:t>输出：Hhat、C：估计和误差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" y="3822191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776472"/>
            <a:ext cx="337413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06 评价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4306824"/>
            <a:ext cx="3310128" cy="676656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Microsoft YaHei"/>
              </a:rPr>
              <a:t>真信道速率和功率统计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5084064"/>
            <a:ext cx="3310128" cy="576072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Microsoft YaHei"/>
              </a:rPr>
              <a:t>输出：体验、功率</a:t>
            </a:r>
          </a:p>
        </p:txBody>
      </p:sp>
      <p:sp>
        <p:nvSpPr>
          <p:cNvPr id="21" name="Left Arrow 20"/>
          <p:cNvSpPr/>
          <p:nvPr/>
        </p:nvSpPr>
        <p:spPr>
          <a:xfrm>
            <a:off x="4114800" y="4654296"/>
            <a:ext cx="219456" cy="182880"/>
          </a:xfrm>
          <a:prstGeom prst="leftArrow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34840" y="3822191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81144" y="3776472"/>
            <a:ext cx="337413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05 求解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9431" y="4306824"/>
            <a:ext cx="3310128" cy="676656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Microsoft YaHei"/>
              </a:rPr>
              <a:t>WMMSE 外层 / ADMM 内层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1" y="5084064"/>
            <a:ext cx="3310128" cy="576072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Microsoft YaHei"/>
              </a:rPr>
              <a:t>输出：w：预编码</a:t>
            </a:r>
          </a:p>
        </p:txBody>
      </p:sp>
      <p:sp>
        <p:nvSpPr>
          <p:cNvPr id="26" name="Left Arrow 25"/>
          <p:cNvSpPr/>
          <p:nvPr/>
        </p:nvSpPr>
        <p:spPr>
          <a:xfrm>
            <a:off x="8037575" y="4654296"/>
            <a:ext cx="219456" cy="182880"/>
          </a:xfrm>
          <a:prstGeom prst="leftArrow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57616" y="3822191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3776472"/>
            <a:ext cx="337413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04 资源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2208" y="4306824"/>
            <a:ext cx="3310128" cy="676656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Microsoft YaHei"/>
              </a:rPr>
              <a:t>固定调度、服务、rank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2208" y="5084064"/>
            <a:ext cx="3310128" cy="576072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Microsoft YaHei"/>
              </a:rPr>
              <a:t>输出：b、χ、r、ν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10853928" y="3218688"/>
            <a:ext cx="182880" cy="493775"/>
          </a:xfrm>
          <a:prstGeom prst="downArrow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135624"/>
            <a:ext cx="10698480" cy="301752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Microsoft YaHei"/>
              </a:rPr>
              <a:t>从观测到求解使用非理想 CSI；性能评价回到真信道。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信道与测量模型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399032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1353312"/>
            <a:ext cx="488289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几何与真信道</a:t>
            </a:r>
          </a:p>
        </p:txBody>
      </p:sp>
      <p:pic>
        <p:nvPicPr>
          <p:cNvPr id="5" name="Picture 4" descr="cha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1892807"/>
            <a:ext cx="4585127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" y="2670048"/>
            <a:ext cx="4754880" cy="1216152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Microsoft YaHei"/>
              </a:rPr>
              <a:t>β：链路大尺度增益；Lrx：接收相关因子；Ξ：小尺度随机矩阵。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16168" y="1399032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62472" y="1353312"/>
            <a:ext cx="552297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观测与条件误差</a:t>
            </a:r>
          </a:p>
        </p:txBody>
      </p:sp>
      <p:pic>
        <p:nvPicPr>
          <p:cNvPr id="9" name="Picture 8" descr="posteri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9904" y="1892807"/>
            <a:ext cx="5440680" cy="529082"/>
          </a:xfrm>
          <a:prstGeom prst="rect">
            <a:avLst/>
          </a:prstGeom>
        </p:spPr>
      </p:pic>
      <p:pic>
        <p:nvPicPr>
          <p:cNvPr id="10" name="Picture 9" descr="estim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9904" y="2761488"/>
            <a:ext cx="5085707" cy="6035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89904" y="3566160"/>
            <a:ext cx="5239512" cy="13258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Microsoft YaHei"/>
              </a:rPr>
              <a:t>C：4×4 条件误差协方差；Hhat：4×64 估计信道。nc、ns 为 CSI-RS 与 SRS 的有效噪声方差。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" y="5175504"/>
            <a:ext cx="10927080" cy="0"/>
          </a:xfrm>
          <a:prstGeom prst="line">
            <a:avLst/>
          </a:prstGeom>
          <a:ln w="15240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22376" y="5394960"/>
            <a:ext cx="10652760" cy="713232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Microsoft YaHei"/>
              </a:rPr>
              <a:t>测量质量和 CSI 年龄使各链路的 C 不同；当前尚未将 C 解释为已校准的确定性误差椭球。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资源变量与优化目标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1389888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344168"/>
            <a:ext cx="511149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固定资源规则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47088"/>
            <a:ext cx="4983480" cy="1874519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b：资源组内 UE 调度；χ：服务 TRP 掩码；r：每 UE 流数，当前为 2；ν：组内发射 RB 比例。</a:t>
            </a:r>
          </a:p>
        </p:txBody>
      </p:sp>
      <p:pic>
        <p:nvPicPr>
          <p:cNvPr id="6" name="Picture 5" descr="objective_p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712463"/>
            <a:ext cx="2167577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160520"/>
            <a:ext cx="4754880" cy="347472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Tₖ：加权估计速率；T₀：PF 平滑常数。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0176" y="1389888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344168"/>
            <a:ext cx="5321808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当前求解变量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81344" y="1847088"/>
            <a:ext cx="5074920" cy="114300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w：TRP 为 UE 使用的 64×r 复预编码；非服务链路为零。</a:t>
            </a:r>
          </a:p>
        </p:txBody>
      </p:sp>
      <p:pic>
        <p:nvPicPr>
          <p:cNvPr id="11" name="Picture 10" descr="pow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44" y="3218688"/>
            <a:ext cx="2121371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81344" y="3895344"/>
            <a:ext cx="4937760" cy="521207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Microsoft YaHei"/>
              </a:rPr>
              <a:t>Pₗ：TRP l 的跨组功率预算，单位 W。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66928" y="4718304"/>
            <a:ext cx="10917936" cy="0"/>
          </a:xfrm>
          <a:prstGeom prst="line">
            <a:avLst/>
          </a:prstGeom>
          <a:ln w="15240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21207" y="4937759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4892040"/>
            <a:ext cx="515721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慢层搜索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5404104"/>
            <a:ext cx="4937760" cy="758952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Microsoft YaHei"/>
              </a:rPr>
              <a:t>旧 GA/PSO/SRACOS 评价历史候选；未接入正式入口。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89320" y="4937759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5624" y="4892040"/>
            <a:ext cx="515721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快层求解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0488" y="5404104"/>
            <a:ext cx="4937760" cy="758952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Microsoft YaHei"/>
              </a:rPr>
              <a:t>固定 b、χ、r、ν 与 CSI，集中迭代 w。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接收模型与速率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1389888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344168"/>
            <a:ext cx="524865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多 TRP 相干叠加</a:t>
            </a:r>
          </a:p>
        </p:txBody>
      </p:sp>
      <p:pic>
        <p:nvPicPr>
          <p:cNvPr id="5" name="Picture 4" descr="effec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856231"/>
            <a:ext cx="3159440" cy="612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" y="2633472"/>
            <a:ext cx="5001768" cy="114300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Microsoft YaHei"/>
              </a:rPr>
              <a:t>F：4×r 有效信道。先把各服务 TRP 的复数贡献相加，再形成接收功率。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0176" y="1389888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1344168"/>
            <a:ext cx="538581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接收协方差</a:t>
            </a:r>
          </a:p>
        </p:txBody>
      </p:sp>
      <p:pic>
        <p:nvPicPr>
          <p:cNvPr id="9" name="Picture 8" descr="covari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44" y="1856231"/>
            <a:ext cx="3653956" cy="621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81344" y="2633472"/>
            <a:ext cx="5047488" cy="1152144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Microsoft YaHei"/>
              </a:rPr>
              <a:t>Ryy：4×4；含有用信号、所有用户干扰、归一化噪声与误差统计项。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504" y="4114800"/>
            <a:ext cx="10881360" cy="0"/>
          </a:xfrm>
          <a:prstGeom prst="line">
            <a:avLst/>
          </a:prstGeom>
          <a:ln w="15240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21207" y="4398264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4352544"/>
            <a:ext cx="534009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速率计算</a:t>
            </a:r>
          </a:p>
        </p:txBody>
      </p:sp>
      <p:pic>
        <p:nvPicPr>
          <p:cNvPr id="14" name="Picture 13" descr="r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4864608"/>
            <a:ext cx="5321808" cy="5531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36208" y="4873752"/>
            <a:ext cx="5001768" cy="100584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Microsoft YaHei"/>
              </a:rPr>
              <a:t>Rint：干扰加噪声协方差，4×4；RSE：频谱效率，bit/s/Hz。体验另按业务协议统计。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WMMSE 更新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399032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1353312"/>
            <a:ext cx="515721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输入与接收器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5047488" cy="621792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Microsoft YaHei"/>
              </a:rPr>
              <a:t>固定当前 w，依据估计信道与 C 形成 F、Ryy。</a:t>
            </a:r>
          </a:p>
        </p:txBody>
      </p:sp>
      <p:pic>
        <p:nvPicPr>
          <p:cNvPr id="6" name="Picture 5" descr="recei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2642616"/>
            <a:ext cx="2991834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3282696"/>
            <a:ext cx="4882896" cy="54864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Microsoft YaHei"/>
              </a:rPr>
              <a:t>A：4×r 接收矩阵，抑制干扰并估计数据流。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07608" y="1399032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53912" y="1353312"/>
            <a:ext cx="524865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MSE 与权重</a:t>
            </a:r>
          </a:p>
        </p:txBody>
      </p:sp>
      <p:pic>
        <p:nvPicPr>
          <p:cNvPr id="10" name="Picture 9" descr="m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44" y="1920240"/>
            <a:ext cx="5230368" cy="466997"/>
          </a:xfrm>
          <a:prstGeom prst="rect">
            <a:avLst/>
          </a:prstGeom>
        </p:spPr>
      </p:pic>
      <p:pic>
        <p:nvPicPr>
          <p:cNvPr id="11" name="Picture 10" descr="we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344" y="2880360"/>
            <a:ext cx="1678283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42832" y="2971800"/>
            <a:ext cx="2414016" cy="566928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Microsoft YaHei"/>
              </a:rPr>
              <a:t>Ω：r×r MSE 权重。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7784" y="4160520"/>
            <a:ext cx="10945368" cy="0"/>
          </a:xfrm>
          <a:prstGeom prst="line">
            <a:avLst/>
          </a:prstGeom>
          <a:ln w="15240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21207" y="4416552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4370832"/>
            <a:ext cx="515721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固定量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873752"/>
            <a:ext cx="4928616" cy="82296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Microsoft YaHei"/>
              </a:rPr>
              <a:t>A、Ω、η 固定后，构造预编码二次项。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8464" y="4416552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4370832"/>
            <a:ext cx="5193792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外层返回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0488" y="4873752"/>
            <a:ext cx="4965192" cy="8686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Microsoft YaHei"/>
              </a:rPr>
              <a:t>ADMM 更新 w → 重算接收器和速率 → 判断停止。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ADMM 求解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344168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1298448"/>
            <a:ext cx="506577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① 原变量：CG 线性求解</a:t>
            </a:r>
          </a:p>
        </p:txBody>
      </p:sp>
      <p:pic>
        <p:nvPicPr>
          <p:cNvPr id="5" name="Picture 4" descr="adm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1847088"/>
            <a:ext cx="5654947" cy="612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2578608"/>
            <a:ext cx="10561320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Microsoft YaHei"/>
              </a:rPr>
              <a:t>Q：二次算子；B：线性项；ρ：增广惩罚参数；ν：资源组发射 RB 权重。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72" y="3300984"/>
            <a:ext cx="10908792" cy="0"/>
          </a:xfrm>
          <a:prstGeom prst="line">
            <a:avLst/>
          </a:prstGeom>
          <a:ln w="15240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30352" y="3593591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3547872"/>
            <a:ext cx="502005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② 可行副本与对偶</a:t>
            </a:r>
          </a:p>
        </p:txBody>
      </p:sp>
      <p:pic>
        <p:nvPicPr>
          <p:cNvPr id="10" name="Picture 9" descr="admm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4087368"/>
            <a:ext cx="6571996" cy="6217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" y="4782312"/>
            <a:ext cx="10561320" cy="630936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Microsoft YaHei"/>
              </a:rPr>
              <a:t>z 对所有资源组联合投影，满足每个 TRP 的跨组预算；y 累积 x 与 z 的差。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72" y="5596128"/>
            <a:ext cx="10908792" cy="0"/>
          </a:xfrm>
          <a:prstGeom prst="line">
            <a:avLst/>
          </a:prstGeom>
          <a:ln w="15240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22376" y="5769864"/>
            <a:ext cx="1057046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Microsoft YaHei"/>
              </a:rPr>
              <a:t>③ 计算原始/对偶残差并判断停止；目前正式规模存在触及迭代上限的记录。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非均匀误差机制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1371600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515721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测量质量 → 链路误差</a:t>
            </a:r>
          </a:p>
        </p:txBody>
      </p:sp>
      <p:pic>
        <p:nvPicPr>
          <p:cNvPr id="5" name="Picture 4" descr="no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828800"/>
            <a:ext cx="4350082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2487168"/>
            <a:ext cx="4956048" cy="105156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Microsoft YaHei"/>
              </a:rPr>
              <a:t>γs：SRS SINR，dB；ts：CSI 年龄，s；τ：相关时间常数，s；ns：有效噪声方差。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007608" y="1371600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53912" y="1325880"/>
            <a:ext cx="5184648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误差 → 接收与预编码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8776" y="1865376"/>
            <a:ext cx="4919472" cy="1856231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C（4×4）进入 Ryy，改变接收器 A、MSE E 和权重 Ω；同时进入预编码二次项 Q，改变 w。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5216" y="4142232"/>
            <a:ext cx="10899648" cy="0"/>
          </a:xfrm>
          <a:prstGeom prst="line">
            <a:avLst/>
          </a:prstGeom>
          <a:ln w="15240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21207" y="4434840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4389120"/>
            <a:ext cx="515721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当前实现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4901184"/>
            <a:ext cx="4864608" cy="1033271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Microsoft YaHei"/>
              </a:rPr>
              <a:t>条件协方差及其统计稳健项；还不是确定性最坏情况优化。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07608" y="4434840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3912" y="4389120"/>
            <a:ext cx="515721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待验证对照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4901184"/>
            <a:ext cx="4901184" cy="1033271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Microsoft YaHei"/>
              </a:rPr>
              <a:t>名义、统一误差、非均匀误差在同场景下比较边缘体验和功率。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核心变量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89888"/>
            <a:ext cx="1243584" cy="384048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000000"/>
                </a:solidFill>
                <a:latin typeface="Microsoft YaHei"/>
              </a:rPr>
              <a:t>符号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46504" y="1389888"/>
            <a:ext cx="2798064" cy="384048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000000"/>
                </a:solidFill>
                <a:latin typeface="Microsoft YaHei"/>
              </a:rPr>
              <a:t>中文含义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44568" y="1389888"/>
            <a:ext cx="1591056" cy="384048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000000"/>
                </a:solidFill>
                <a:latin typeface="Microsoft YaHei"/>
              </a:rPr>
              <a:t>维度 / 单位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810512"/>
            <a:ext cx="5632704" cy="0"/>
          </a:xfrm>
          <a:prstGeom prst="line">
            <a:avLst/>
          </a:prstGeom>
          <a:ln w="19050">
            <a:solidFill>
              <a:srgbClr val="092B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1920240"/>
            <a:ext cx="124358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l,k,j,g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46504" y="1920240"/>
            <a:ext cx="279806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TRP、目标UE、干扰UE、资源组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4568" y="1920240"/>
            <a:ext cx="1591056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索引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2478024"/>
            <a:ext cx="5632704" cy="0"/>
          </a:xfrm>
          <a:prstGeom prst="line">
            <a:avLst/>
          </a:prstGeom>
          <a:ln w="8255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2514600"/>
            <a:ext cx="124358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Nt,Nr,r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6504" y="2514600"/>
            <a:ext cx="279806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发射端口、接收天线、数据流数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514600"/>
            <a:ext cx="1591056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64、4、2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2920" y="3072384"/>
            <a:ext cx="5632704" cy="0"/>
          </a:xfrm>
          <a:prstGeom prst="line">
            <a:avLst/>
          </a:prstGeom>
          <a:ln w="8255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2920" y="3108960"/>
            <a:ext cx="124358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Htrue, Hhat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46504" y="3108960"/>
            <a:ext cx="279806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真信道、估计信道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3108960"/>
            <a:ext cx="1591056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4×64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2920" y="3666744"/>
            <a:ext cx="5632704" cy="0"/>
          </a:xfrm>
          <a:prstGeom prst="line">
            <a:avLst/>
          </a:prstGeom>
          <a:ln w="8255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02920" y="3703320"/>
            <a:ext cx="124358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46504" y="3703320"/>
            <a:ext cx="279806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链路条件误差协方差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3703320"/>
            <a:ext cx="1591056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4×4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4261104"/>
            <a:ext cx="5632704" cy="0"/>
          </a:xfrm>
          <a:prstGeom prst="line">
            <a:avLst/>
          </a:prstGeom>
          <a:ln w="8255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2920" y="4297680"/>
            <a:ext cx="124358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b, χ, 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46504" y="4297680"/>
            <a:ext cx="279806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调度、服务掩码、发射RB权重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4297680"/>
            <a:ext cx="1591056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0/1、0/1、无量纲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" y="4855464"/>
            <a:ext cx="5632704" cy="0"/>
          </a:xfrm>
          <a:prstGeom prst="line">
            <a:avLst/>
          </a:prstGeom>
          <a:ln w="8255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2920" y="4892040"/>
            <a:ext cx="124358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46504" y="4892040"/>
            <a:ext cx="279806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含幅度的预编码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44568" y="4892040"/>
            <a:ext cx="1591056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64×r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2920" y="5449824"/>
            <a:ext cx="5632704" cy="0"/>
          </a:xfrm>
          <a:prstGeom prst="line">
            <a:avLst/>
          </a:prstGeom>
          <a:ln w="8255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02920" y="5486400"/>
            <a:ext cx="124358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p, Pₗ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46504" y="5486400"/>
            <a:ext cx="279806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组内TRP功率、TRP总预算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44568" y="5486400"/>
            <a:ext cx="1591056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4224" y="1389888"/>
            <a:ext cx="1243584" cy="384048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000000"/>
                </a:solidFill>
                <a:latin typeface="Microsoft YaHei"/>
              </a:rPr>
              <a:t>符号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7808" y="1389888"/>
            <a:ext cx="2496312" cy="384048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000000"/>
                </a:solidFill>
                <a:latin typeface="Microsoft YaHei"/>
              </a:rPr>
              <a:t>中文含义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04120" y="1389888"/>
            <a:ext cx="1591056" cy="384048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000000"/>
                </a:solidFill>
                <a:latin typeface="Microsoft YaHei"/>
              </a:rPr>
              <a:t>维度 / 单位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364224" y="1810512"/>
            <a:ext cx="5330952" cy="0"/>
          </a:xfrm>
          <a:prstGeom prst="line">
            <a:avLst/>
          </a:prstGeom>
          <a:ln w="19050">
            <a:solidFill>
              <a:srgbClr val="092B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364224" y="1920240"/>
            <a:ext cx="124358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07808" y="1920240"/>
            <a:ext cx="2496312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跨TRP相干有效信道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04120" y="1920240"/>
            <a:ext cx="1591056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4×r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364224" y="2478024"/>
            <a:ext cx="5330952" cy="0"/>
          </a:xfrm>
          <a:prstGeom prst="line">
            <a:avLst/>
          </a:prstGeom>
          <a:ln w="8255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64224" y="2514600"/>
            <a:ext cx="124358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Ryy, 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07808" y="2514600"/>
            <a:ext cx="2496312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接收协方差、接收矩阵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04120" y="2514600"/>
            <a:ext cx="1591056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4×4、4×r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364224" y="3072384"/>
            <a:ext cx="5330952" cy="0"/>
          </a:xfrm>
          <a:prstGeom prst="line">
            <a:avLst/>
          </a:prstGeom>
          <a:ln w="8255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364224" y="3108960"/>
            <a:ext cx="124358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E, Ω, 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07808" y="3108960"/>
            <a:ext cx="2496312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MSE、权重、效用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04120" y="3108960"/>
            <a:ext cx="1591056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r×r；r×r；标量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364224" y="3666744"/>
            <a:ext cx="5330952" cy="0"/>
          </a:xfrm>
          <a:prstGeom prst="line">
            <a:avLst/>
          </a:prstGeom>
          <a:ln w="8255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64224" y="3703320"/>
            <a:ext cx="124358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x,z,y,ρ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07808" y="3703320"/>
            <a:ext cx="2496312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原变量、副本、对偶、罚参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04120" y="3703320"/>
            <a:ext cx="1591056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同w；ρ为标量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364224" y="4261104"/>
            <a:ext cx="5330952" cy="0"/>
          </a:xfrm>
          <a:prstGeom prst="line">
            <a:avLst/>
          </a:prstGeom>
          <a:ln w="8255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364224" y="4297680"/>
            <a:ext cx="124358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RSE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07808" y="4297680"/>
            <a:ext cx="2496312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频谱效率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04120" y="4297680"/>
            <a:ext cx="1591056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bit/s/Hz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364224" y="4855464"/>
            <a:ext cx="5330952" cy="0"/>
          </a:xfrm>
          <a:prstGeom prst="line">
            <a:avLst/>
          </a:prstGeom>
          <a:ln w="8255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364224" y="4892040"/>
            <a:ext cx="1243584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Rexp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07808" y="4892040"/>
            <a:ext cx="2496312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业务协议体验率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04120" y="4892040"/>
            <a:ext cx="1591056" cy="5029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0">
                <a:solidFill>
                  <a:srgbClr val="000000"/>
                </a:solidFill>
                <a:latin typeface="Microsoft YaHei"/>
              </a:rPr>
              <a:t>bit/s 或协议定义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当前验证结果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444752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1399032"/>
            <a:ext cx="511149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已有证据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20240"/>
            <a:ext cx="4882896" cy="205740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实际 MATLAB 七站站址、21 TRP 与 UE 坐标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已有规模的预编码和真信道评价记录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功率预算检查与数值对拍记录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07608" y="1444752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53912" y="1399032"/>
            <a:ext cx="5102352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当前不足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9632" y="1920240"/>
            <a:ext cx="4873752" cy="205740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正式规模停止条件尚未达到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原始边缘体验目标尚未验收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非均匀误差的增益尚未公平证明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4360" y="4663440"/>
            <a:ext cx="10890504" cy="0"/>
          </a:xfrm>
          <a:prstGeom prst="line">
            <a:avLst/>
          </a:prstGeom>
          <a:ln w="15240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232" y="4965192"/>
            <a:ext cx="10451592" cy="1078992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000000"/>
                </a:solidFill>
                <a:latin typeface="Microsoft YaHei"/>
              </a:rPr>
              <a:t>功率可行 ≠ 数值对拍通过 ≠ ADMM 收敛 ≠ 外层停止 ≠ 研究目标达成。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新版系统方案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417320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1371600"/>
            <a:ext cx="511149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链路不确定性</a:t>
            </a:r>
          </a:p>
        </p:txBody>
      </p:sp>
      <p:pic>
        <p:nvPicPr>
          <p:cNvPr id="5" name="Picture 4" descr="robu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901952"/>
            <a:ext cx="3944149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2587752"/>
            <a:ext cx="4882896" cy="1170432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Microsoft YaHei"/>
              </a:rPr>
              <a:t>Σ：拟议椭球尺度；δ：半径。需由测量统计标定，不能直接把当前 C 当作已校准椭球。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007608" y="1417320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53912" y="1371600"/>
            <a:ext cx="5184648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拟议目标</a:t>
            </a:r>
          </a:p>
        </p:txBody>
      </p:sp>
      <p:pic>
        <p:nvPicPr>
          <p:cNvPr id="9" name="Picture 8" descr="propos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44" y="1938528"/>
            <a:ext cx="5102352" cy="6307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99632" y="2770632"/>
            <a:ext cx="4892040" cy="13258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Microsoft YaHei"/>
              </a:rPr>
              <a:t>兼顾公平效用、功率和链路组稀疏；权重 λp、λs 及效用 U 尚须定标。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85216" y="4645152"/>
            <a:ext cx="10890504" cy="0"/>
          </a:xfrm>
          <a:prstGeom prst="line">
            <a:avLst/>
          </a:prstGeom>
          <a:ln w="15240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4910328"/>
            <a:ext cx="10552176" cy="96012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方案是待验证的研究路径；当前代码仍按条件协方差进行集中式预编码优化。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新方案关键机制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539496" y="1426464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80744"/>
            <a:ext cx="1073505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01  误差椭球与最坏情况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1947672"/>
            <a:ext cx="10378440" cy="694944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先标定链路误差尺度，再定义内层最坏情况问题；联合问题仍需分析凸性。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72" y="2788920"/>
            <a:ext cx="10917936" cy="0"/>
          </a:xfrm>
          <a:prstGeom prst="line">
            <a:avLst/>
          </a:prstGeom>
          <a:ln w="15240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39496" y="2999232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953512"/>
            <a:ext cx="1073505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02  功率与组稀疏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3520440"/>
            <a:ext cx="10378440" cy="694944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在公平效用外加入功率和链路稀疏代价；关闭链路与TRP休眠分别判定。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6072" y="4361688"/>
            <a:ext cx="10917936" cy="0"/>
          </a:xfrm>
          <a:prstGeom prst="line">
            <a:avLst/>
          </a:prstGeom>
          <a:ln w="15240">
            <a:solidFill>
              <a:srgbClr val="D9E6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39496" y="4572000"/>
            <a:ext cx="68580" cy="320040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26280"/>
            <a:ext cx="10735056" cy="411480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0000"/>
                </a:solidFill>
                <a:latin typeface="Microsoft YaHei"/>
              </a:rPr>
              <a:t>03  本地共识与事件触发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5093208"/>
            <a:ext cx="10378440" cy="694944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000000"/>
                </a:solidFill>
                <a:latin typeface="Microsoft YaHei"/>
              </a:rPr>
              <a:t>定义TRP本地变量、CPU共识、消息缓存与触发条件；以通信量及收敛实测验证。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172200"/>
            <a:ext cx="10479024" cy="292608"/>
          </a:xfrm>
          <a:prstGeom prst="rect">
            <a:avLst/>
          </a:prstGeom>
          <a:noFill/>
        </p:spPr>
        <p:txBody>
          <a:bodyPr wrap="square" lIns="13716" rIns="13716" tIns="1371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Microsoft YaHei"/>
              </a:rPr>
              <a:t>当前边界：最坏情况、TRP 分布式与事件触发均未接入正式运行链。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PA" val="v5.1.2"/>
</p:tagLst>
</file>

<file path=ppt/tags/tag2.xml><?xml version="1.0" encoding="utf-8"?>
<p:tagLst xmlns:p="http://schemas.openxmlformats.org/presentationml/2006/main">
  <p:tag name="PA" val="v5.1.2"/>
</p:tagLst>
</file>

<file path=ppt/tags/tag3.xml><?xml version="1.0" encoding="utf-8"?>
<p:tagLst xmlns:p="http://schemas.openxmlformats.org/presentationml/2006/main">
  <p:tag name="PA" val="v5.1.2"/>
</p:tagLst>
</file>

<file path=ppt/tags/tag4.xml><?xml version="1.0" encoding="utf-8"?>
<p:tagLst xmlns:p="http://schemas.openxmlformats.org/presentationml/2006/main">
  <p:tag name="PA" val="v5.1.2"/>
</p:tagLst>
</file>

<file path=ppt/tags/tag5.xml><?xml version="1.0" encoding="utf-8"?>
<p:tagLst xmlns:p="http://schemas.openxmlformats.org/presentationml/2006/main">
  <p:tag name="PA" val="v5.1.2"/>
</p:tagLst>
</file>

<file path=ppt/tags/tag6.xml><?xml version="1.0" encoding="utf-8"?>
<p:tagLst xmlns:p="http://schemas.openxmlformats.org/presentationml/2006/main">
  <p:tag name="PA" val="v5.1.2"/>
</p:tagLst>
</file>

<file path=ppt/tags/tag7.xml><?xml version="1.0" encoding="utf-8"?>
<p:tagLst xmlns:p="http://schemas.openxmlformats.org/presentationml/2006/main">
  <p:tag name="PA" val="v5.1.2"/>
</p:tagLst>
</file>

<file path=ppt/tags/tag8.xml><?xml version="1.0" encoding="utf-8"?>
<p:tagLst xmlns:p="http://schemas.openxmlformats.org/presentationml/2006/main">
  <p:tag name="PA" val="v5.1.2"/>
</p:tagLst>
</file>

<file path=ppt/tags/tag9.xml><?xml version="1.0" encoding="utf-8"?>
<p:tagLst xmlns:p="http://schemas.openxmlformats.org/presentationml/2006/main">
  <p:tag name="PA" val="v5.1.2"/>
</p:tagLst>
</file>

<file path=ppt/tags/tag10.xml><?xml version="1.0" encoding="utf-8"?>
<p:tagLst xmlns:p="http://schemas.openxmlformats.org/presentationml/2006/main">
  <p:tag name="PA" val="v5.1.2"/>
</p:tagLst>
</file>

<file path=ppt/tags/tag11.xml><?xml version="1.0" encoding="utf-8"?>
<p:tagLst xmlns:p="http://schemas.openxmlformats.org/presentationml/2006/main">
  <p:tag name="PA" val="v5.1.2"/>
</p:tagLst>
</file>

<file path=ppt/tags/tag12.xml><?xml version="1.0" encoding="utf-8"?>
<p:tagLst xmlns:p="http://schemas.openxmlformats.org/presentationml/2006/main">
  <p:tag name="PA" val="v5.1.2"/>
</p:tagLst>
</file>

<file path=ppt/tags/tag13.xml><?xml version="1.0" encoding="utf-8"?>
<p:tagLst xmlns:p="http://schemas.openxmlformats.org/presentationml/2006/main">
  <p:tag name="PA" val="v5.1.2"/>
</p:tagLst>
</file>

<file path=ppt/tags/tag14.xml><?xml version="1.0" encoding="utf-8"?>
<p:tagLst xmlns:p="http://schemas.openxmlformats.org/presentationml/2006/main">
  <p:tag name="PA" val="v5.1.2"/>
</p:tagLst>
</file>

<file path=ppt/tags/tag15.xml><?xml version="1.0" encoding="utf-8"?>
<p:tagLst xmlns:p="http://schemas.openxmlformats.org/presentationml/2006/main">
  <p:tag name="PA" val="v5.1.2"/>
</p:tagLst>
</file>

<file path=ppt/tags/tag16.xml><?xml version="1.0" encoding="utf-8"?>
<p:tagLst xmlns:p="http://schemas.openxmlformats.org/presentationml/2006/main">
  <p:tag name="PA" val="v5.1.2"/>
</p:tagLst>
</file>

<file path=ppt/tags/tag17.xml><?xml version="1.0" encoding="utf-8"?>
<p:tagLst xmlns:p="http://schemas.openxmlformats.org/presentationml/2006/main">
  <p:tag name="PA" val="v5.1.2"/>
</p:tagLst>
</file>

<file path=ppt/tags/tag18.xml><?xml version="1.0" encoding="utf-8"?>
<p:tagLst xmlns:p="http://schemas.openxmlformats.org/presentationml/2006/main">
  <p:tag name="PA" val="v5.1.2"/>
</p:tagLst>
</file>

<file path=ppt/tags/tag19.xml><?xml version="1.0" encoding="utf-8"?>
<p:tagLst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0.xml><?xml version="1.0" encoding="utf-8"?>
<p:tagLst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1.xml><?xml version="1.0" encoding="utf-8"?>
<p:tagLst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2.xml><?xml version="1.0" encoding="utf-8"?>
<p:tagLst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3.xml><?xml version="1.0" encoding="utf-8"?>
<p:tagLst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4.xml><?xml version="1.0" encoding="utf-8"?>
<p:tagLst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5.xml><?xml version="1.0" encoding="utf-8"?>
<p:tagLst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6.xml><?xml version="1.0" encoding="utf-8"?>
<p:tagLst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7.xml><?xml version="1.0" encoding="utf-8"?>
<p:tagLst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8.xml><?xml version="1.0" encoding="utf-8"?>
<p:tagLst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9.xml><?xml version="1.0" encoding="utf-8"?>
<p:tagLst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30.xml><?xml version="1.0" encoding="utf-8"?>
<p:tagLst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131.xml><?xml version="1.0" encoding="utf-8"?>
<p:tagLst xmlns:p="http://schemas.openxmlformats.org/presentationml/2006/main">
  <p:tag name="COMMONDATA" val="eyJoZGlkIjoiMWJmYmVhMGQ2YWQwOTc0ZDFkYmVkZTE0NzFkNThlYzIifQ=="/>
</p:tagLst>
</file>

<file path=ppt/theme/theme1.xml><?xml version="1.0" encoding="utf-8"?>
<a:theme xmlns:a="http://schemas.openxmlformats.org/drawingml/2006/main" name="Office 主题​​">
  <a:themeElements>
    <a:clrScheme name="自定义 3">
      <a:dk1>
        <a:sysClr val="windowText" lastClr="000000"/>
      </a:dk1>
      <a:lt1>
        <a:sysClr val="window" lastClr="FFFFFF"/>
      </a:lt1>
      <a:dk2>
        <a:srgbClr val="003399"/>
      </a:dk2>
      <a:lt2>
        <a:srgbClr val="FFFFFF"/>
      </a:lt2>
      <a:accent1>
        <a:srgbClr val="00339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自定义 3">
      <a:dk1>
        <a:sysClr val="windowText" lastClr="000000"/>
      </a:dk1>
      <a:lt1>
        <a:sysClr val="window" lastClr="FFFFFF"/>
      </a:lt1>
      <a:dk2>
        <a:srgbClr val="003399"/>
      </a:dk2>
      <a:lt2>
        <a:srgbClr val="FFFFFF"/>
      </a:lt2>
      <a:accent1>
        <a:srgbClr val="00339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9662</Words>
  <Application>WPS Office WWO_wpscloud_20251119194033-e37bccecd3</Application>
  <PresentationFormat>宽屏</PresentationFormat>
  <Paragraphs>615</Paragraphs>
  <Slides>23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23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23</vt:i4>
      </vt:variant>
    </vt:vector>
  </HeadingPairs>
  <TitlesOfParts>
    <vt:vector size="48" baseType="lpstr">
      <vt:lpstr>Arial</vt:lpstr>
      <vt:lpstr>宋体</vt:lpstr>
      <vt:lpstr>Wingdings</vt:lpstr>
      <vt:lpstr>汉仪书宋二KW</vt:lpstr>
      <vt:lpstr>Century Gothic</vt:lpstr>
      <vt:lpstr>微软雅黑</vt:lpstr>
      <vt:lpstr>汉仪旗黑KW 55S</vt:lpstr>
      <vt:lpstr>微软雅黑 Light</vt:lpstr>
      <vt:lpstr>Wingdings 3</vt:lpstr>
      <vt:lpstr>Kingsoft Sign</vt:lpstr>
      <vt:lpstr>Arial</vt:lpstr>
      <vt:lpstr>Calibri</vt:lpstr>
      <vt:lpstr>Calibri</vt:lpstr>
      <vt:lpstr>等线</vt:lpstr>
      <vt:lpstr>汉仪中等线KW</vt:lpstr>
      <vt:lpstr>Times New Roman</vt:lpstr>
      <vt:lpstr>黑体</vt:lpstr>
      <vt:lpstr>Kingsoft Confetti</vt:lpstr>
      <vt:lpstr>Symbol</vt:lpstr>
      <vt:lpstr>Cambria Math</vt:lpstr>
      <vt:lpstr>仿宋_GB2312</vt:lpstr>
      <vt:lpstr>Kingsoft Math</vt:lpstr>
      <vt:lpstr>汉仪仿宋KW</vt:lpstr>
      <vt:lpstr>Office 主题​​</vt:lpstr>
      <vt:lpstr>1_Office 主题​​</vt:lpstr>
      <vt:lpstr>PowerPoint 演示文稿</vt:lpstr>
      <vt:lpstr>主要内容</vt:lpstr>
      <vt:lpstr>PowerPoint 演示文稿</vt:lpstr>
      <vt:lpstr>PowerPoint 演示文稿</vt:lpstr>
      <vt:lpstr>PowerPoint 演示文稿</vt:lpstr>
      <vt:lpstr>选题依据：星载智能面临的关键挑战</vt:lpstr>
      <vt:lpstr>选题依据：星载智能面临的关键挑战</vt:lpstr>
      <vt:lpstr>PowerPoint 演示文稿</vt:lpstr>
      <vt:lpstr>主要内容</vt:lpstr>
      <vt:lpstr>PowerPoint 演示文稿</vt:lpstr>
      <vt:lpstr>主要内容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主要内容</vt:lpstr>
      <vt:lpstr>PowerPoint 演示文稿</vt:lpstr>
      <vt:lpstr>PowerPoint 演示文稿</vt:lpstr>
      <vt:lpstr>PowerPoint 演示文稿</vt:lpstr>
      <vt:lpstr>敬请各位老师批评指正！</vt:lpstr>
    </vt:vector>
  </TitlesOfParts>
  <Company>Guilddesign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Template</dc:title>
  <dc:creator>Sung Ha, Park</dc:creator>
  <cp:lastModifiedBy>赵慧</cp:lastModifiedBy>
  <cp:lastPrinted>2025-12-14T09:05:23Z</cp:lastPrinted>
  <dcterms:created xsi:type="dcterms:W3CDTF">2025-12-14T09:05:23Z</dcterms:created>
  <dcterms:modified xsi:type="dcterms:W3CDTF">2025-12-14T09:05:23Z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5F83327A812F4435B25E525EBED23916_13</vt:lpwstr>
  </property>
  <property fmtid="{D5CDD505-2E9C-101B-9397-08002B2CF9AE}" pid="3" name="KSOProductBuildVer">
    <vt:lpwstr>2052-12.9.0.24013</vt:lpwstr>
  </property>
</Properties>
</file>